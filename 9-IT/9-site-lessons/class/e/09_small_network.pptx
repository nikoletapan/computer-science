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6" r:id="rId8"/>
    <p:sldId id="262" r:id="rId9"/>
    <p:sldId id="263" r:id="rId10"/>
    <p:sldId id="265" r:id="rId11"/>
    <p:sldId id="264" r:id="rId12"/>
    <p:sldId id="267" r:id="rId13"/>
    <p:sldId id="268" r:id="rId14"/>
    <p:sldId id="269" r:id="rId15"/>
    <p:sldId id="270" r:id="rId16"/>
    <p:sldId id="274" r:id="rId17"/>
    <p:sldId id="273" r:id="rId18"/>
    <p:sldId id="271" r:id="rId19"/>
    <p:sldId id="272" r:id="rId2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71E8E-4738-7D68-D095-D60C6B681426}" v="23" dt="2024-11-05T19:03:26.882"/>
    <p1510:client id="{EFE2309E-30E1-BDFF-55EC-3A901924CFC2}" v="850" dt="2024-11-05T19:00:36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jidar Ryadkov" userId="ae42389c3bd87edb" providerId="Windows Live" clId="Web-{EFE2309E-30E1-BDFF-55EC-3A901924CFC2}"/>
    <pc:docChg chg="addSld delSld modSld sldOrd">
      <pc:chgData name="Bojidar Ryadkov" userId="ae42389c3bd87edb" providerId="Windows Live" clId="Web-{EFE2309E-30E1-BDFF-55EC-3A901924CFC2}" dt="2024-11-05T19:00:36.139" v="836" actId="1076"/>
      <pc:docMkLst>
        <pc:docMk/>
      </pc:docMkLst>
      <pc:sldChg chg="addSp delSp modSp mod setBg">
        <pc:chgData name="Bojidar Ryadkov" userId="ae42389c3bd87edb" providerId="Windows Live" clId="Web-{EFE2309E-30E1-BDFF-55EC-3A901924CFC2}" dt="2024-11-05T17:37:11.992" v="126" actId="1076"/>
        <pc:sldMkLst>
          <pc:docMk/>
          <pc:sldMk cId="1748730107" sldId="256"/>
        </pc:sldMkLst>
        <pc:spChg chg="mod">
          <ac:chgData name="Bojidar Ryadkov" userId="ae42389c3bd87edb" providerId="Windows Live" clId="Web-{EFE2309E-30E1-BDFF-55EC-3A901924CFC2}" dt="2024-11-05T17:33:57.266" v="109" actId="20577"/>
          <ac:spMkLst>
            <pc:docMk/>
            <pc:sldMk cId="1748730107" sldId="256"/>
            <ac:spMk id="3" creationId="{00000000-0000-0000-0000-000000000000}"/>
          </ac:spMkLst>
        </pc:spChg>
        <pc:picChg chg="add del mod">
          <ac:chgData name="Bojidar Ryadkov" userId="ae42389c3bd87edb" providerId="Windows Live" clId="Web-{EFE2309E-30E1-BDFF-55EC-3A901924CFC2}" dt="2024-11-05T17:28:12.690" v="2"/>
          <ac:picMkLst>
            <pc:docMk/>
            <pc:sldMk cId="1748730107" sldId="256"/>
            <ac:picMk id="4" creationId="{8289BC08-961C-0788-A309-10330C255995}"/>
          </ac:picMkLst>
        </pc:picChg>
        <pc:picChg chg="add mod">
          <ac:chgData name="Bojidar Ryadkov" userId="ae42389c3bd87edb" providerId="Windows Live" clId="Web-{EFE2309E-30E1-BDFF-55EC-3A901924CFC2}" dt="2024-11-05T17:28:59.880" v="8" actId="14100"/>
          <ac:picMkLst>
            <pc:docMk/>
            <pc:sldMk cId="1748730107" sldId="256"/>
            <ac:picMk id="5" creationId="{5EAC2D1A-14CA-3F15-9C9E-89C15E102E0D}"/>
          </ac:picMkLst>
        </pc:picChg>
        <pc:picChg chg="add mod">
          <ac:chgData name="Bojidar Ryadkov" userId="ae42389c3bd87edb" providerId="Windows Live" clId="Web-{EFE2309E-30E1-BDFF-55EC-3A901924CFC2}" dt="2024-11-05T17:34:03.470" v="110" actId="688"/>
          <ac:picMkLst>
            <pc:docMk/>
            <pc:sldMk cId="1748730107" sldId="256"/>
            <ac:picMk id="6" creationId="{240E2444-9387-F795-5DF9-DC9813676EEC}"/>
          </ac:picMkLst>
        </pc:picChg>
        <pc:picChg chg="add del mod">
          <ac:chgData name="Bojidar Ryadkov" userId="ae42389c3bd87edb" providerId="Windows Live" clId="Web-{EFE2309E-30E1-BDFF-55EC-3A901924CFC2}" dt="2024-11-05T17:31:10.119" v="24"/>
          <ac:picMkLst>
            <pc:docMk/>
            <pc:sldMk cId="1748730107" sldId="256"/>
            <ac:picMk id="7" creationId="{F884EF90-235B-DC64-3387-D44D3C1F5F96}"/>
          </ac:picMkLst>
        </pc:picChg>
        <pc:picChg chg="add mod ord">
          <ac:chgData name="Bojidar Ryadkov" userId="ae42389c3bd87edb" providerId="Windows Live" clId="Web-{EFE2309E-30E1-BDFF-55EC-3A901924CFC2}" dt="2024-11-05T17:34:42.409" v="111" actId="1076"/>
          <ac:picMkLst>
            <pc:docMk/>
            <pc:sldMk cId="1748730107" sldId="256"/>
            <ac:picMk id="8" creationId="{73051D78-9933-40A7-9723-0AF47D07F60F}"/>
          </ac:picMkLst>
        </pc:picChg>
        <pc:picChg chg="add mod">
          <ac:chgData name="Bojidar Ryadkov" userId="ae42389c3bd87edb" providerId="Windows Live" clId="Web-{EFE2309E-30E1-BDFF-55EC-3A901924CFC2}" dt="2024-11-05T17:33:14.171" v="38" actId="1076"/>
          <ac:picMkLst>
            <pc:docMk/>
            <pc:sldMk cId="1748730107" sldId="256"/>
            <ac:picMk id="9" creationId="{F5278B01-5BD7-81D1-868B-C4818E412065}"/>
          </ac:picMkLst>
        </pc:picChg>
        <pc:picChg chg="add mod">
          <ac:chgData name="Bojidar Ryadkov" userId="ae42389c3bd87edb" providerId="Windows Live" clId="Web-{EFE2309E-30E1-BDFF-55EC-3A901924CFC2}" dt="2024-11-05T17:35:59.708" v="116" actId="1076"/>
          <ac:picMkLst>
            <pc:docMk/>
            <pc:sldMk cId="1748730107" sldId="256"/>
            <ac:picMk id="10" creationId="{C4DE1D0B-79B3-8308-FCEA-E0259E22239F}"/>
          </ac:picMkLst>
        </pc:picChg>
        <pc:picChg chg="add mod">
          <ac:chgData name="Bojidar Ryadkov" userId="ae42389c3bd87edb" providerId="Windows Live" clId="Web-{EFE2309E-30E1-BDFF-55EC-3A901924CFC2}" dt="2024-11-05T17:36:22.116" v="122" actId="1076"/>
          <ac:picMkLst>
            <pc:docMk/>
            <pc:sldMk cId="1748730107" sldId="256"/>
            <ac:picMk id="11" creationId="{32DD95A5-308C-2E2B-341E-CFA6E4D8CAD0}"/>
          </ac:picMkLst>
        </pc:picChg>
        <pc:picChg chg="add mod">
          <ac:chgData name="Bojidar Ryadkov" userId="ae42389c3bd87edb" providerId="Windows Live" clId="Web-{EFE2309E-30E1-BDFF-55EC-3A901924CFC2}" dt="2024-11-05T17:37:11.992" v="126" actId="1076"/>
          <ac:picMkLst>
            <pc:docMk/>
            <pc:sldMk cId="1748730107" sldId="256"/>
            <ac:picMk id="12" creationId="{D3F9B77F-7631-66A6-0F60-161C5737700F}"/>
          </ac:picMkLst>
        </pc:picChg>
      </pc:sldChg>
      <pc:sldChg chg="addSp delSp modSp new">
        <pc:chgData name="Bojidar Ryadkov" userId="ae42389c3bd87edb" providerId="Windows Live" clId="Web-{EFE2309E-30E1-BDFF-55EC-3A901924CFC2}" dt="2024-11-05T17:41:08.392" v="166" actId="14100"/>
        <pc:sldMkLst>
          <pc:docMk/>
          <pc:sldMk cId="4131788656" sldId="257"/>
        </pc:sldMkLst>
        <pc:spChg chg="mod">
          <ac:chgData name="Bojidar Ryadkov" userId="ae42389c3bd87edb" providerId="Windows Live" clId="Web-{EFE2309E-30E1-BDFF-55EC-3A901924CFC2}" dt="2024-11-05T17:41:00.033" v="164" actId="20577"/>
          <ac:spMkLst>
            <pc:docMk/>
            <pc:sldMk cId="4131788656" sldId="257"/>
            <ac:spMk id="2" creationId="{6D6F88BE-6726-67C6-CE39-E870FD3599FA}"/>
          </ac:spMkLst>
        </pc:spChg>
        <pc:spChg chg="del mod">
          <ac:chgData name="Bojidar Ryadkov" userId="ae42389c3bd87edb" providerId="Windows Live" clId="Web-{EFE2309E-30E1-BDFF-55EC-3A901924CFC2}" dt="2024-11-05T17:38:12.854" v="142"/>
          <ac:spMkLst>
            <pc:docMk/>
            <pc:sldMk cId="4131788656" sldId="257"/>
            <ac:spMk id="3" creationId="{63E804E7-A012-0221-BC6F-1C13DB339787}"/>
          </ac:spMkLst>
        </pc:spChg>
        <pc:picChg chg="add mod ord">
          <ac:chgData name="Bojidar Ryadkov" userId="ae42389c3bd87edb" providerId="Windows Live" clId="Web-{EFE2309E-30E1-BDFF-55EC-3A901924CFC2}" dt="2024-11-05T17:38:18.526" v="144" actId="1076"/>
          <ac:picMkLst>
            <pc:docMk/>
            <pc:sldMk cId="4131788656" sldId="257"/>
            <ac:picMk id="4" creationId="{48C48D2B-DC81-82E6-2AB1-F8CECBF7263B}"/>
          </ac:picMkLst>
        </pc:picChg>
        <pc:picChg chg="add mod">
          <ac:chgData name="Bojidar Ryadkov" userId="ae42389c3bd87edb" providerId="Windows Live" clId="Web-{EFE2309E-30E1-BDFF-55EC-3A901924CFC2}" dt="2024-11-05T17:38:36.746" v="146" actId="1076"/>
          <ac:picMkLst>
            <pc:docMk/>
            <pc:sldMk cId="4131788656" sldId="257"/>
            <ac:picMk id="5" creationId="{67D2AB32-238B-8B2B-3FAB-B1B87B7CAC28}"/>
          </ac:picMkLst>
        </pc:picChg>
        <pc:picChg chg="add del mod">
          <ac:chgData name="Bojidar Ryadkov" userId="ae42389c3bd87edb" providerId="Windows Live" clId="Web-{EFE2309E-30E1-BDFF-55EC-3A901924CFC2}" dt="2024-11-05T17:38:57.122" v="149"/>
          <ac:picMkLst>
            <pc:docMk/>
            <pc:sldMk cId="4131788656" sldId="257"/>
            <ac:picMk id="6" creationId="{5C16EA83-C3E2-B4AE-5B3B-5EEDDA09927F}"/>
          </ac:picMkLst>
        </pc:picChg>
        <pc:picChg chg="add mod">
          <ac:chgData name="Bojidar Ryadkov" userId="ae42389c3bd87edb" providerId="Windows Live" clId="Web-{EFE2309E-30E1-BDFF-55EC-3A901924CFC2}" dt="2024-11-05T17:39:11.450" v="153" actId="1076"/>
          <ac:picMkLst>
            <pc:docMk/>
            <pc:sldMk cId="4131788656" sldId="257"/>
            <ac:picMk id="7" creationId="{DEA39024-7E0D-FAF6-963F-59F1B3F41DF3}"/>
          </ac:picMkLst>
        </pc:picChg>
        <pc:picChg chg="add mod">
          <ac:chgData name="Bojidar Ryadkov" userId="ae42389c3bd87edb" providerId="Windows Live" clId="Web-{EFE2309E-30E1-BDFF-55EC-3A901924CFC2}" dt="2024-11-05T17:40:02.515" v="155" actId="1076"/>
          <ac:picMkLst>
            <pc:docMk/>
            <pc:sldMk cId="4131788656" sldId="257"/>
            <ac:picMk id="8" creationId="{9AD5F9A0-D7EA-C318-4800-E88B2140CBE8}"/>
          </ac:picMkLst>
        </pc:picChg>
        <pc:picChg chg="add mod">
          <ac:chgData name="Bojidar Ryadkov" userId="ae42389c3bd87edb" providerId="Windows Live" clId="Web-{EFE2309E-30E1-BDFF-55EC-3A901924CFC2}" dt="2024-11-05T17:40:45.563" v="157" actId="1076"/>
          <ac:picMkLst>
            <pc:docMk/>
            <pc:sldMk cId="4131788656" sldId="257"/>
            <ac:picMk id="9" creationId="{E4B5C6CB-82F4-C9EE-6E20-443C4FE8497E}"/>
          </ac:picMkLst>
        </pc:picChg>
        <pc:picChg chg="add mod">
          <ac:chgData name="Bojidar Ryadkov" userId="ae42389c3bd87edb" providerId="Windows Live" clId="Web-{EFE2309E-30E1-BDFF-55EC-3A901924CFC2}" dt="2024-11-05T17:41:08.392" v="166" actId="14100"/>
          <ac:picMkLst>
            <pc:docMk/>
            <pc:sldMk cId="4131788656" sldId="257"/>
            <ac:picMk id="11" creationId="{B41140AB-3235-CCDA-676B-74666B7B3F0D}"/>
          </ac:picMkLst>
        </pc:picChg>
      </pc:sldChg>
      <pc:sldChg chg="addSp delSp modSp new mod setBg">
        <pc:chgData name="Bojidar Ryadkov" userId="ae42389c3bd87edb" providerId="Windows Live" clId="Web-{EFE2309E-30E1-BDFF-55EC-3A901924CFC2}" dt="2024-11-05T18:32:13.823" v="649"/>
        <pc:sldMkLst>
          <pc:docMk/>
          <pc:sldMk cId="253645699" sldId="258"/>
        </pc:sldMkLst>
        <pc:spChg chg="mod">
          <ac:chgData name="Bojidar Ryadkov" userId="ae42389c3bd87edb" providerId="Windows Live" clId="Web-{EFE2309E-30E1-BDFF-55EC-3A901924CFC2}" dt="2024-11-05T17:43:02.006" v="188"/>
          <ac:spMkLst>
            <pc:docMk/>
            <pc:sldMk cId="253645699" sldId="258"/>
            <ac:spMk id="2" creationId="{B3AB6084-37CD-798C-8891-D02F7A771F00}"/>
          </ac:spMkLst>
        </pc:spChg>
        <pc:spChg chg="del">
          <ac:chgData name="Bojidar Ryadkov" userId="ae42389c3bd87edb" providerId="Windows Live" clId="Web-{EFE2309E-30E1-BDFF-55EC-3A901924CFC2}" dt="2024-11-05T17:41:35.534" v="177"/>
          <ac:spMkLst>
            <pc:docMk/>
            <pc:sldMk cId="253645699" sldId="258"/>
            <ac:spMk id="3" creationId="{541203E2-A544-FEBF-2B39-34FFF17D9E3D}"/>
          </ac:spMkLst>
        </pc:spChg>
        <pc:spChg chg="add del">
          <ac:chgData name="Bojidar Ryadkov" userId="ae42389c3bd87edb" providerId="Windows Live" clId="Web-{EFE2309E-30E1-BDFF-55EC-3A901924CFC2}" dt="2024-11-05T17:43:02.006" v="188"/>
          <ac:spMkLst>
            <pc:docMk/>
            <pc:sldMk cId="253645699" sldId="258"/>
            <ac:spMk id="10" creationId="{23D09407-53BC-485E-B4CE-BC5E4FC4B25B}"/>
          </ac:spMkLst>
        </pc:spChg>
        <pc:spChg chg="add del">
          <ac:chgData name="Bojidar Ryadkov" userId="ae42389c3bd87edb" providerId="Windows Live" clId="Web-{EFE2309E-30E1-BDFF-55EC-3A901924CFC2}" dt="2024-11-05T17:43:02.006" v="188"/>
          <ac:spMkLst>
            <pc:docMk/>
            <pc:sldMk cId="253645699" sldId="258"/>
            <ac:spMk id="12" creationId="{921DB988-49FC-4608-B0A2-E2F3A4019041}"/>
          </ac:spMkLst>
        </pc:spChg>
        <pc:spChg chg="add">
          <ac:chgData name="Bojidar Ryadkov" userId="ae42389c3bd87edb" providerId="Windows Live" clId="Web-{EFE2309E-30E1-BDFF-55EC-3A901924CFC2}" dt="2024-11-05T17:43:02.006" v="188"/>
          <ac:spMkLst>
            <pc:docMk/>
            <pc:sldMk cId="253645699" sldId="258"/>
            <ac:spMk id="29" creationId="{78BA5F19-D5E1-4ECC-BEC2-DF7AEDFD7C50}"/>
          </ac:spMkLst>
        </pc:spChg>
        <pc:spChg chg="add">
          <ac:chgData name="Bojidar Ryadkov" userId="ae42389c3bd87edb" providerId="Windows Live" clId="Web-{EFE2309E-30E1-BDFF-55EC-3A901924CFC2}" dt="2024-11-05T17:43:02.006" v="188"/>
          <ac:spMkLst>
            <pc:docMk/>
            <pc:sldMk cId="253645699" sldId="258"/>
            <ac:spMk id="31" creationId="{50CC88A9-A661-4C48-866E-8734E51140B1}"/>
          </ac:spMkLst>
        </pc:spChg>
        <pc:spChg chg="add">
          <ac:chgData name="Bojidar Ryadkov" userId="ae42389c3bd87edb" providerId="Windows Live" clId="Web-{EFE2309E-30E1-BDFF-55EC-3A901924CFC2}" dt="2024-11-05T17:43:02.006" v="188"/>
          <ac:spMkLst>
            <pc:docMk/>
            <pc:sldMk cId="253645699" sldId="258"/>
            <ac:spMk id="33" creationId="{CFDF195F-784B-4D00-8C92-6FC1B0499EA1}"/>
          </ac:spMkLst>
        </pc:spChg>
        <pc:grpChg chg="add del">
          <ac:chgData name="Bojidar Ryadkov" userId="ae42389c3bd87edb" providerId="Windows Live" clId="Web-{EFE2309E-30E1-BDFF-55EC-3A901924CFC2}" dt="2024-11-05T17:43:02.006" v="188"/>
          <ac:grpSpMkLst>
            <pc:docMk/>
            <pc:sldMk cId="253645699" sldId="258"/>
            <ac:grpSpMk id="14" creationId="{E9B930FD-8671-4C4C-ADCF-73AC1D0CD417}"/>
          </ac:grpSpMkLst>
        </pc:grpChg>
        <pc:grpChg chg="add del">
          <ac:chgData name="Bojidar Ryadkov" userId="ae42389c3bd87edb" providerId="Windows Live" clId="Web-{EFE2309E-30E1-BDFF-55EC-3A901924CFC2}" dt="2024-11-05T17:43:02.006" v="188"/>
          <ac:grpSpMkLst>
            <pc:docMk/>
            <pc:sldMk cId="253645699" sldId="258"/>
            <ac:grpSpMk id="20" creationId="{383C2651-AE0C-4AE4-8725-E2F9414FE219}"/>
          </ac:grpSpMkLst>
        </pc:grpChg>
        <pc:picChg chg="add mod ord">
          <ac:chgData name="Bojidar Ryadkov" userId="ae42389c3bd87edb" providerId="Windows Live" clId="Web-{EFE2309E-30E1-BDFF-55EC-3A901924CFC2}" dt="2024-11-05T17:43:10.866" v="192" actId="1076"/>
          <ac:picMkLst>
            <pc:docMk/>
            <pc:sldMk cId="253645699" sldId="258"/>
            <ac:picMk id="5" creationId="{C6EE6A83-4135-1998-7E16-B5018250EAD6}"/>
          </ac:picMkLst>
        </pc:picChg>
        <pc:picChg chg="add mod">
          <ac:chgData name="Bojidar Ryadkov" userId="ae42389c3bd87edb" providerId="Windows Live" clId="Web-{EFE2309E-30E1-BDFF-55EC-3A901924CFC2}" dt="2024-11-05T17:43:15.272" v="195" actId="14100"/>
          <ac:picMkLst>
            <pc:docMk/>
            <pc:sldMk cId="253645699" sldId="258"/>
            <ac:picMk id="6" creationId="{93D0D787-9290-58BD-39D3-9FB2C3BD4CBC}"/>
          </ac:picMkLst>
        </pc:picChg>
        <pc:picChg chg="add">
          <ac:chgData name="Bojidar Ryadkov" userId="ae42389c3bd87edb" providerId="Windows Live" clId="Web-{EFE2309E-30E1-BDFF-55EC-3A901924CFC2}" dt="2024-11-05T18:32:13.823" v="649"/>
          <ac:picMkLst>
            <pc:docMk/>
            <pc:sldMk cId="253645699" sldId="258"/>
            <ac:picMk id="8" creationId="{6ADE265D-EDF5-77CA-AE07-945D871B0641}"/>
          </ac:picMkLst>
        </pc:picChg>
      </pc:sldChg>
      <pc:sldChg chg="addSp delSp modSp new">
        <pc:chgData name="Bojidar Ryadkov" userId="ae42389c3bd87edb" providerId="Windows Live" clId="Web-{EFE2309E-30E1-BDFF-55EC-3A901924CFC2}" dt="2024-11-05T18:32:14.886" v="650"/>
        <pc:sldMkLst>
          <pc:docMk/>
          <pc:sldMk cId="2708334256" sldId="259"/>
        </pc:sldMkLst>
        <pc:spChg chg="mod">
          <ac:chgData name="Bojidar Ryadkov" userId="ae42389c3bd87edb" providerId="Windows Live" clId="Web-{EFE2309E-30E1-BDFF-55EC-3A901924CFC2}" dt="2024-11-05T17:43:29.523" v="210" actId="20577"/>
          <ac:spMkLst>
            <pc:docMk/>
            <pc:sldMk cId="2708334256" sldId="259"/>
            <ac:spMk id="2" creationId="{D38E3F87-70DB-ADDD-59A4-05BB5162DE4B}"/>
          </ac:spMkLst>
        </pc:spChg>
        <pc:spChg chg="del">
          <ac:chgData name="Bojidar Ryadkov" userId="ae42389c3bd87edb" providerId="Windows Live" clId="Web-{EFE2309E-30E1-BDFF-55EC-3A901924CFC2}" dt="2024-11-05T17:45:32.949" v="215"/>
          <ac:spMkLst>
            <pc:docMk/>
            <pc:sldMk cId="2708334256" sldId="259"/>
            <ac:spMk id="3" creationId="{CB369B4D-A14A-5440-16AA-CBE75B80706D}"/>
          </ac:spMkLst>
        </pc:spChg>
        <pc:picChg chg="add mod">
          <ac:chgData name="Bojidar Ryadkov" userId="ae42389c3bd87edb" providerId="Windows Live" clId="Web-{EFE2309E-30E1-BDFF-55EC-3A901924CFC2}" dt="2024-11-05T17:43:41.633" v="214" actId="1076"/>
          <ac:picMkLst>
            <pc:docMk/>
            <pc:sldMk cId="2708334256" sldId="259"/>
            <ac:picMk id="5" creationId="{B0B4F28F-201E-B672-E038-2571C7019A7A}"/>
          </ac:picMkLst>
        </pc:picChg>
        <pc:picChg chg="add mod ord">
          <ac:chgData name="Bojidar Ryadkov" userId="ae42389c3bd87edb" providerId="Windows Live" clId="Web-{EFE2309E-30E1-BDFF-55EC-3A901924CFC2}" dt="2024-11-05T17:45:50.419" v="222" actId="14100"/>
          <ac:picMkLst>
            <pc:docMk/>
            <pc:sldMk cId="2708334256" sldId="259"/>
            <ac:picMk id="6" creationId="{0F5F6729-B6A3-0B78-B356-6C51F3F84A03}"/>
          </ac:picMkLst>
        </pc:picChg>
        <pc:picChg chg="add">
          <ac:chgData name="Bojidar Ryadkov" userId="ae42389c3bd87edb" providerId="Windows Live" clId="Web-{EFE2309E-30E1-BDFF-55EC-3A901924CFC2}" dt="2024-11-05T18:32:14.886" v="650"/>
          <ac:picMkLst>
            <pc:docMk/>
            <pc:sldMk cId="2708334256" sldId="259"/>
            <ac:picMk id="8" creationId="{76400696-3A8B-863A-A265-AF16C959DA56}"/>
          </ac:picMkLst>
        </pc:picChg>
      </pc:sldChg>
      <pc:sldChg chg="addSp modSp new">
        <pc:chgData name="Bojidar Ryadkov" userId="ae42389c3bd87edb" providerId="Windows Live" clId="Web-{EFE2309E-30E1-BDFF-55EC-3A901924CFC2}" dt="2024-11-05T18:32:16.183" v="651"/>
        <pc:sldMkLst>
          <pc:docMk/>
          <pc:sldMk cId="1820205107" sldId="260"/>
        </pc:sldMkLst>
        <pc:spChg chg="mod">
          <ac:chgData name="Bojidar Ryadkov" userId="ae42389c3bd87edb" providerId="Windows Live" clId="Web-{EFE2309E-30E1-BDFF-55EC-3A901924CFC2}" dt="2024-11-05T17:46:10.779" v="229" actId="20577"/>
          <ac:spMkLst>
            <pc:docMk/>
            <pc:sldMk cId="1820205107" sldId="260"/>
            <ac:spMk id="2" creationId="{0F51D81C-97E1-68EE-0D33-4D625F73E2C8}"/>
          </ac:spMkLst>
        </pc:spChg>
        <pc:spChg chg="mod">
          <ac:chgData name="Bojidar Ryadkov" userId="ae42389c3bd87edb" providerId="Windows Live" clId="Web-{EFE2309E-30E1-BDFF-55EC-3A901924CFC2}" dt="2024-11-05T17:46:33.733" v="257" actId="20577"/>
          <ac:spMkLst>
            <pc:docMk/>
            <pc:sldMk cId="1820205107" sldId="260"/>
            <ac:spMk id="3" creationId="{63ACDEC2-33B6-71A9-0022-36E70E20EF62}"/>
          </ac:spMkLst>
        </pc:spChg>
        <pc:picChg chg="add mod">
          <ac:chgData name="Bojidar Ryadkov" userId="ae42389c3bd87edb" providerId="Windows Live" clId="Web-{EFE2309E-30E1-BDFF-55EC-3A901924CFC2}" dt="2024-11-05T17:46:22.154" v="234" actId="1076"/>
          <ac:picMkLst>
            <pc:docMk/>
            <pc:sldMk cId="1820205107" sldId="260"/>
            <ac:picMk id="5" creationId="{EDA71471-4E54-E39F-2AD7-BE097A6E1127}"/>
          </ac:picMkLst>
        </pc:picChg>
        <pc:picChg chg="add">
          <ac:chgData name="Bojidar Ryadkov" userId="ae42389c3bd87edb" providerId="Windows Live" clId="Web-{EFE2309E-30E1-BDFF-55EC-3A901924CFC2}" dt="2024-11-05T18:32:16.183" v="651"/>
          <ac:picMkLst>
            <pc:docMk/>
            <pc:sldMk cId="1820205107" sldId="260"/>
            <ac:picMk id="7" creationId="{2FA9D226-68EC-D6C7-86B7-246935673EB2}"/>
          </ac:picMkLst>
        </pc:picChg>
      </pc:sldChg>
      <pc:sldChg chg="addSp delSp modSp new ord">
        <pc:chgData name="Bojidar Ryadkov" userId="ae42389c3bd87edb" providerId="Windows Live" clId="Web-{EFE2309E-30E1-BDFF-55EC-3A901924CFC2}" dt="2024-11-05T18:32:07.510" v="648"/>
        <pc:sldMkLst>
          <pc:docMk/>
          <pc:sldMk cId="2947775393" sldId="261"/>
        </pc:sldMkLst>
        <pc:spChg chg="mod">
          <ac:chgData name="Bojidar Ryadkov" userId="ae42389c3bd87edb" providerId="Windows Live" clId="Web-{EFE2309E-30E1-BDFF-55EC-3A901924CFC2}" dt="2024-11-05T17:46:55.406" v="262" actId="20577"/>
          <ac:spMkLst>
            <pc:docMk/>
            <pc:sldMk cId="2947775393" sldId="261"/>
            <ac:spMk id="2" creationId="{F9F7FEBF-C993-EBE2-37B9-F02A3F486FD0}"/>
          </ac:spMkLst>
        </pc:spChg>
        <pc:spChg chg="del">
          <ac:chgData name="Bojidar Ryadkov" userId="ae42389c3bd87edb" providerId="Windows Live" clId="Web-{EFE2309E-30E1-BDFF-55EC-3A901924CFC2}" dt="2024-11-05T17:47:25.032" v="267"/>
          <ac:spMkLst>
            <pc:docMk/>
            <pc:sldMk cId="2947775393" sldId="261"/>
            <ac:spMk id="3" creationId="{C7410AE3-CF07-07EB-DA73-721006AC8BBD}"/>
          </ac:spMkLst>
        </pc:spChg>
        <pc:picChg chg="add mod">
          <ac:chgData name="Bojidar Ryadkov" userId="ae42389c3bd87edb" providerId="Windows Live" clId="Web-{EFE2309E-30E1-BDFF-55EC-3A901924CFC2}" dt="2024-11-05T17:55:05.581" v="333" actId="1076"/>
          <ac:picMkLst>
            <pc:docMk/>
            <pc:sldMk cId="2947775393" sldId="261"/>
            <ac:picMk id="5" creationId="{F4509BD5-8073-52BF-5E1C-9AF8B63CF408}"/>
          </ac:picMkLst>
        </pc:picChg>
        <pc:picChg chg="add mod ord">
          <ac:chgData name="Bojidar Ryadkov" userId="ae42389c3bd87edb" providerId="Windows Live" clId="Web-{EFE2309E-30E1-BDFF-55EC-3A901924CFC2}" dt="2024-11-05T17:47:30.595" v="270" actId="1076"/>
          <ac:picMkLst>
            <pc:docMk/>
            <pc:sldMk cId="2947775393" sldId="261"/>
            <ac:picMk id="6" creationId="{7594AF24-0794-C63B-8762-05CC66D64030}"/>
          </ac:picMkLst>
        </pc:picChg>
        <pc:picChg chg="add mod">
          <ac:chgData name="Bojidar Ryadkov" userId="ae42389c3bd87edb" providerId="Windows Live" clId="Web-{EFE2309E-30E1-BDFF-55EC-3A901924CFC2}" dt="2024-11-05T17:48:05.315" v="273" actId="1076"/>
          <ac:picMkLst>
            <pc:docMk/>
            <pc:sldMk cId="2947775393" sldId="261"/>
            <ac:picMk id="7" creationId="{80CC6BE6-2CA4-BE39-2B18-FAB96AD8E506}"/>
          </ac:picMkLst>
        </pc:picChg>
        <pc:picChg chg="add mod">
          <ac:chgData name="Bojidar Ryadkov" userId="ae42389c3bd87edb" providerId="Windows Live" clId="Web-{EFE2309E-30E1-BDFF-55EC-3A901924CFC2}" dt="2024-11-05T17:48:31.691" v="278" actId="1076"/>
          <ac:picMkLst>
            <pc:docMk/>
            <pc:sldMk cId="2947775393" sldId="261"/>
            <ac:picMk id="8" creationId="{A46CE5E5-DD31-A186-ED5D-51EDAB7BB0C7}"/>
          </ac:picMkLst>
        </pc:picChg>
        <pc:picChg chg="add del mod">
          <ac:chgData name="Bojidar Ryadkov" userId="ae42389c3bd87edb" providerId="Windows Live" clId="Web-{EFE2309E-30E1-BDFF-55EC-3A901924CFC2}" dt="2024-11-05T17:50:54.634" v="303"/>
          <ac:picMkLst>
            <pc:docMk/>
            <pc:sldMk cId="2947775393" sldId="261"/>
            <ac:picMk id="9" creationId="{088901BC-9C7C-F01D-2068-3CBDEF8BFF75}"/>
          </ac:picMkLst>
        </pc:picChg>
        <pc:picChg chg="add del mod">
          <ac:chgData name="Bojidar Ryadkov" userId="ae42389c3bd87edb" providerId="Windows Live" clId="Web-{EFE2309E-30E1-BDFF-55EC-3A901924CFC2}" dt="2024-11-05T17:51:02.150" v="308"/>
          <ac:picMkLst>
            <pc:docMk/>
            <pc:sldMk cId="2947775393" sldId="261"/>
            <ac:picMk id="10" creationId="{825A8371-7EC1-32EF-7CC0-A08DA43C2662}"/>
          </ac:picMkLst>
        </pc:picChg>
        <pc:picChg chg="add mod">
          <ac:chgData name="Bojidar Ryadkov" userId="ae42389c3bd87edb" providerId="Windows Live" clId="Web-{EFE2309E-30E1-BDFF-55EC-3A901924CFC2}" dt="2024-11-05T17:51:15.213" v="313" actId="1076"/>
          <ac:picMkLst>
            <pc:docMk/>
            <pc:sldMk cId="2947775393" sldId="261"/>
            <ac:picMk id="11" creationId="{24FA0A4D-419D-2D1E-DE2E-578CDD66CFB9}"/>
          </ac:picMkLst>
        </pc:picChg>
        <pc:picChg chg="add">
          <ac:chgData name="Bojidar Ryadkov" userId="ae42389c3bd87edb" providerId="Windows Live" clId="Web-{EFE2309E-30E1-BDFF-55EC-3A901924CFC2}" dt="2024-11-05T18:32:07.510" v="648"/>
          <ac:picMkLst>
            <pc:docMk/>
            <pc:sldMk cId="2947775393" sldId="261"/>
            <ac:picMk id="13" creationId="{01F02E8E-F5C2-BD83-C325-28581922F114}"/>
          </ac:picMkLst>
        </pc:picChg>
      </pc:sldChg>
      <pc:sldChg chg="addSp delSp modSp new">
        <pc:chgData name="Bojidar Ryadkov" userId="ae42389c3bd87edb" providerId="Windows Live" clId="Web-{EFE2309E-30E1-BDFF-55EC-3A901924CFC2}" dt="2024-11-05T18:32:18.433" v="653"/>
        <pc:sldMkLst>
          <pc:docMk/>
          <pc:sldMk cId="3783851375" sldId="262"/>
        </pc:sldMkLst>
        <pc:spChg chg="mod">
          <ac:chgData name="Bojidar Ryadkov" userId="ae42389c3bd87edb" providerId="Windows Live" clId="Web-{EFE2309E-30E1-BDFF-55EC-3A901924CFC2}" dt="2024-11-05T17:49:55.616" v="292" actId="20577"/>
          <ac:spMkLst>
            <pc:docMk/>
            <pc:sldMk cId="3783851375" sldId="262"/>
            <ac:spMk id="2" creationId="{C95FFAE2-AE9A-08A5-8637-6EE420C07764}"/>
          </ac:spMkLst>
        </pc:spChg>
        <pc:spChg chg="del">
          <ac:chgData name="Bojidar Ryadkov" userId="ae42389c3bd87edb" providerId="Windows Live" clId="Web-{EFE2309E-30E1-BDFF-55EC-3A901924CFC2}" dt="2024-11-05T17:49:57.147" v="293"/>
          <ac:spMkLst>
            <pc:docMk/>
            <pc:sldMk cId="3783851375" sldId="262"/>
            <ac:spMk id="3" creationId="{1E094FAA-BE53-2DA6-086D-97F4B72C01AD}"/>
          </ac:spMkLst>
        </pc:spChg>
        <pc:picChg chg="add mod ord">
          <ac:chgData name="Bojidar Ryadkov" userId="ae42389c3bd87edb" providerId="Windows Live" clId="Web-{EFE2309E-30E1-BDFF-55EC-3A901924CFC2}" dt="2024-11-05T17:56:41.022" v="335" actId="14100"/>
          <ac:picMkLst>
            <pc:docMk/>
            <pc:sldMk cId="3783851375" sldId="262"/>
            <ac:picMk id="4" creationId="{C4713174-9AF7-4294-9E23-863254084C26}"/>
          </ac:picMkLst>
        </pc:picChg>
        <pc:picChg chg="add del mod">
          <ac:chgData name="Bojidar Ryadkov" userId="ae42389c3bd87edb" providerId="Windows Live" clId="Web-{EFE2309E-30E1-BDFF-55EC-3A901924CFC2}" dt="2024-11-05T17:52:40.841" v="321"/>
          <ac:picMkLst>
            <pc:docMk/>
            <pc:sldMk cId="3783851375" sldId="262"/>
            <ac:picMk id="5" creationId="{B4BEC427-6ED0-7CEE-5185-60788B979592}"/>
          </ac:picMkLst>
        </pc:picChg>
        <pc:picChg chg="add">
          <ac:chgData name="Bojidar Ryadkov" userId="ae42389c3bd87edb" providerId="Windows Live" clId="Web-{EFE2309E-30E1-BDFF-55EC-3A901924CFC2}" dt="2024-11-05T18:32:18.433" v="653"/>
          <ac:picMkLst>
            <pc:docMk/>
            <pc:sldMk cId="3783851375" sldId="262"/>
            <ac:picMk id="7" creationId="{0554F751-F684-CB40-2C37-53C506DB30F0}"/>
          </ac:picMkLst>
        </pc:picChg>
      </pc:sldChg>
      <pc:sldChg chg="addSp delSp modSp new">
        <pc:chgData name="Bojidar Ryadkov" userId="ae42389c3bd87edb" providerId="Windows Live" clId="Web-{EFE2309E-30E1-BDFF-55EC-3A901924CFC2}" dt="2024-11-05T18:32:20.589" v="654"/>
        <pc:sldMkLst>
          <pc:docMk/>
          <pc:sldMk cId="1072683625" sldId="263"/>
        </pc:sldMkLst>
        <pc:spChg chg="del">
          <ac:chgData name="Bojidar Ryadkov" userId="ae42389c3bd87edb" providerId="Windows Live" clId="Web-{EFE2309E-30E1-BDFF-55EC-3A901924CFC2}" dt="2024-11-05T17:52:45.951" v="323"/>
          <ac:spMkLst>
            <pc:docMk/>
            <pc:sldMk cId="1072683625" sldId="263"/>
            <ac:spMk id="3" creationId="{CD3BA30A-E254-5791-865A-342A04EE293E}"/>
          </ac:spMkLst>
        </pc:spChg>
        <pc:spChg chg="add del mod">
          <ac:chgData name="Bojidar Ryadkov" userId="ae42389c3bd87edb" providerId="Windows Live" clId="Web-{EFE2309E-30E1-BDFF-55EC-3A901924CFC2}" dt="2024-11-05T17:53:13.592" v="329"/>
          <ac:spMkLst>
            <pc:docMk/>
            <pc:sldMk cId="1072683625" sldId="263"/>
            <ac:spMk id="6" creationId="{A9F42F0D-11C5-8D23-3EDB-FFA6D82C11F5}"/>
          </ac:spMkLst>
        </pc:spChg>
        <pc:picChg chg="add del mod ord">
          <ac:chgData name="Bojidar Ryadkov" userId="ae42389c3bd87edb" providerId="Windows Live" clId="Web-{EFE2309E-30E1-BDFF-55EC-3A901924CFC2}" dt="2024-11-05T17:52:54.748" v="328"/>
          <ac:picMkLst>
            <pc:docMk/>
            <pc:sldMk cId="1072683625" sldId="263"/>
            <ac:picMk id="4" creationId="{99A9181D-35F5-55BD-B6CA-0D161E0A73C7}"/>
          </ac:picMkLst>
        </pc:picChg>
        <pc:picChg chg="add mod ord">
          <ac:chgData name="Bojidar Ryadkov" userId="ae42389c3bd87edb" providerId="Windows Live" clId="Web-{EFE2309E-30E1-BDFF-55EC-3A901924CFC2}" dt="2024-11-05T17:54:55.784" v="332" actId="14100"/>
          <ac:picMkLst>
            <pc:docMk/>
            <pc:sldMk cId="1072683625" sldId="263"/>
            <ac:picMk id="7" creationId="{6ECF059D-6B07-1AD3-AAAE-ADEE60483C06}"/>
          </ac:picMkLst>
        </pc:picChg>
        <pc:picChg chg="add">
          <ac:chgData name="Bojidar Ryadkov" userId="ae42389c3bd87edb" providerId="Windows Live" clId="Web-{EFE2309E-30E1-BDFF-55EC-3A901924CFC2}" dt="2024-11-05T18:32:20.589" v="654"/>
          <ac:picMkLst>
            <pc:docMk/>
            <pc:sldMk cId="1072683625" sldId="263"/>
            <ac:picMk id="9" creationId="{289927CA-D3B5-39E0-97FA-FB8C3C1A9C7C}"/>
          </ac:picMkLst>
        </pc:picChg>
      </pc:sldChg>
      <pc:sldChg chg="addSp delSp modSp new">
        <pc:chgData name="Bojidar Ryadkov" userId="ae42389c3bd87edb" providerId="Windows Live" clId="Web-{EFE2309E-30E1-BDFF-55EC-3A901924CFC2}" dt="2024-11-05T18:32:27.652" v="656"/>
        <pc:sldMkLst>
          <pc:docMk/>
          <pc:sldMk cId="3352123682" sldId="264"/>
        </pc:sldMkLst>
        <pc:spChg chg="del">
          <ac:chgData name="Bojidar Ryadkov" userId="ae42389c3bd87edb" providerId="Windows Live" clId="Web-{EFE2309E-30E1-BDFF-55EC-3A901924CFC2}" dt="2024-11-05T17:57:01.289" v="337"/>
          <ac:spMkLst>
            <pc:docMk/>
            <pc:sldMk cId="3352123682" sldId="264"/>
            <ac:spMk id="3" creationId="{F22DB619-6B79-E109-0CF1-8975C688144D}"/>
          </ac:spMkLst>
        </pc:spChg>
        <pc:picChg chg="add mod ord">
          <ac:chgData name="Bojidar Ryadkov" userId="ae42389c3bd87edb" providerId="Windows Live" clId="Web-{EFE2309E-30E1-BDFF-55EC-3A901924CFC2}" dt="2024-11-05T17:57:13.445" v="342" actId="14100"/>
          <ac:picMkLst>
            <pc:docMk/>
            <pc:sldMk cId="3352123682" sldId="264"/>
            <ac:picMk id="4" creationId="{9036DA98-3FE8-2111-B161-B0999145CED8}"/>
          </ac:picMkLst>
        </pc:picChg>
        <pc:picChg chg="add">
          <ac:chgData name="Bojidar Ryadkov" userId="ae42389c3bd87edb" providerId="Windows Live" clId="Web-{EFE2309E-30E1-BDFF-55EC-3A901924CFC2}" dt="2024-11-05T18:32:27.652" v="656"/>
          <ac:picMkLst>
            <pc:docMk/>
            <pc:sldMk cId="3352123682" sldId="264"/>
            <ac:picMk id="6" creationId="{C4F4720E-9C02-7B4C-79FB-DF5CFE741F04}"/>
          </ac:picMkLst>
        </pc:picChg>
      </pc:sldChg>
      <pc:sldChg chg="addSp delSp modSp new">
        <pc:chgData name="Bojidar Ryadkov" userId="ae42389c3bd87edb" providerId="Windows Live" clId="Web-{EFE2309E-30E1-BDFF-55EC-3A901924CFC2}" dt="2024-11-05T18:32:25.277" v="655"/>
        <pc:sldMkLst>
          <pc:docMk/>
          <pc:sldMk cId="4177876617" sldId="265"/>
        </pc:sldMkLst>
        <pc:spChg chg="mod">
          <ac:chgData name="Bojidar Ryadkov" userId="ae42389c3bd87edb" providerId="Windows Live" clId="Web-{EFE2309E-30E1-BDFF-55EC-3A901924CFC2}" dt="2024-11-05T17:57:48.462" v="346" actId="20577"/>
          <ac:spMkLst>
            <pc:docMk/>
            <pc:sldMk cId="4177876617" sldId="265"/>
            <ac:spMk id="2" creationId="{1674A312-1415-2E3B-0486-99C9DDB5C5D4}"/>
          </ac:spMkLst>
        </pc:spChg>
        <pc:spChg chg="del">
          <ac:chgData name="Bojidar Ryadkov" userId="ae42389c3bd87edb" providerId="Windows Live" clId="Web-{EFE2309E-30E1-BDFF-55EC-3A901924CFC2}" dt="2024-11-05T17:58:16.166" v="347"/>
          <ac:spMkLst>
            <pc:docMk/>
            <pc:sldMk cId="4177876617" sldId="265"/>
            <ac:spMk id="3" creationId="{B462D42A-D39A-B338-8623-FFC21720B116}"/>
          </ac:spMkLst>
        </pc:spChg>
        <pc:picChg chg="add mod ord">
          <ac:chgData name="Bojidar Ryadkov" userId="ae42389c3bd87edb" providerId="Windows Live" clId="Web-{EFE2309E-30E1-BDFF-55EC-3A901924CFC2}" dt="2024-11-05T17:58:21.979" v="350" actId="1076"/>
          <ac:picMkLst>
            <pc:docMk/>
            <pc:sldMk cId="4177876617" sldId="265"/>
            <ac:picMk id="4" creationId="{57EAA6D3-98A7-0850-6A36-14F5341FFD0B}"/>
          </ac:picMkLst>
        </pc:picChg>
        <pc:picChg chg="add">
          <ac:chgData name="Bojidar Ryadkov" userId="ae42389c3bd87edb" providerId="Windows Live" clId="Web-{EFE2309E-30E1-BDFF-55EC-3A901924CFC2}" dt="2024-11-05T18:32:25.277" v="655"/>
          <ac:picMkLst>
            <pc:docMk/>
            <pc:sldMk cId="4177876617" sldId="265"/>
            <ac:picMk id="6" creationId="{2CF44E02-B422-A921-8F69-B487EC4C8D44}"/>
          </ac:picMkLst>
        </pc:picChg>
      </pc:sldChg>
      <pc:sldChg chg="addSp delSp modSp new mod setBg">
        <pc:chgData name="Bojidar Ryadkov" userId="ae42389c3bd87edb" providerId="Windows Live" clId="Web-{EFE2309E-30E1-BDFF-55EC-3A901924CFC2}" dt="2024-11-05T18:57:50.836" v="779" actId="20577"/>
        <pc:sldMkLst>
          <pc:docMk/>
          <pc:sldMk cId="3824868851" sldId="266"/>
        </pc:sldMkLst>
        <pc:spChg chg="add del">
          <ac:chgData name="Bojidar Ryadkov" userId="ae42389c3bd87edb" providerId="Windows Live" clId="Web-{EFE2309E-30E1-BDFF-55EC-3A901924CFC2}" dt="2024-11-05T18:00:17.593" v="355"/>
          <ac:spMkLst>
            <pc:docMk/>
            <pc:sldMk cId="3824868851" sldId="266"/>
            <ac:spMk id="2" creationId="{F4C4216D-A377-A348-EFB4-046330A0586D}"/>
          </ac:spMkLst>
        </pc:spChg>
        <pc:spChg chg="del">
          <ac:chgData name="Bojidar Ryadkov" userId="ae42389c3bd87edb" providerId="Windows Live" clId="Web-{EFE2309E-30E1-BDFF-55EC-3A901924CFC2}" dt="2024-11-05T18:00:11.171" v="352"/>
          <ac:spMkLst>
            <pc:docMk/>
            <pc:sldMk cId="3824868851" sldId="266"/>
            <ac:spMk id="3" creationId="{BDB337A3-080C-FFCB-D52D-02EAC1BCE4D3}"/>
          </ac:spMkLst>
        </pc:spChg>
        <pc:spChg chg="add">
          <ac:chgData name="Bojidar Ryadkov" userId="ae42389c3bd87edb" providerId="Windows Live" clId="Web-{EFE2309E-30E1-BDFF-55EC-3A901924CFC2}" dt="2024-11-05T18:00:17.593" v="355"/>
          <ac:spMkLst>
            <pc:docMk/>
            <pc:sldMk cId="3824868851" sldId="266"/>
            <ac:spMk id="8" creationId="{A14354AF-F2EF-ACAE-26F7-7FE662607910}"/>
          </ac:spMkLst>
        </pc:spChg>
        <pc:spChg chg="add del">
          <ac:chgData name="Bojidar Ryadkov" userId="ae42389c3bd87edb" providerId="Windows Live" clId="Web-{EFE2309E-30E1-BDFF-55EC-3A901924CFC2}" dt="2024-11-05T18:00:17.593" v="354"/>
          <ac:spMkLst>
            <pc:docMk/>
            <pc:sldMk cId="3824868851" sldId="266"/>
            <ac:spMk id="9" creationId="{F3060C83-F051-4F0E-ABAD-AA0DFC48B218}"/>
          </ac:spMkLst>
        </pc:spChg>
        <pc:spChg chg="add del">
          <ac:chgData name="Bojidar Ryadkov" userId="ae42389c3bd87edb" providerId="Windows Live" clId="Web-{EFE2309E-30E1-BDFF-55EC-3A901924CFC2}" dt="2024-11-05T18:00:17.593" v="354"/>
          <ac:spMkLst>
            <pc:docMk/>
            <pc:sldMk cId="3824868851" sldId="266"/>
            <ac:spMk id="11" creationId="{83C98ABE-055B-441F-B07E-44F97F083C39}"/>
          </ac:spMkLst>
        </pc:spChg>
        <pc:spChg chg="add del">
          <ac:chgData name="Bojidar Ryadkov" userId="ae42389c3bd87edb" providerId="Windows Live" clId="Web-{EFE2309E-30E1-BDFF-55EC-3A901924CFC2}" dt="2024-11-05T18:00:17.593" v="354"/>
          <ac:spMkLst>
            <pc:docMk/>
            <pc:sldMk cId="3824868851" sldId="266"/>
            <ac:spMk id="13" creationId="{29FDB030-9B49-4CED-8CCD-4D99382388AC}"/>
          </ac:spMkLst>
        </pc:spChg>
        <pc:spChg chg="add del">
          <ac:chgData name="Bojidar Ryadkov" userId="ae42389c3bd87edb" providerId="Windows Live" clId="Web-{EFE2309E-30E1-BDFF-55EC-3A901924CFC2}" dt="2024-11-05T18:00:17.593" v="354"/>
          <ac:spMkLst>
            <pc:docMk/>
            <pc:sldMk cId="3824868851" sldId="266"/>
            <ac:spMk id="15" creationId="{3783CA14-24A1-485C-8B30-D6A5D87987AD}"/>
          </ac:spMkLst>
        </pc:spChg>
        <pc:spChg chg="add del">
          <ac:chgData name="Bojidar Ryadkov" userId="ae42389c3bd87edb" providerId="Windows Live" clId="Web-{EFE2309E-30E1-BDFF-55EC-3A901924CFC2}" dt="2024-11-05T18:00:17.593" v="354"/>
          <ac:spMkLst>
            <pc:docMk/>
            <pc:sldMk cId="3824868851" sldId="266"/>
            <ac:spMk id="17" creationId="{9A97C86A-04D6-40F7-AE84-31AB43E6A846}"/>
          </ac:spMkLst>
        </pc:spChg>
        <pc:spChg chg="add del">
          <ac:chgData name="Bojidar Ryadkov" userId="ae42389c3bd87edb" providerId="Windows Live" clId="Web-{EFE2309E-30E1-BDFF-55EC-3A901924CFC2}" dt="2024-11-05T18:00:17.593" v="354"/>
          <ac:spMkLst>
            <pc:docMk/>
            <pc:sldMk cId="3824868851" sldId="266"/>
            <ac:spMk id="19" creationId="{FF9F2414-84E8-453E-B1F3-389FDE8192D9}"/>
          </ac:spMkLst>
        </pc:spChg>
        <pc:spChg chg="add del">
          <ac:chgData name="Bojidar Ryadkov" userId="ae42389c3bd87edb" providerId="Windows Live" clId="Web-{EFE2309E-30E1-BDFF-55EC-3A901924CFC2}" dt="2024-11-05T18:00:17.593" v="354"/>
          <ac:spMkLst>
            <pc:docMk/>
            <pc:sldMk cId="3824868851" sldId="266"/>
            <ac:spMk id="21" creationId="{3ECA69A1-7536-43AC-85EF-C7106179F5ED}"/>
          </ac:spMkLst>
        </pc:spChg>
        <pc:spChg chg="add">
          <ac:chgData name="Bojidar Ryadkov" userId="ae42389c3bd87edb" providerId="Windows Live" clId="Web-{EFE2309E-30E1-BDFF-55EC-3A901924CFC2}" dt="2024-11-05T18:00:17.593" v="355"/>
          <ac:spMkLst>
            <pc:docMk/>
            <pc:sldMk cId="3824868851" sldId="266"/>
            <ac:spMk id="23" creationId="{F13C74B1-5B17-4795-BED0-7140497B445A}"/>
          </ac:spMkLst>
        </pc:spChg>
        <pc:spChg chg="add mod">
          <ac:chgData name="Bojidar Ryadkov" userId="ae42389c3bd87edb" providerId="Windows Live" clId="Web-{EFE2309E-30E1-BDFF-55EC-3A901924CFC2}" dt="2024-11-05T18:57:50.836" v="779" actId="20577"/>
          <ac:spMkLst>
            <pc:docMk/>
            <pc:sldMk cId="3824868851" sldId="266"/>
            <ac:spMk id="24" creationId="{F4C4216D-A377-A348-EFB4-046330A0586D}"/>
          </ac:spMkLst>
        </pc:spChg>
        <pc:spChg chg="add">
          <ac:chgData name="Bojidar Ryadkov" userId="ae42389c3bd87edb" providerId="Windows Live" clId="Web-{EFE2309E-30E1-BDFF-55EC-3A901924CFC2}" dt="2024-11-05T18:00:17.593" v="355"/>
          <ac:spMkLst>
            <pc:docMk/>
            <pc:sldMk cId="3824868851" sldId="266"/>
            <ac:spMk id="25" creationId="{D4974D33-8DC5-464E-8C6D-BE58F0669C17}"/>
          </ac:spMkLst>
        </pc:spChg>
        <pc:picChg chg="add mod ord">
          <ac:chgData name="Bojidar Ryadkov" userId="ae42389c3bd87edb" providerId="Windows Live" clId="Web-{EFE2309E-30E1-BDFF-55EC-3A901924CFC2}" dt="2024-11-05T18:00:17.593" v="355"/>
          <ac:picMkLst>
            <pc:docMk/>
            <pc:sldMk cId="3824868851" sldId="266"/>
            <ac:picMk id="4" creationId="{02248A22-04E8-15F9-809A-0AF8A075B074}"/>
          </ac:picMkLst>
        </pc:picChg>
        <pc:picChg chg="add">
          <ac:chgData name="Bojidar Ryadkov" userId="ae42389c3bd87edb" providerId="Windows Live" clId="Web-{EFE2309E-30E1-BDFF-55EC-3A901924CFC2}" dt="2024-11-05T18:32:17.620" v="652"/>
          <ac:picMkLst>
            <pc:docMk/>
            <pc:sldMk cId="3824868851" sldId="266"/>
            <ac:picMk id="6" creationId="{4048DD81-1B99-F9B2-F88B-170E058EBDB8}"/>
          </ac:picMkLst>
        </pc:picChg>
      </pc:sldChg>
      <pc:sldChg chg="addSp delSp modSp new">
        <pc:chgData name="Bojidar Ryadkov" userId="ae42389c3bd87edb" providerId="Windows Live" clId="Web-{EFE2309E-30E1-BDFF-55EC-3A901924CFC2}" dt="2024-11-05T18:32:33.074" v="657"/>
        <pc:sldMkLst>
          <pc:docMk/>
          <pc:sldMk cId="360843359" sldId="267"/>
        </pc:sldMkLst>
        <pc:spChg chg="mod">
          <ac:chgData name="Bojidar Ryadkov" userId="ae42389c3bd87edb" providerId="Windows Live" clId="Web-{EFE2309E-30E1-BDFF-55EC-3A901924CFC2}" dt="2024-11-05T18:03:59.930" v="380" actId="20577"/>
          <ac:spMkLst>
            <pc:docMk/>
            <pc:sldMk cId="360843359" sldId="267"/>
            <ac:spMk id="2" creationId="{49335BC2-370A-9426-E741-6715C4A16D75}"/>
          </ac:spMkLst>
        </pc:spChg>
        <pc:spChg chg="del">
          <ac:chgData name="Bojidar Ryadkov" userId="ae42389c3bd87edb" providerId="Windows Live" clId="Web-{EFE2309E-30E1-BDFF-55EC-3A901924CFC2}" dt="2024-11-05T18:03:05.631" v="357"/>
          <ac:spMkLst>
            <pc:docMk/>
            <pc:sldMk cId="360843359" sldId="267"/>
            <ac:spMk id="3" creationId="{AEDB7A28-BC5B-AC4C-2477-763409AEFCAA}"/>
          </ac:spMkLst>
        </pc:spChg>
        <pc:picChg chg="add mod ord">
          <ac:chgData name="Bojidar Ryadkov" userId="ae42389c3bd87edb" providerId="Windows Live" clId="Web-{EFE2309E-30E1-BDFF-55EC-3A901924CFC2}" dt="2024-11-05T18:03:51.961" v="359" actId="1076"/>
          <ac:picMkLst>
            <pc:docMk/>
            <pc:sldMk cId="360843359" sldId="267"/>
            <ac:picMk id="4" creationId="{9F750C31-B1E1-60E8-1C72-931A09657EF6}"/>
          </ac:picMkLst>
        </pc:picChg>
        <pc:picChg chg="add mod">
          <ac:chgData name="Bojidar Ryadkov" userId="ae42389c3bd87edb" providerId="Windows Live" clId="Web-{EFE2309E-30E1-BDFF-55EC-3A901924CFC2}" dt="2024-11-05T18:04:40.337" v="382" actId="1076"/>
          <ac:picMkLst>
            <pc:docMk/>
            <pc:sldMk cId="360843359" sldId="267"/>
            <ac:picMk id="6" creationId="{9BA735D7-A45D-7622-506B-701FE0607AC1}"/>
          </ac:picMkLst>
        </pc:picChg>
        <pc:picChg chg="add">
          <ac:chgData name="Bojidar Ryadkov" userId="ae42389c3bd87edb" providerId="Windows Live" clId="Web-{EFE2309E-30E1-BDFF-55EC-3A901924CFC2}" dt="2024-11-05T18:32:33.074" v="657"/>
          <ac:picMkLst>
            <pc:docMk/>
            <pc:sldMk cId="360843359" sldId="267"/>
            <ac:picMk id="8" creationId="{D53ED3B8-3B23-593E-0ADB-95598278BA51}"/>
          </ac:picMkLst>
        </pc:picChg>
      </pc:sldChg>
      <pc:sldChg chg="addSp delSp modSp new mod setBg">
        <pc:chgData name="Bojidar Ryadkov" userId="ae42389c3bd87edb" providerId="Windows Live" clId="Web-{EFE2309E-30E1-BDFF-55EC-3A901924CFC2}" dt="2024-11-05T18:32:37.277" v="658"/>
        <pc:sldMkLst>
          <pc:docMk/>
          <pc:sldMk cId="2129368291" sldId="268"/>
        </pc:sldMkLst>
        <pc:spChg chg="mod">
          <ac:chgData name="Bojidar Ryadkov" userId="ae42389c3bd87edb" providerId="Windows Live" clId="Web-{EFE2309E-30E1-BDFF-55EC-3A901924CFC2}" dt="2024-11-05T18:21:47.612" v="516"/>
          <ac:spMkLst>
            <pc:docMk/>
            <pc:sldMk cId="2129368291" sldId="268"/>
            <ac:spMk id="2" creationId="{1DA53177-40EC-C0CB-4FF6-60C6F72EC94E}"/>
          </ac:spMkLst>
        </pc:spChg>
        <pc:spChg chg="del">
          <ac:chgData name="Bojidar Ryadkov" userId="ae42389c3bd87edb" providerId="Windows Live" clId="Web-{EFE2309E-30E1-BDFF-55EC-3A901924CFC2}" dt="2024-11-05T18:07:23.656" v="419"/>
          <ac:spMkLst>
            <pc:docMk/>
            <pc:sldMk cId="2129368291" sldId="268"/>
            <ac:spMk id="3" creationId="{FC8DF880-8816-FA2C-09F8-F7A3D5498C15}"/>
          </ac:spMkLst>
        </pc:spChg>
        <pc:spChg chg="add del mod">
          <ac:chgData name="Bojidar Ryadkov" userId="ae42389c3bd87edb" providerId="Windows Live" clId="Web-{EFE2309E-30E1-BDFF-55EC-3A901924CFC2}" dt="2024-11-05T18:08:45.753" v="424"/>
          <ac:spMkLst>
            <pc:docMk/>
            <pc:sldMk cId="2129368291" sldId="268"/>
            <ac:spMk id="6" creationId="{CBA60562-61E5-88F9-5989-41563AC4964D}"/>
          </ac:spMkLst>
        </pc:spChg>
        <pc:spChg chg="add del mod">
          <ac:chgData name="Bojidar Ryadkov" userId="ae42389c3bd87edb" providerId="Windows Live" clId="Web-{EFE2309E-30E1-BDFF-55EC-3A901924CFC2}" dt="2024-11-05T18:09:13.504" v="429"/>
          <ac:spMkLst>
            <pc:docMk/>
            <pc:sldMk cId="2129368291" sldId="268"/>
            <ac:spMk id="9" creationId="{9A921784-D743-78B9-F8E2-E7FC65F801B3}"/>
          </ac:spMkLst>
        </pc:spChg>
        <pc:spChg chg="add del mod">
          <ac:chgData name="Bojidar Ryadkov" userId="ae42389c3bd87edb" providerId="Windows Live" clId="Web-{EFE2309E-30E1-BDFF-55EC-3A901924CFC2}" dt="2024-11-05T18:09:42.552" v="436"/>
          <ac:spMkLst>
            <pc:docMk/>
            <pc:sldMk cId="2129368291" sldId="268"/>
            <ac:spMk id="12" creationId="{94243E31-9330-DDE6-96B9-232628B269E7}"/>
          </ac:spMkLst>
        </pc:spChg>
        <pc:spChg chg="add del mod">
          <ac:chgData name="Bojidar Ryadkov" userId="ae42389c3bd87edb" providerId="Windows Live" clId="Web-{EFE2309E-30E1-BDFF-55EC-3A901924CFC2}" dt="2024-11-05T18:10:04.116" v="439"/>
          <ac:spMkLst>
            <pc:docMk/>
            <pc:sldMk cId="2129368291" sldId="268"/>
            <ac:spMk id="15" creationId="{6FACF836-5275-56C0-5492-51F65C301623}"/>
          </ac:spMkLst>
        </pc:spChg>
        <pc:spChg chg="add del mod">
          <ac:chgData name="Bojidar Ryadkov" userId="ae42389c3bd87edb" providerId="Windows Live" clId="Web-{EFE2309E-30E1-BDFF-55EC-3A901924CFC2}" dt="2024-11-05T18:10:17.304" v="446"/>
          <ac:spMkLst>
            <pc:docMk/>
            <pc:sldMk cId="2129368291" sldId="268"/>
            <ac:spMk id="18" creationId="{1CDA4CC8-5599-3A7B-0984-DD0A732E2D7E}"/>
          </ac:spMkLst>
        </pc:spChg>
        <pc:spChg chg="add">
          <ac:chgData name="Bojidar Ryadkov" userId="ae42389c3bd87edb" providerId="Windows Live" clId="Web-{EFE2309E-30E1-BDFF-55EC-3A901924CFC2}" dt="2024-11-05T18:21:47.612" v="516"/>
          <ac:spMkLst>
            <pc:docMk/>
            <pc:sldMk cId="2129368291" sldId="268"/>
            <ac:spMk id="24" creationId="{5DCB5928-DC7D-4612-9922-441966E15627}"/>
          </ac:spMkLst>
        </pc:spChg>
        <pc:spChg chg="add">
          <ac:chgData name="Bojidar Ryadkov" userId="ae42389c3bd87edb" providerId="Windows Live" clId="Web-{EFE2309E-30E1-BDFF-55EC-3A901924CFC2}" dt="2024-11-05T18:21:47.612" v="516"/>
          <ac:spMkLst>
            <pc:docMk/>
            <pc:sldMk cId="2129368291" sldId="268"/>
            <ac:spMk id="26" creationId="{682C1161-1736-45EC-99B7-33F3CAE9D517}"/>
          </ac:spMkLst>
        </pc:spChg>
        <pc:spChg chg="add">
          <ac:chgData name="Bojidar Ryadkov" userId="ae42389c3bd87edb" providerId="Windows Live" clId="Web-{EFE2309E-30E1-BDFF-55EC-3A901924CFC2}" dt="2024-11-05T18:21:47.612" v="516"/>
          <ac:spMkLst>
            <pc:docMk/>
            <pc:sldMk cId="2129368291" sldId="268"/>
            <ac:spMk id="28" creationId="{84D4DDB8-B68F-45B0-9F62-C4279996F672}"/>
          </ac:spMkLst>
        </pc:spChg>
        <pc:spChg chg="add">
          <ac:chgData name="Bojidar Ryadkov" userId="ae42389c3bd87edb" providerId="Windows Live" clId="Web-{EFE2309E-30E1-BDFF-55EC-3A901924CFC2}" dt="2024-11-05T18:21:47.612" v="516"/>
          <ac:spMkLst>
            <pc:docMk/>
            <pc:sldMk cId="2129368291" sldId="268"/>
            <ac:spMk id="30" creationId="{AF2F604E-43BE-4DC3-B983-E071523364F8}"/>
          </ac:spMkLst>
        </pc:spChg>
        <pc:spChg chg="add">
          <ac:chgData name="Bojidar Ryadkov" userId="ae42389c3bd87edb" providerId="Windows Live" clId="Web-{EFE2309E-30E1-BDFF-55EC-3A901924CFC2}" dt="2024-11-05T18:21:47.612" v="516"/>
          <ac:spMkLst>
            <pc:docMk/>
            <pc:sldMk cId="2129368291" sldId="268"/>
            <ac:spMk id="32" creationId="{08C9B587-E65E-4B52-B37C-ABEBB6E87928}"/>
          </ac:spMkLst>
        </pc:spChg>
        <pc:picChg chg="add del mod ord">
          <ac:chgData name="Bojidar Ryadkov" userId="ae42389c3bd87edb" providerId="Windows Live" clId="Web-{EFE2309E-30E1-BDFF-55EC-3A901924CFC2}" dt="2024-11-05T18:07:27.344" v="423"/>
          <ac:picMkLst>
            <pc:docMk/>
            <pc:sldMk cId="2129368291" sldId="268"/>
            <ac:picMk id="4" creationId="{A6D145F2-B086-ABC2-4961-4E657182B485}"/>
          </ac:picMkLst>
        </pc:picChg>
        <pc:picChg chg="add del mod ord">
          <ac:chgData name="Bojidar Ryadkov" userId="ae42389c3bd87edb" providerId="Windows Live" clId="Web-{EFE2309E-30E1-BDFF-55EC-3A901924CFC2}" dt="2024-11-05T18:08:53.316" v="428"/>
          <ac:picMkLst>
            <pc:docMk/>
            <pc:sldMk cId="2129368291" sldId="268"/>
            <ac:picMk id="7" creationId="{CA2F480C-6A7A-DC35-75C0-FE05C4C0022B}"/>
          </ac:picMkLst>
        </pc:picChg>
        <pc:picChg chg="add del mod ord">
          <ac:chgData name="Bojidar Ryadkov" userId="ae42389c3bd87edb" providerId="Windows Live" clId="Web-{EFE2309E-30E1-BDFF-55EC-3A901924CFC2}" dt="2024-11-05T18:09:26.911" v="435"/>
          <ac:picMkLst>
            <pc:docMk/>
            <pc:sldMk cId="2129368291" sldId="268"/>
            <ac:picMk id="10" creationId="{CF8E9B79-3999-47FE-8F3B-541C7DB24FEC}"/>
          </ac:picMkLst>
        </pc:picChg>
        <pc:picChg chg="add del mod ord">
          <ac:chgData name="Bojidar Ryadkov" userId="ae42389c3bd87edb" providerId="Windows Live" clId="Web-{EFE2309E-30E1-BDFF-55EC-3A901924CFC2}" dt="2024-11-05T18:09:47.693" v="438"/>
          <ac:picMkLst>
            <pc:docMk/>
            <pc:sldMk cId="2129368291" sldId="268"/>
            <ac:picMk id="13" creationId="{2128603E-120B-E136-0A9A-F96E3086AF56}"/>
          </ac:picMkLst>
        </pc:picChg>
        <pc:picChg chg="add del mod ord">
          <ac:chgData name="Bojidar Ryadkov" userId="ae42389c3bd87edb" providerId="Windows Live" clId="Web-{EFE2309E-30E1-BDFF-55EC-3A901924CFC2}" dt="2024-11-05T18:10:12.569" v="445"/>
          <ac:picMkLst>
            <pc:docMk/>
            <pc:sldMk cId="2129368291" sldId="268"/>
            <ac:picMk id="16" creationId="{BEC4F6F9-DF71-E4FB-A63A-B85B943E3753}"/>
          </ac:picMkLst>
        </pc:picChg>
        <pc:picChg chg="add mod ord">
          <ac:chgData name="Bojidar Ryadkov" userId="ae42389c3bd87edb" providerId="Windows Live" clId="Web-{EFE2309E-30E1-BDFF-55EC-3A901924CFC2}" dt="2024-11-05T18:21:47.612" v="516"/>
          <ac:picMkLst>
            <pc:docMk/>
            <pc:sldMk cId="2129368291" sldId="268"/>
            <ac:picMk id="19" creationId="{9B2C048E-7F29-2A60-E462-AACA7FA024B7}"/>
          </ac:picMkLst>
        </pc:picChg>
        <pc:picChg chg="add">
          <ac:chgData name="Bojidar Ryadkov" userId="ae42389c3bd87edb" providerId="Windows Live" clId="Web-{EFE2309E-30E1-BDFF-55EC-3A901924CFC2}" dt="2024-11-05T18:32:37.277" v="658"/>
          <ac:picMkLst>
            <pc:docMk/>
            <pc:sldMk cId="2129368291" sldId="268"/>
            <ac:picMk id="21" creationId="{12849DEF-EF49-257E-3140-F0E4712FF44B}"/>
          </ac:picMkLst>
        </pc:picChg>
      </pc:sldChg>
      <pc:sldChg chg="addSp delSp modSp new">
        <pc:chgData name="Bojidar Ryadkov" userId="ae42389c3bd87edb" providerId="Windows Live" clId="Web-{EFE2309E-30E1-BDFF-55EC-3A901924CFC2}" dt="2024-11-05T18:32:39.684" v="659"/>
        <pc:sldMkLst>
          <pc:docMk/>
          <pc:sldMk cId="121071059" sldId="269"/>
        </pc:sldMkLst>
        <pc:spChg chg="mod">
          <ac:chgData name="Bojidar Ryadkov" userId="ae42389c3bd87edb" providerId="Windows Live" clId="Web-{EFE2309E-30E1-BDFF-55EC-3A901924CFC2}" dt="2024-11-05T18:10:56.368" v="476" actId="20577"/>
          <ac:spMkLst>
            <pc:docMk/>
            <pc:sldMk cId="121071059" sldId="269"/>
            <ac:spMk id="2" creationId="{011AFD86-26B2-7489-DD16-EA26EDA9046F}"/>
          </ac:spMkLst>
        </pc:spChg>
        <pc:spChg chg="del">
          <ac:chgData name="Bojidar Ryadkov" userId="ae42389c3bd87edb" providerId="Windows Live" clId="Web-{EFE2309E-30E1-BDFF-55EC-3A901924CFC2}" dt="2024-11-05T18:13:54.265" v="477"/>
          <ac:spMkLst>
            <pc:docMk/>
            <pc:sldMk cId="121071059" sldId="269"/>
            <ac:spMk id="3" creationId="{A58E7908-3A31-2B4F-B256-96DECD644822}"/>
          </ac:spMkLst>
        </pc:spChg>
        <pc:picChg chg="add mod ord">
          <ac:chgData name="Bojidar Ryadkov" userId="ae42389c3bd87edb" providerId="Windows Live" clId="Web-{EFE2309E-30E1-BDFF-55EC-3A901924CFC2}" dt="2024-11-05T18:14:03.828" v="482" actId="14100"/>
          <ac:picMkLst>
            <pc:docMk/>
            <pc:sldMk cId="121071059" sldId="269"/>
            <ac:picMk id="4" creationId="{51F8A454-7B5C-F2FD-0A79-E0A0C9BBC3BA}"/>
          </ac:picMkLst>
        </pc:picChg>
        <pc:picChg chg="add mod">
          <ac:chgData name="Bojidar Ryadkov" userId="ae42389c3bd87edb" providerId="Windows Live" clId="Web-{EFE2309E-30E1-BDFF-55EC-3A901924CFC2}" dt="2024-11-05T18:14:21.704" v="484" actId="1076"/>
          <ac:picMkLst>
            <pc:docMk/>
            <pc:sldMk cId="121071059" sldId="269"/>
            <ac:picMk id="5" creationId="{50DBEC23-713D-5064-E9AC-461308C8F67E}"/>
          </ac:picMkLst>
        </pc:picChg>
        <pc:picChg chg="add">
          <ac:chgData name="Bojidar Ryadkov" userId="ae42389c3bd87edb" providerId="Windows Live" clId="Web-{EFE2309E-30E1-BDFF-55EC-3A901924CFC2}" dt="2024-11-05T18:32:39.684" v="659"/>
          <ac:picMkLst>
            <pc:docMk/>
            <pc:sldMk cId="121071059" sldId="269"/>
            <ac:picMk id="7" creationId="{16E82D41-872F-FD83-98E7-043C7EAA8C9D}"/>
          </ac:picMkLst>
        </pc:picChg>
      </pc:sldChg>
      <pc:sldChg chg="addSp delSp modSp new mod setBg">
        <pc:chgData name="Bojidar Ryadkov" userId="ae42389c3bd87edb" providerId="Windows Live" clId="Web-{EFE2309E-30E1-BDFF-55EC-3A901924CFC2}" dt="2024-11-05T18:32:41.356" v="660"/>
        <pc:sldMkLst>
          <pc:docMk/>
          <pc:sldMk cId="1916090162" sldId="270"/>
        </pc:sldMkLst>
        <pc:spChg chg="mod">
          <ac:chgData name="Bojidar Ryadkov" userId="ae42389c3bd87edb" providerId="Windows Live" clId="Web-{EFE2309E-30E1-BDFF-55EC-3A901924CFC2}" dt="2024-11-05T18:21:53.627" v="517"/>
          <ac:spMkLst>
            <pc:docMk/>
            <pc:sldMk cId="1916090162" sldId="270"/>
            <ac:spMk id="2" creationId="{93005DCE-ACCB-60BF-BD00-7C847ABDED11}"/>
          </ac:spMkLst>
        </pc:spChg>
        <pc:spChg chg="del mod">
          <ac:chgData name="Bojidar Ryadkov" userId="ae42389c3bd87edb" providerId="Windows Live" clId="Web-{EFE2309E-30E1-BDFF-55EC-3A901924CFC2}" dt="2024-11-05T18:21:53.627" v="517"/>
          <ac:spMkLst>
            <pc:docMk/>
            <pc:sldMk cId="1916090162" sldId="270"/>
            <ac:spMk id="3" creationId="{3C528486-203B-7EC7-493D-86471A470B6A}"/>
          </ac:spMkLst>
        </pc:spChg>
        <pc:spChg chg="add">
          <ac:chgData name="Bojidar Ryadkov" userId="ae42389c3bd87edb" providerId="Windows Live" clId="Web-{EFE2309E-30E1-BDFF-55EC-3A901924CFC2}" dt="2024-11-05T18:21:53.627" v="517"/>
          <ac:spMkLst>
            <pc:docMk/>
            <pc:sldMk cId="1916090162" sldId="270"/>
            <ac:spMk id="10" creationId="{665DBBEF-238B-476B-96AB-8AAC3224ECEA}"/>
          </ac:spMkLst>
        </pc:spChg>
        <pc:spChg chg="add">
          <ac:chgData name="Bojidar Ryadkov" userId="ae42389c3bd87edb" providerId="Windows Live" clId="Web-{EFE2309E-30E1-BDFF-55EC-3A901924CFC2}" dt="2024-11-05T18:21:53.627" v="517"/>
          <ac:spMkLst>
            <pc:docMk/>
            <pc:sldMk cId="1916090162" sldId="270"/>
            <ac:spMk id="12" creationId="{3FCFB1DE-0B7E-48CC-BA90-B2AB0889F9D6}"/>
          </ac:spMkLst>
        </pc:spChg>
        <pc:picChg chg="add mod">
          <ac:chgData name="Bojidar Ryadkov" userId="ae42389c3bd87edb" providerId="Windows Live" clId="Web-{EFE2309E-30E1-BDFF-55EC-3A901924CFC2}" dt="2024-11-05T18:21:53.627" v="517"/>
          <ac:picMkLst>
            <pc:docMk/>
            <pc:sldMk cId="1916090162" sldId="270"/>
            <ac:picMk id="5" creationId="{C3B9BD1E-209D-927C-CA68-92DEDDD76A57}"/>
          </ac:picMkLst>
        </pc:picChg>
        <pc:picChg chg="add">
          <ac:chgData name="Bojidar Ryadkov" userId="ae42389c3bd87edb" providerId="Windows Live" clId="Web-{EFE2309E-30E1-BDFF-55EC-3A901924CFC2}" dt="2024-11-05T18:32:41.356" v="660"/>
          <ac:picMkLst>
            <pc:docMk/>
            <pc:sldMk cId="1916090162" sldId="270"/>
            <ac:picMk id="7" creationId="{06CAF618-72F2-AC5D-9692-D89D0792A2AF}"/>
          </ac:picMkLst>
        </pc:picChg>
      </pc:sldChg>
      <pc:sldChg chg="addSp delSp modSp new mod setBg">
        <pc:chgData name="Bojidar Ryadkov" userId="ae42389c3bd87edb" providerId="Windows Live" clId="Web-{EFE2309E-30E1-BDFF-55EC-3A901924CFC2}" dt="2024-11-05T18:32:42.137" v="661"/>
        <pc:sldMkLst>
          <pc:docMk/>
          <pc:sldMk cId="1549171886" sldId="271"/>
        </pc:sldMkLst>
        <pc:spChg chg="mod">
          <ac:chgData name="Bojidar Ryadkov" userId="ae42389c3bd87edb" providerId="Windows Live" clId="Web-{EFE2309E-30E1-BDFF-55EC-3A901924CFC2}" dt="2024-11-05T18:27:22.234" v="563"/>
          <ac:spMkLst>
            <pc:docMk/>
            <pc:sldMk cId="1549171886" sldId="271"/>
            <ac:spMk id="2" creationId="{A1249582-9FC5-047D-102E-4C780469ADDF}"/>
          </ac:spMkLst>
        </pc:spChg>
        <pc:spChg chg="del mod">
          <ac:chgData name="Bojidar Ryadkov" userId="ae42389c3bd87edb" providerId="Windows Live" clId="Web-{EFE2309E-30E1-BDFF-55EC-3A901924CFC2}" dt="2024-11-05T18:27:22.234" v="563"/>
          <ac:spMkLst>
            <pc:docMk/>
            <pc:sldMk cId="1549171886" sldId="271"/>
            <ac:spMk id="3" creationId="{8326683B-CBD7-1AED-F8BB-26A3D422AE14}"/>
          </ac:spMkLst>
        </pc:spChg>
        <pc:spChg chg="add">
          <ac:chgData name="Bojidar Ryadkov" userId="ae42389c3bd87edb" providerId="Windows Live" clId="Web-{EFE2309E-30E1-BDFF-55EC-3A901924CFC2}" dt="2024-11-05T18:27:22.234" v="563"/>
          <ac:spMkLst>
            <pc:docMk/>
            <pc:sldMk cId="1549171886" sldId="271"/>
            <ac:spMk id="10" creationId="{D4771268-CB57-404A-9271-370EB28F6090}"/>
          </ac:spMkLst>
        </pc:spChg>
        <pc:picChg chg="add mod">
          <ac:chgData name="Bojidar Ryadkov" userId="ae42389c3bd87edb" providerId="Windows Live" clId="Web-{EFE2309E-30E1-BDFF-55EC-3A901924CFC2}" dt="2024-11-05T18:27:22.234" v="563"/>
          <ac:picMkLst>
            <pc:docMk/>
            <pc:sldMk cId="1549171886" sldId="271"/>
            <ac:picMk id="5" creationId="{3D235FEB-5E48-CB1D-7D7B-1DC220F755BE}"/>
          </ac:picMkLst>
        </pc:picChg>
        <pc:picChg chg="add">
          <ac:chgData name="Bojidar Ryadkov" userId="ae42389c3bd87edb" providerId="Windows Live" clId="Web-{EFE2309E-30E1-BDFF-55EC-3A901924CFC2}" dt="2024-11-05T18:32:42.137" v="661"/>
          <ac:picMkLst>
            <pc:docMk/>
            <pc:sldMk cId="1549171886" sldId="271"/>
            <ac:picMk id="7" creationId="{C3CFCEB0-812E-10CE-1C28-FE19A6DA4D5E}"/>
          </ac:picMkLst>
        </pc:picChg>
      </pc:sldChg>
      <pc:sldChg chg="addSp delSp modSp new modMedia addAnim">
        <pc:chgData name="Bojidar Ryadkov" userId="ae42389c3bd87edb" providerId="Windows Live" clId="Web-{EFE2309E-30E1-BDFF-55EC-3A901924CFC2}" dt="2024-11-05T19:00:36.139" v="836" actId="1076"/>
        <pc:sldMkLst>
          <pc:docMk/>
          <pc:sldMk cId="736661851" sldId="272"/>
        </pc:sldMkLst>
        <pc:spChg chg="mod">
          <ac:chgData name="Bojidar Ryadkov" userId="ae42389c3bd87edb" providerId="Windows Live" clId="Web-{EFE2309E-30E1-BDFF-55EC-3A901924CFC2}" dt="2024-11-05T18:31:56.885" v="647" actId="20577"/>
          <ac:spMkLst>
            <pc:docMk/>
            <pc:sldMk cId="736661851" sldId="272"/>
            <ac:spMk id="2" creationId="{9E01FF00-0985-4823-7E18-77BF850579C9}"/>
          </ac:spMkLst>
        </pc:spChg>
        <pc:spChg chg="mod">
          <ac:chgData name="Bojidar Ryadkov" userId="ae42389c3bd87edb" providerId="Windows Live" clId="Web-{EFE2309E-30E1-BDFF-55EC-3A901924CFC2}" dt="2024-11-05T18:31:22.259" v="575" actId="20577"/>
          <ac:spMkLst>
            <pc:docMk/>
            <pc:sldMk cId="736661851" sldId="272"/>
            <ac:spMk id="3" creationId="{3C190FEF-AB3A-C170-8221-18A4A7C8D35F}"/>
          </ac:spMkLst>
        </pc:spChg>
        <pc:picChg chg="add">
          <ac:chgData name="Bojidar Ryadkov" userId="ae42389c3bd87edb" providerId="Windows Live" clId="Web-{EFE2309E-30E1-BDFF-55EC-3A901924CFC2}" dt="2024-11-05T18:32:43.590" v="662"/>
          <ac:picMkLst>
            <pc:docMk/>
            <pc:sldMk cId="736661851" sldId="272"/>
            <ac:picMk id="5" creationId="{8A399DC9-7C2F-A4D3-3F2F-7E6E162516D6}"/>
          </ac:picMkLst>
        </pc:picChg>
        <pc:picChg chg="add mod ord">
          <ac:chgData name="Bojidar Ryadkov" userId="ae42389c3bd87edb" providerId="Windows Live" clId="Web-{EFE2309E-30E1-BDFF-55EC-3A901924CFC2}" dt="2024-11-05T18:56:31.426" v="771"/>
          <ac:picMkLst>
            <pc:docMk/>
            <pc:sldMk cId="736661851" sldId="272"/>
            <ac:picMk id="7" creationId="{53EDCBFB-39F9-B453-8B3A-D77EA604D30B}"/>
          </ac:picMkLst>
        </pc:picChg>
        <pc:picChg chg="add del mod">
          <ac:chgData name="Bojidar Ryadkov" userId="ae42389c3bd87edb" providerId="Windows Live" clId="Web-{EFE2309E-30E1-BDFF-55EC-3A901924CFC2}" dt="2024-11-05T18:35:11.221" v="672"/>
          <ac:picMkLst>
            <pc:docMk/>
            <pc:sldMk cId="736661851" sldId="272"/>
            <ac:picMk id="8" creationId="{1FB2441D-38A1-CD7E-CBB1-086FA17FFEB9}"/>
          </ac:picMkLst>
        </pc:picChg>
        <pc:picChg chg="add del mod">
          <ac:chgData name="Bojidar Ryadkov" userId="ae42389c3bd87edb" providerId="Windows Live" clId="Web-{EFE2309E-30E1-BDFF-55EC-3A901924CFC2}" dt="2024-11-05T18:35:12.018" v="673"/>
          <ac:picMkLst>
            <pc:docMk/>
            <pc:sldMk cId="736661851" sldId="272"/>
            <ac:picMk id="9" creationId="{8534902F-2F43-78BB-D98F-E002CF7E4A55}"/>
          </ac:picMkLst>
        </pc:picChg>
        <pc:picChg chg="add del mod">
          <ac:chgData name="Bojidar Ryadkov" userId="ae42389c3bd87edb" providerId="Windows Live" clId="Web-{EFE2309E-30E1-BDFF-55EC-3A901924CFC2}" dt="2024-11-05T18:36:29.005" v="676"/>
          <ac:picMkLst>
            <pc:docMk/>
            <pc:sldMk cId="736661851" sldId="272"/>
            <ac:picMk id="10" creationId="{EC857EDA-86D1-BF3D-C6D2-67F2E9FC3840}"/>
          </ac:picMkLst>
        </pc:picChg>
        <pc:picChg chg="add mod">
          <ac:chgData name="Bojidar Ryadkov" userId="ae42389c3bd87edb" providerId="Windows Live" clId="Web-{EFE2309E-30E1-BDFF-55EC-3A901924CFC2}" dt="2024-11-05T18:48:48.237" v="760" actId="1076"/>
          <ac:picMkLst>
            <pc:docMk/>
            <pc:sldMk cId="736661851" sldId="272"/>
            <ac:picMk id="11" creationId="{64A414C3-E947-F754-2032-7C5EF5B01D38}"/>
          </ac:picMkLst>
        </pc:picChg>
        <pc:picChg chg="add mod">
          <ac:chgData name="Bojidar Ryadkov" userId="ae42389c3bd87edb" providerId="Windows Live" clId="Web-{EFE2309E-30E1-BDFF-55EC-3A901924CFC2}" dt="2024-11-05T18:43:29.818" v="687" actId="1076"/>
          <ac:picMkLst>
            <pc:docMk/>
            <pc:sldMk cId="736661851" sldId="272"/>
            <ac:picMk id="12" creationId="{8B341B6B-B024-6AAB-E691-8E933A01ACFD}"/>
          </ac:picMkLst>
        </pc:picChg>
        <pc:picChg chg="add del mod">
          <ac:chgData name="Bojidar Ryadkov" userId="ae42389c3bd87edb" providerId="Windows Live" clId="Web-{EFE2309E-30E1-BDFF-55EC-3A901924CFC2}" dt="2024-11-05T18:46:00.636" v="690"/>
          <ac:picMkLst>
            <pc:docMk/>
            <pc:sldMk cId="736661851" sldId="272"/>
            <ac:picMk id="13" creationId="{C43876B1-0219-E160-69DA-B68D6BBDD889}"/>
          </ac:picMkLst>
        </pc:picChg>
        <pc:picChg chg="add mod">
          <ac:chgData name="Bojidar Ryadkov" userId="ae42389c3bd87edb" providerId="Windows Live" clId="Web-{EFE2309E-30E1-BDFF-55EC-3A901924CFC2}" dt="2024-11-05T19:00:36.139" v="836" actId="1076"/>
          <ac:picMkLst>
            <pc:docMk/>
            <pc:sldMk cId="736661851" sldId="272"/>
            <ac:picMk id="14" creationId="{2FC3DE34-06BB-1E0C-3E69-550DB3EBB64B}"/>
          </ac:picMkLst>
        </pc:picChg>
        <pc:picChg chg="add mod">
          <ac:chgData name="Bojidar Ryadkov" userId="ae42389c3bd87edb" providerId="Windows Live" clId="Web-{EFE2309E-30E1-BDFF-55EC-3A901924CFC2}" dt="2024-11-05T18:56:03.425" v="769" actId="688"/>
          <ac:picMkLst>
            <pc:docMk/>
            <pc:sldMk cId="736661851" sldId="272"/>
            <ac:picMk id="15" creationId="{BF817B23-9712-E5D1-CEF5-BFE636D4E370}"/>
          </ac:picMkLst>
        </pc:picChg>
        <pc:picChg chg="add mod ord">
          <ac:chgData name="Bojidar Ryadkov" userId="ae42389c3bd87edb" providerId="Windows Live" clId="Web-{EFE2309E-30E1-BDFF-55EC-3A901924CFC2}" dt="2024-11-05T18:56:55.146" v="777"/>
          <ac:picMkLst>
            <pc:docMk/>
            <pc:sldMk cId="736661851" sldId="272"/>
            <ac:picMk id="16" creationId="{A9778B1E-A00D-D5FC-B144-1DFC038014EA}"/>
          </ac:picMkLst>
        </pc:picChg>
      </pc:sldChg>
      <pc:sldChg chg="addSp modSp new">
        <pc:chgData name="Bojidar Ryadkov" userId="ae42389c3bd87edb" providerId="Windows Live" clId="Web-{EFE2309E-30E1-BDFF-55EC-3A901924CFC2}" dt="2024-11-05T19:00:13.998" v="835" actId="14100"/>
        <pc:sldMkLst>
          <pc:docMk/>
          <pc:sldMk cId="420611717" sldId="273"/>
        </pc:sldMkLst>
        <pc:spChg chg="mod">
          <ac:chgData name="Bojidar Ryadkov" userId="ae42389c3bd87edb" providerId="Windows Live" clId="Web-{EFE2309E-30E1-BDFF-55EC-3A901924CFC2}" dt="2024-11-05T18:59:14.792" v="825" actId="20577"/>
          <ac:spMkLst>
            <pc:docMk/>
            <pc:sldMk cId="420611717" sldId="273"/>
            <ac:spMk id="2" creationId="{AADFA100-6488-4451-542D-D0A8F4D6E332}"/>
          </ac:spMkLst>
        </pc:spChg>
        <pc:picChg chg="add">
          <ac:chgData name="Bojidar Ryadkov" userId="ae42389c3bd87edb" providerId="Windows Live" clId="Web-{EFE2309E-30E1-BDFF-55EC-3A901924CFC2}" dt="2024-11-05T18:58:46.650" v="785"/>
          <ac:picMkLst>
            <pc:docMk/>
            <pc:sldMk cId="420611717" sldId="273"/>
            <ac:picMk id="5" creationId="{77A986BB-CD87-929C-B2DA-F1863D4FF3E9}"/>
          </ac:picMkLst>
        </pc:picChg>
        <pc:picChg chg="add mod">
          <ac:chgData name="Bojidar Ryadkov" userId="ae42389c3bd87edb" providerId="Windows Live" clId="Web-{EFE2309E-30E1-BDFF-55EC-3A901924CFC2}" dt="2024-11-05T19:00:13.998" v="835" actId="14100"/>
          <ac:picMkLst>
            <pc:docMk/>
            <pc:sldMk cId="420611717" sldId="273"/>
            <ac:picMk id="7" creationId="{BAF2B0A8-D9D6-66DD-25DA-EBA3CB2A767C}"/>
          </ac:picMkLst>
        </pc:picChg>
      </pc:sldChg>
      <pc:sldChg chg="modSp new del">
        <pc:chgData name="Bojidar Ryadkov" userId="ae42389c3bd87edb" providerId="Windows Live" clId="Web-{EFE2309E-30E1-BDFF-55EC-3A901924CFC2}" dt="2024-11-05T18:48:52.565" v="761"/>
        <pc:sldMkLst>
          <pc:docMk/>
          <pc:sldMk cId="2165589418" sldId="273"/>
        </pc:sldMkLst>
        <pc:spChg chg="mod">
          <ac:chgData name="Bojidar Ryadkov" userId="ae42389c3bd87edb" providerId="Windows Live" clId="Web-{EFE2309E-30E1-BDFF-55EC-3A901924CFC2}" dt="2024-11-05T18:46:14.199" v="704" actId="20577"/>
          <ac:spMkLst>
            <pc:docMk/>
            <pc:sldMk cId="2165589418" sldId="273"/>
            <ac:spMk id="2" creationId="{368B2781-9C9B-9760-ACAA-3D91F39DE210}"/>
          </ac:spMkLst>
        </pc:spChg>
        <pc:spChg chg="mod">
          <ac:chgData name="Bojidar Ryadkov" userId="ae42389c3bd87edb" providerId="Windows Live" clId="Web-{EFE2309E-30E1-BDFF-55EC-3A901924CFC2}" dt="2024-11-05T18:47:07.092" v="759" actId="20577"/>
          <ac:spMkLst>
            <pc:docMk/>
            <pc:sldMk cId="2165589418" sldId="273"/>
            <ac:spMk id="3" creationId="{0FDAFD6E-F60A-7B6A-0541-A90EAF06C86B}"/>
          </ac:spMkLst>
        </pc:spChg>
      </pc:sldChg>
    </pc:docChg>
  </pc:docChgLst>
  <pc:docChgLst>
    <pc:chgData clId="Web-{EFE2309E-30E1-BDFF-55EC-3A901924CFC2}"/>
    <pc:docChg chg="modSld">
      <pc:chgData name="" userId="" providerId="" clId="Web-{EFE2309E-30E1-BDFF-55EC-3A901924CFC2}" dt="2024-11-05T17:27:31.751" v="2" actId="20577"/>
      <pc:docMkLst>
        <pc:docMk/>
      </pc:docMkLst>
      <pc:sldChg chg="modSp">
        <pc:chgData name="" userId="" providerId="" clId="Web-{EFE2309E-30E1-BDFF-55EC-3A901924CFC2}" dt="2024-11-05T17:27:31.751" v="2" actId="20577"/>
        <pc:sldMkLst>
          <pc:docMk/>
          <pc:sldMk cId="1748730107" sldId="256"/>
        </pc:sldMkLst>
        <pc:spChg chg="mod">
          <ac:chgData name="" userId="" providerId="" clId="Web-{EFE2309E-30E1-BDFF-55EC-3A901924CFC2}" dt="2024-11-05T17:27:31.751" v="2" actId="20577"/>
          <ac:spMkLst>
            <pc:docMk/>
            <pc:sldMk cId="1748730107" sldId="256"/>
            <ac:spMk id="2" creationId="{00000000-0000-0000-0000-000000000000}"/>
          </ac:spMkLst>
        </pc:spChg>
      </pc:sldChg>
    </pc:docChg>
  </pc:docChgLst>
  <pc:docChgLst>
    <pc:chgData name="Bojidar Ryadkov" userId="ae42389c3bd87edb" providerId="Windows Live" clId="Web-{82671E8E-4738-7D68-D095-D60C6B681426}"/>
    <pc:docChg chg="addSld modSld">
      <pc:chgData name="Bojidar Ryadkov" userId="ae42389c3bd87edb" providerId="Windows Live" clId="Web-{82671E8E-4738-7D68-D095-D60C6B681426}" dt="2024-11-05T19:03:25.148" v="20" actId="20577"/>
      <pc:docMkLst>
        <pc:docMk/>
      </pc:docMkLst>
      <pc:sldChg chg="addSp delSp modSp new">
        <pc:chgData name="Bojidar Ryadkov" userId="ae42389c3bd87edb" providerId="Windows Live" clId="Web-{82671E8E-4738-7D68-D095-D60C6B681426}" dt="2024-11-05T19:03:25.148" v="20" actId="20577"/>
        <pc:sldMkLst>
          <pc:docMk/>
          <pc:sldMk cId="2270749606" sldId="274"/>
        </pc:sldMkLst>
        <pc:spChg chg="mod">
          <ac:chgData name="Bojidar Ryadkov" userId="ae42389c3bd87edb" providerId="Windows Live" clId="Web-{82671E8E-4738-7D68-D095-D60C6B681426}" dt="2024-11-05T19:03:25.148" v="20" actId="20577"/>
          <ac:spMkLst>
            <pc:docMk/>
            <pc:sldMk cId="2270749606" sldId="274"/>
            <ac:spMk id="2" creationId="{569994AF-E6A8-BED0-1114-2C0BFA32D769}"/>
          </ac:spMkLst>
        </pc:spChg>
        <pc:spChg chg="del">
          <ac:chgData name="Bojidar Ryadkov" userId="ae42389c3bd87edb" providerId="Windows Live" clId="Web-{82671E8E-4738-7D68-D095-D60C6B681426}" dt="2024-11-05T19:03:04.647" v="3"/>
          <ac:spMkLst>
            <pc:docMk/>
            <pc:sldMk cId="2270749606" sldId="274"/>
            <ac:spMk id="3" creationId="{9D10CE1C-5FD4-E5A9-7F97-CD42231FB7CE}"/>
          </ac:spMkLst>
        </pc:spChg>
        <pc:picChg chg="add mod ord">
          <ac:chgData name="Bojidar Ryadkov" userId="ae42389c3bd87edb" providerId="Windows Live" clId="Web-{82671E8E-4738-7D68-D095-D60C6B681426}" dt="2024-11-05T19:03:13.038" v="7" actId="1076"/>
          <ac:picMkLst>
            <pc:docMk/>
            <pc:sldMk cId="2270749606" sldId="274"/>
            <ac:picMk id="4" creationId="{8602A2AC-E56C-9A0F-06A1-5714E2C078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823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75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834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3866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985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798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3044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89530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796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105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8710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04224-5F53-4681-B114-4FDA2DEB297A}" type="datetimeFigureOut">
              <a:rPr lang="bg-BG" smtClean="0"/>
              <a:t>5.11.2024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7533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8.jpe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10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Картина 7" descr="File:TNT-from-xtal-1982-3D-balls.png - Wikipedia">
            <a:extLst>
              <a:ext uri="{FF2B5EF4-FFF2-40B4-BE49-F238E27FC236}">
                <a16:creationId xmlns:a16="http://schemas.microsoft.com/office/drawing/2014/main" id="{73051D78-9933-40A7-9723-0AF47D07F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980000">
            <a:off x="7462462" y="2553009"/>
            <a:ext cx="4353463" cy="4349097"/>
          </a:xfrm>
          <a:prstGeom prst="rect">
            <a:avLst/>
          </a:prstGeom>
        </p:spPr>
      </p:pic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err="1"/>
              <a:t>Netwroking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bg-BG" dirty="0"/>
              <a:t>Щракнете, за да добавите подзаглавие (:</a:t>
            </a:r>
            <a:br>
              <a:rPr lang="bg-BG" dirty="0"/>
            </a:br>
            <a:br>
              <a:rPr lang="bg-BG" dirty="0"/>
            </a:br>
            <a:endParaRPr lang="bg-BG" dirty="0"/>
          </a:p>
        </p:txBody>
      </p:sp>
      <p:pic>
        <p:nvPicPr>
          <p:cNvPr id="5" name="Картина 4" descr="Search results for: Бензен - Wikiwand / search">
            <a:extLst>
              <a:ext uri="{FF2B5EF4-FFF2-40B4-BE49-F238E27FC236}">
                <a16:creationId xmlns:a16="http://schemas.microsoft.com/office/drawing/2014/main" id="{5EAC2D1A-14CA-3F15-9C9E-89C15E102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094" y="4953"/>
            <a:ext cx="2546641" cy="2764923"/>
          </a:xfrm>
          <a:prstGeom prst="rect">
            <a:avLst/>
          </a:prstGeom>
        </p:spPr>
      </p:pic>
      <p:pic>
        <p:nvPicPr>
          <p:cNvPr id="6" name="Картина 5" descr="Search results for: Бензен - Wikiwand / search">
            <a:extLst>
              <a:ext uri="{FF2B5EF4-FFF2-40B4-BE49-F238E27FC236}">
                <a16:creationId xmlns:a16="http://schemas.microsoft.com/office/drawing/2014/main" id="{240E2444-9387-F795-5DF9-DC9813676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20000">
            <a:off x="957481" y="-3714"/>
            <a:ext cx="2934830" cy="3440660"/>
          </a:xfrm>
          <a:prstGeom prst="rect">
            <a:avLst/>
          </a:prstGeom>
        </p:spPr>
      </p:pic>
      <p:pic>
        <p:nvPicPr>
          <p:cNvPr id="9" name="Картина 8" descr="Ball and stick model of nitroglycerin">
            <a:extLst>
              <a:ext uri="{FF2B5EF4-FFF2-40B4-BE49-F238E27FC236}">
                <a16:creationId xmlns:a16="http://schemas.microsoft.com/office/drawing/2014/main" id="{F5278B01-5BD7-81D1-868B-C4818E412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85" y="4305656"/>
            <a:ext cx="3317313" cy="2186084"/>
          </a:xfrm>
          <a:prstGeom prst="rect">
            <a:avLst/>
          </a:prstGeom>
        </p:spPr>
      </p:pic>
      <p:pic>
        <p:nvPicPr>
          <p:cNvPr id="10" name="Картина 9" descr="Ball and stick model of methane">
            <a:extLst>
              <a:ext uri="{FF2B5EF4-FFF2-40B4-BE49-F238E27FC236}">
                <a16:creationId xmlns:a16="http://schemas.microsoft.com/office/drawing/2014/main" id="{C4DE1D0B-79B3-8308-FCEA-E0259E222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0">
            <a:off x="7326163" y="490268"/>
            <a:ext cx="1493448" cy="1808671"/>
          </a:xfrm>
          <a:prstGeom prst="rect">
            <a:avLst/>
          </a:prstGeom>
        </p:spPr>
      </p:pic>
      <p:pic>
        <p:nvPicPr>
          <p:cNvPr id="11" name="Картина 10" descr="Ball and stick model of 1-propanol">
            <a:extLst>
              <a:ext uri="{FF2B5EF4-FFF2-40B4-BE49-F238E27FC236}">
                <a16:creationId xmlns:a16="http://schemas.microsoft.com/office/drawing/2014/main" id="{32DD95A5-308C-2E2B-341E-CFA6E4D8C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40000">
            <a:off x="4113722" y="4218586"/>
            <a:ext cx="3130669" cy="1828260"/>
          </a:xfrm>
          <a:prstGeom prst="rect">
            <a:avLst/>
          </a:prstGeom>
        </p:spPr>
      </p:pic>
      <p:pic>
        <p:nvPicPr>
          <p:cNvPr id="12" name="Картина 11" descr="Ball and stick model of formaldehyde">
            <a:extLst>
              <a:ext uri="{FF2B5EF4-FFF2-40B4-BE49-F238E27FC236}">
                <a16:creationId xmlns:a16="http://schemas.microsoft.com/office/drawing/2014/main" id="{D3F9B77F-7631-66A6-0F60-161C573770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5885" y="485582"/>
            <a:ext cx="1756230" cy="18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30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9F7FEBF-C993-EBE2-37B9-F02A3F48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Компютър</a:t>
            </a:r>
          </a:p>
        </p:txBody>
      </p:sp>
      <p:pic>
        <p:nvPicPr>
          <p:cNvPr id="6" name="Контейнер за съдържание 5" descr="Dust II | Counter-Strike Wiki | Fandom">
            <a:extLst>
              <a:ext uri="{FF2B5EF4-FFF2-40B4-BE49-F238E27FC236}">
                <a16:creationId xmlns:a16="http://schemas.microsoft.com/office/drawing/2014/main" id="{7594AF24-0794-C63B-8762-05CC66D64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9125" y="-299"/>
            <a:ext cx="3983222" cy="2237867"/>
          </a:xfrm>
        </p:spPr>
      </p:pic>
      <p:pic>
        <p:nvPicPr>
          <p:cNvPr id="5" name="Картина 4" descr="Micro ATX PC Case/ATX Computer Case ...">
            <a:extLst>
              <a:ext uri="{FF2B5EF4-FFF2-40B4-BE49-F238E27FC236}">
                <a16:creationId xmlns:a16="http://schemas.microsoft.com/office/drawing/2014/main" id="{F4509BD5-8073-52BF-5E1C-9AF8B63CF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124" y="-449"/>
            <a:ext cx="3988279" cy="4012181"/>
          </a:xfrm>
          <a:prstGeom prst="rect">
            <a:avLst/>
          </a:prstGeom>
        </p:spPr>
      </p:pic>
      <p:pic>
        <p:nvPicPr>
          <p:cNvPr id="7" name="Картина 6" descr="CS:GO - The Return of Inferno">
            <a:extLst>
              <a:ext uri="{FF2B5EF4-FFF2-40B4-BE49-F238E27FC236}">
                <a16:creationId xmlns:a16="http://schemas.microsoft.com/office/drawing/2014/main" id="{80CC6BE6-2CA4-BE39-2B18-FAB96AD8E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778" y="2240711"/>
            <a:ext cx="3547613" cy="1988388"/>
          </a:xfrm>
          <a:prstGeom prst="rect">
            <a:avLst/>
          </a:prstGeom>
        </p:spPr>
      </p:pic>
      <p:pic>
        <p:nvPicPr>
          <p:cNvPr id="8" name="Картина 7" descr="Learning to read complex math formulas ...">
            <a:extLst>
              <a:ext uri="{FF2B5EF4-FFF2-40B4-BE49-F238E27FC236}">
                <a16:creationId xmlns:a16="http://schemas.microsoft.com/office/drawing/2014/main" id="{A46CE5E5-DD31-A186-ED5D-51EDAB7BB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607" y="4701936"/>
            <a:ext cx="5068558" cy="1781714"/>
          </a:xfrm>
          <a:prstGeom prst="rect">
            <a:avLst/>
          </a:prstGeom>
        </p:spPr>
      </p:pic>
      <p:pic>
        <p:nvPicPr>
          <p:cNvPr id="11" name="Картина 10" descr="Network interface controller - Wikipedia">
            <a:extLst>
              <a:ext uri="{FF2B5EF4-FFF2-40B4-BE49-F238E27FC236}">
                <a16:creationId xmlns:a16="http://schemas.microsoft.com/office/drawing/2014/main" id="{24FA0A4D-419D-2D1E-DE2E-578CDD66C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611" y="4005083"/>
            <a:ext cx="3549949" cy="2657834"/>
          </a:xfrm>
          <a:prstGeom prst="rect">
            <a:avLst/>
          </a:prstGeom>
        </p:spPr>
      </p:pic>
      <p:pic>
        <p:nvPicPr>
          <p:cNvPr id="13" name="Картина 12" descr="Search results for: Бензен - Wikiwand / search">
            <a:extLst>
              <a:ext uri="{FF2B5EF4-FFF2-40B4-BE49-F238E27FC236}">
                <a16:creationId xmlns:a16="http://schemas.microsoft.com/office/drawing/2014/main" id="{01F02E8E-F5C2-BD83-C325-28581922F1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75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D6F88BE-6726-67C6-CE39-E870FD35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????? Елементи на LAN мрежите (:</a:t>
            </a:r>
          </a:p>
        </p:txBody>
      </p:sp>
      <p:pic>
        <p:nvPicPr>
          <p:cNvPr id="4" name="Контейнер за съдържание 3" descr="Network Switches | Juniper Networks US">
            <a:extLst>
              <a:ext uri="{FF2B5EF4-FFF2-40B4-BE49-F238E27FC236}">
                <a16:creationId xmlns:a16="http://schemas.microsoft.com/office/drawing/2014/main" id="{48C48D2B-DC81-82E6-2AB1-F8CECBF72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3088" y="1429137"/>
            <a:ext cx="4286250" cy="1066800"/>
          </a:xfrm>
        </p:spPr>
      </p:pic>
      <p:pic>
        <p:nvPicPr>
          <p:cNvPr id="5" name="Картина 4" descr="Wireless gigabit VPN Router Omada, 5x ...">
            <a:extLst>
              <a:ext uri="{FF2B5EF4-FFF2-40B4-BE49-F238E27FC236}">
                <a16:creationId xmlns:a16="http://schemas.microsoft.com/office/drawing/2014/main" id="{67D2AB32-238B-8B2B-3FAB-B1B87B7CA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249" y="1293513"/>
            <a:ext cx="2143125" cy="2143125"/>
          </a:xfrm>
          <a:prstGeom prst="rect">
            <a:avLst/>
          </a:prstGeom>
        </p:spPr>
      </p:pic>
      <p:pic>
        <p:nvPicPr>
          <p:cNvPr id="7" name="Картина 6" descr="5m CAT5 Network LAN Cable Ethernet Patch Lead RJ45 - Black">
            <a:extLst>
              <a:ext uri="{FF2B5EF4-FFF2-40B4-BE49-F238E27FC236}">
                <a16:creationId xmlns:a16="http://schemas.microsoft.com/office/drawing/2014/main" id="{DEA39024-7E0D-FAF6-963F-59F1B3F41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14" y="1712344"/>
            <a:ext cx="2743200" cy="2743200"/>
          </a:xfrm>
          <a:prstGeom prst="rect">
            <a:avLst/>
          </a:prstGeom>
        </p:spPr>
      </p:pic>
      <p:pic>
        <p:nvPicPr>
          <p:cNvPr id="8" name="Картина 7" descr="Micro ATX PC Case/ATX Computer Case ...">
            <a:extLst>
              <a:ext uri="{FF2B5EF4-FFF2-40B4-BE49-F238E27FC236}">
                <a16:creationId xmlns:a16="http://schemas.microsoft.com/office/drawing/2014/main" id="{9AD5F9A0-D7EA-C318-4800-E88B2140C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181" y="3953325"/>
            <a:ext cx="2133600" cy="2143125"/>
          </a:xfrm>
          <a:prstGeom prst="rect">
            <a:avLst/>
          </a:prstGeom>
        </p:spPr>
      </p:pic>
      <p:pic>
        <p:nvPicPr>
          <p:cNvPr id="9" name="Картина 8" descr="nbn Ready Modem Router - TP-Link VX230v ...">
            <a:extLst>
              <a:ext uri="{FF2B5EF4-FFF2-40B4-BE49-F238E27FC236}">
                <a16:creationId xmlns:a16="http://schemas.microsoft.com/office/drawing/2014/main" id="{E4B5C6CB-82F4-C9EE-6E20-443C4FE84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740" y="3392608"/>
            <a:ext cx="2143125" cy="2143125"/>
          </a:xfrm>
          <a:prstGeom prst="rect">
            <a:avLst/>
          </a:prstGeom>
        </p:spPr>
      </p:pic>
      <p:pic>
        <p:nvPicPr>
          <p:cNvPr id="11" name="Картина 10" descr="Search results for: Бензен - Wikiwand / search">
            <a:extLst>
              <a:ext uri="{FF2B5EF4-FFF2-40B4-BE49-F238E27FC236}">
                <a16:creationId xmlns:a16="http://schemas.microsoft.com/office/drawing/2014/main" id="{B41140AB-3235-CCDA-676B-74666B7B3F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8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3AB6084-37CD-798C-8891-D02F7A771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Switch (суич)</a:t>
            </a:r>
          </a:p>
        </p:txBody>
      </p:sp>
      <p:pic>
        <p:nvPicPr>
          <p:cNvPr id="6" name="Картина 5" descr="3.1 Switching Basics — Computer Networks: A Systems Approach Version  6.2-dev documentation">
            <a:extLst>
              <a:ext uri="{FF2B5EF4-FFF2-40B4-BE49-F238E27FC236}">
                <a16:creationId xmlns:a16="http://schemas.microsoft.com/office/drawing/2014/main" id="{93D0D787-9290-58BD-39D3-9FB2C3BD4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80" y="1719294"/>
            <a:ext cx="4641217" cy="4558510"/>
          </a:xfrm>
          <a:prstGeom prst="rect">
            <a:avLst/>
          </a:prstGeom>
        </p:spPr>
      </p:pic>
      <p:pic>
        <p:nvPicPr>
          <p:cNvPr id="5" name="Контейнер за съдържание 3" descr="Network Switches | Juniper Networks US">
            <a:extLst>
              <a:ext uri="{FF2B5EF4-FFF2-40B4-BE49-F238E27FC236}">
                <a16:creationId xmlns:a16="http://schemas.microsoft.com/office/drawing/2014/main" id="{C6EE6A83-4135-1998-7E16-B5018250E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01590" y="2295110"/>
            <a:ext cx="6410076" cy="1724726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Картина 7" descr="Search results for: Бензен - Wikiwand / search">
            <a:extLst>
              <a:ext uri="{FF2B5EF4-FFF2-40B4-BE49-F238E27FC236}">
                <a16:creationId xmlns:a16="http://schemas.microsoft.com/office/drawing/2014/main" id="{6ADE265D-EDF5-77CA-AE07-945D871B0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5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38E3F87-70DB-ADDD-59A4-05BB5162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Router</a:t>
            </a:r>
            <a:r>
              <a:rPr lang="bg-BG" dirty="0"/>
              <a:t> (Маршрутизатор (: )</a:t>
            </a:r>
          </a:p>
        </p:txBody>
      </p:sp>
      <p:pic>
        <p:nvPicPr>
          <p:cNvPr id="6" name="Контейнер за съдържание 5" descr="Understanding the Effect of Routers and Switches on a Network Topology -  peachyPing">
            <a:extLst>
              <a:ext uri="{FF2B5EF4-FFF2-40B4-BE49-F238E27FC236}">
                <a16:creationId xmlns:a16="http://schemas.microsoft.com/office/drawing/2014/main" id="{0F5F6729-B6A3-0B78-B356-6C51F3F84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678" y="1706955"/>
            <a:ext cx="8066115" cy="5149394"/>
          </a:xfrm>
        </p:spPr>
      </p:pic>
      <p:pic>
        <p:nvPicPr>
          <p:cNvPr id="5" name="Картина 4" descr="Wireless gigabit VPN Router Omada, 5x ...">
            <a:extLst>
              <a:ext uri="{FF2B5EF4-FFF2-40B4-BE49-F238E27FC236}">
                <a16:creationId xmlns:a16="http://schemas.microsoft.com/office/drawing/2014/main" id="{B0B4F28F-201E-B672-E038-2571C7019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382" y="358985"/>
            <a:ext cx="2574445" cy="2560068"/>
          </a:xfrm>
          <a:prstGeom prst="rect">
            <a:avLst/>
          </a:prstGeom>
        </p:spPr>
      </p:pic>
      <p:pic>
        <p:nvPicPr>
          <p:cNvPr id="8" name="Картина 7" descr="Search results for: Бензен - Wikiwand / search">
            <a:extLst>
              <a:ext uri="{FF2B5EF4-FFF2-40B4-BE49-F238E27FC236}">
                <a16:creationId xmlns:a16="http://schemas.microsoft.com/office/drawing/2014/main" id="{76400696-3A8B-863A-A265-AF16C959D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3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F51D81C-97E1-68EE-0D33-4D625F73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Интернет кабел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3ACDEC2-33B6-71A9-0022-36E70E20E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bg-BG" dirty="0"/>
              <a:t>ККК</a:t>
            </a:r>
          </a:p>
        </p:txBody>
      </p:sp>
      <p:pic>
        <p:nvPicPr>
          <p:cNvPr id="5" name="Картина 4" descr="5m CAT5 Network LAN Cable Ethernet Patch Lead RJ45 - Black">
            <a:extLst>
              <a:ext uri="{FF2B5EF4-FFF2-40B4-BE49-F238E27FC236}">
                <a16:creationId xmlns:a16="http://schemas.microsoft.com/office/drawing/2014/main" id="{EDA71471-4E54-E39F-2AD7-BE097A6E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1" y="662797"/>
            <a:ext cx="4928558" cy="4942935"/>
          </a:xfrm>
          <a:prstGeom prst="rect">
            <a:avLst/>
          </a:prstGeom>
        </p:spPr>
      </p:pic>
      <p:pic>
        <p:nvPicPr>
          <p:cNvPr id="7" name="Картина 6" descr="Search results for: Бензен - Wikiwand / search">
            <a:extLst>
              <a:ext uri="{FF2B5EF4-FFF2-40B4-BE49-F238E27FC236}">
                <a16:creationId xmlns:a16="http://schemas.microsoft.com/office/drawing/2014/main" id="{2FA9D226-68EC-D6C7-86B7-246935673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0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Заглавие 1">
            <a:extLst>
              <a:ext uri="{FF2B5EF4-FFF2-40B4-BE49-F238E27FC236}">
                <a16:creationId xmlns:a16="http://schemas.microsoft.com/office/drawing/2014/main" id="{F4C4216D-A377-A348-EFB4-046330A0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bg-BG" sz="5400" dirty="0"/>
              <a:t>OSI слоеве</a:t>
            </a:r>
          </a:p>
        </p:txBody>
      </p:sp>
      <p:sp>
        <p:nvSpPr>
          <p:cNvPr id="2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4354AF-F2EF-ACAE-26F7-7FE662607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4" name="Контейнер за съдържание 3" descr="What are OSI Model Layers? Understanding Network Functions">
            <a:extLst>
              <a:ext uri="{FF2B5EF4-FFF2-40B4-BE49-F238E27FC236}">
                <a16:creationId xmlns:a16="http://schemas.microsoft.com/office/drawing/2014/main" id="{02248A22-04E8-15F9-809A-0AF8A075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22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6" name="Картина 5" descr="Search results for: Бензен - Wikiwand / search">
            <a:extLst>
              <a:ext uri="{FF2B5EF4-FFF2-40B4-BE49-F238E27FC236}">
                <a16:creationId xmlns:a16="http://schemas.microsoft.com/office/drawing/2014/main" id="{4048DD81-1B99-F9B2-F88B-170E058EB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6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95FFAE2-AE9A-08A5-8637-6EE420C0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MAC адрес (:</a:t>
            </a:r>
          </a:p>
        </p:txBody>
      </p:sp>
      <p:pic>
        <p:nvPicPr>
          <p:cNvPr id="4" name="Контейнер за съдържание 3" descr="What is MAC Address and How to find it ...">
            <a:extLst>
              <a:ext uri="{FF2B5EF4-FFF2-40B4-BE49-F238E27FC236}">
                <a16:creationId xmlns:a16="http://schemas.microsoft.com/office/drawing/2014/main" id="{C4713174-9AF7-4294-9E23-863254084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1065" y="-4777"/>
            <a:ext cx="7851834" cy="4820367"/>
          </a:xfrm>
        </p:spPr>
      </p:pic>
      <p:pic>
        <p:nvPicPr>
          <p:cNvPr id="7" name="Картина 6" descr="Search results for: Бензен - Wikiwand / search">
            <a:extLst>
              <a:ext uri="{FF2B5EF4-FFF2-40B4-BE49-F238E27FC236}">
                <a16:creationId xmlns:a16="http://schemas.microsoft.com/office/drawing/2014/main" id="{0554F751-F684-CB40-2C37-53C506DB3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5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B6A0C3E-0E2E-0630-B867-AEB3D6B2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7" name="Контейнер за съдържание 6" descr="From Wires to Wireless: Understanding LAN &amp; WLAN in Your Home - DEV  Community">
            <a:extLst>
              <a:ext uri="{FF2B5EF4-FFF2-40B4-BE49-F238E27FC236}">
                <a16:creationId xmlns:a16="http://schemas.microsoft.com/office/drawing/2014/main" id="{6ECF059D-6B07-1AD3-AAAE-ADEE60483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684" y="-1093"/>
            <a:ext cx="12184990" cy="5244321"/>
          </a:xfrm>
        </p:spPr>
      </p:pic>
      <p:pic>
        <p:nvPicPr>
          <p:cNvPr id="9" name="Картина 8" descr="Search results for: Бензен - Wikiwand / search">
            <a:extLst>
              <a:ext uri="{FF2B5EF4-FFF2-40B4-BE49-F238E27FC236}">
                <a16:creationId xmlns:a16="http://schemas.microsoft.com/office/drawing/2014/main" id="{289927CA-D3B5-39E0-97FA-FB8C3C1A9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83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674A312-1415-2E3B-0486-99C9DDB5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IP адрес</a:t>
            </a:r>
          </a:p>
        </p:txBody>
      </p:sp>
      <p:pic>
        <p:nvPicPr>
          <p:cNvPr id="4" name="Контейнер за съдържание 3" descr="What is an IP Address? - zenarmor.com">
            <a:extLst>
              <a:ext uri="{FF2B5EF4-FFF2-40B4-BE49-F238E27FC236}">
                <a16:creationId xmlns:a16="http://schemas.microsoft.com/office/drawing/2014/main" id="{57EAA6D3-98A7-0850-6A36-14F5341FF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072" y="1690802"/>
            <a:ext cx="8395606" cy="4784270"/>
          </a:xfrm>
        </p:spPr>
      </p:pic>
      <p:pic>
        <p:nvPicPr>
          <p:cNvPr id="6" name="Картина 5" descr="Search results for: Бензен - Wikiwand / search">
            <a:extLst>
              <a:ext uri="{FF2B5EF4-FFF2-40B4-BE49-F238E27FC236}">
                <a16:creationId xmlns:a16="http://schemas.microsoft.com/office/drawing/2014/main" id="{2CF44E02-B422-A921-8F69-B487EC4C8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76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18EE47A-6A63-7C34-00E4-384FEC51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4" name="Контейнер за съдържание 3" descr="What Is Address Resolution Protocol (ARP)? | Fortinet">
            <a:extLst>
              <a:ext uri="{FF2B5EF4-FFF2-40B4-BE49-F238E27FC236}">
                <a16:creationId xmlns:a16="http://schemas.microsoft.com/office/drawing/2014/main" id="{9036DA98-3FE8-2111-B161-B0999145C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20" y="-299"/>
            <a:ext cx="12212417" cy="6852998"/>
          </a:xfrm>
        </p:spPr>
      </p:pic>
      <p:pic>
        <p:nvPicPr>
          <p:cNvPr id="6" name="Картина 5" descr="Search results for: Бензен - Wikiwand / search">
            <a:extLst>
              <a:ext uri="{FF2B5EF4-FFF2-40B4-BE49-F238E27FC236}">
                <a16:creationId xmlns:a16="http://schemas.microsoft.com/office/drawing/2014/main" id="{C4F4720E-9C02-7B4C-79FB-DF5CFE741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2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9335BC2-370A-9426-E741-6715C4A1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Обмен на информация в LAN</a:t>
            </a:r>
          </a:p>
        </p:txBody>
      </p:sp>
      <p:pic>
        <p:nvPicPr>
          <p:cNvPr id="4" name="Контейнер за съдържание 3" descr="Apple with solid fill">
            <a:extLst>
              <a:ext uri="{FF2B5EF4-FFF2-40B4-BE49-F238E27FC236}">
                <a16:creationId xmlns:a16="http://schemas.microsoft.com/office/drawing/2014/main" id="{9F750C31-B1E1-60E8-1C72-931A09657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2131" y="364321"/>
            <a:ext cx="914400" cy="914400"/>
          </a:xfrm>
        </p:spPr>
      </p:pic>
      <p:pic>
        <p:nvPicPr>
          <p:cNvPr id="6" name="Контейнер за съдържание 6" descr="From Wires to Wireless: Understanding LAN &amp; WLAN in Your Home - DEV  Community">
            <a:extLst>
              <a:ext uri="{FF2B5EF4-FFF2-40B4-BE49-F238E27FC236}">
                <a16:creationId xmlns:a16="http://schemas.microsoft.com/office/drawing/2014/main" id="{9BA735D7-A45D-7622-506B-701FE0607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3" y="1609171"/>
            <a:ext cx="12184990" cy="5244321"/>
          </a:xfrm>
          <a:prstGeom prst="rect">
            <a:avLst/>
          </a:prstGeom>
        </p:spPr>
      </p:pic>
      <p:pic>
        <p:nvPicPr>
          <p:cNvPr id="8" name="Картина 7" descr="Search results for: Бензен - Wikiwand / search">
            <a:extLst>
              <a:ext uri="{FF2B5EF4-FFF2-40B4-BE49-F238E27FC236}">
                <a16:creationId xmlns:a16="http://schemas.microsoft.com/office/drawing/2014/main" id="{D53ED3B8-3B23-593E-0ADB-95598278BA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3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DA53177-40EC-C0CB-4FF6-60C6F72E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WAN Технологии (: И защо ви убиват на CS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Контейнер за съдържание 18" descr="WAN Diagram Complete Guide | EdrawMax">
            <a:extLst>
              <a:ext uri="{FF2B5EF4-FFF2-40B4-BE49-F238E27FC236}">
                <a16:creationId xmlns:a16="http://schemas.microsoft.com/office/drawing/2014/main" id="{9B2C048E-7F29-2A60-E462-AACA7FA02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847139"/>
            <a:ext cx="6408836" cy="5012470"/>
          </a:xfrm>
          <a:prstGeom prst="rect">
            <a:avLst/>
          </a:prstGeom>
        </p:spPr>
      </p:pic>
      <p:pic>
        <p:nvPicPr>
          <p:cNvPr id="21" name="Картина 20" descr="Search results for: Бензен - Wikiwand / search">
            <a:extLst>
              <a:ext uri="{FF2B5EF4-FFF2-40B4-BE49-F238E27FC236}">
                <a16:creationId xmlns:a16="http://schemas.microsoft.com/office/drawing/2014/main" id="{12849DEF-EF49-257E-3140-F0E4712FF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6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11AFD86-26B2-7489-DD16-EA26EDA9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IP... но протоколът, а не адресът???</a:t>
            </a:r>
          </a:p>
        </p:txBody>
      </p:sp>
      <p:pic>
        <p:nvPicPr>
          <p:cNvPr id="4" name="Контейнер за съдържание 3" descr="Куртово Конаре | Туристко">
            <a:extLst>
              <a:ext uri="{FF2B5EF4-FFF2-40B4-BE49-F238E27FC236}">
                <a16:creationId xmlns:a16="http://schemas.microsoft.com/office/drawing/2014/main" id="{51F8A454-7B5C-F2FD-0A79-E0A0C9BBC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422" y="1512214"/>
            <a:ext cx="10756060" cy="5351971"/>
          </a:xfrm>
        </p:spPr>
      </p:pic>
      <p:pic>
        <p:nvPicPr>
          <p:cNvPr id="5" name="Картина 4" descr="Куртово Конаре Фест 2024 - Фестивалите на България">
            <a:extLst>
              <a:ext uri="{FF2B5EF4-FFF2-40B4-BE49-F238E27FC236}">
                <a16:creationId xmlns:a16="http://schemas.microsoft.com/office/drawing/2014/main" id="{50DBEC23-713D-5064-E9AC-461308C8F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59" y="1505947"/>
            <a:ext cx="2743198" cy="1545728"/>
          </a:xfrm>
          <a:prstGeom prst="rect">
            <a:avLst/>
          </a:prstGeom>
        </p:spPr>
      </p:pic>
      <p:pic>
        <p:nvPicPr>
          <p:cNvPr id="7" name="Картина 6" descr="Search results for: Бензен - Wikiwand / search">
            <a:extLst>
              <a:ext uri="{FF2B5EF4-FFF2-40B4-BE49-F238E27FC236}">
                <a16:creationId xmlns:a16="http://schemas.microsoft.com/office/drawing/2014/main" id="{16E82D41-872F-FD83-98E7-043C7EAA8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3005DCE-ACCB-60BF-BD00-7C847ABDE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Рутер (Маршрутизатор)… Отново??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онтейнер за съдържание 18" descr="WAN Diagram Complete Guide | EdrawMax">
            <a:extLst>
              <a:ext uri="{FF2B5EF4-FFF2-40B4-BE49-F238E27FC236}">
                <a16:creationId xmlns:a16="http://schemas.microsoft.com/office/drawing/2014/main" id="{C3B9BD1E-209D-927C-CA68-92DEDDD76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3288" y="640080"/>
            <a:ext cx="7096631" cy="5550408"/>
          </a:xfrm>
          <a:prstGeom prst="rect">
            <a:avLst/>
          </a:prstGeom>
        </p:spPr>
      </p:pic>
      <p:pic>
        <p:nvPicPr>
          <p:cNvPr id="7" name="Картина 6" descr="Search results for: Бензен - Wikiwand / search">
            <a:extLst>
              <a:ext uri="{FF2B5EF4-FFF2-40B4-BE49-F238E27FC236}">
                <a16:creationId xmlns:a16="http://schemas.microsoft.com/office/drawing/2014/main" id="{06CAF618-72F2-AC5D-9692-D89D0792A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90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94AF-E6A8-BED0-1114-2C0BFA32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(Transmission Control Protocol)</a:t>
            </a:r>
          </a:p>
        </p:txBody>
      </p:sp>
      <p:pic>
        <p:nvPicPr>
          <p:cNvPr id="4" name="Content Placeholder 3" descr="What is TCP/IP? | Cloudflare">
            <a:extLst>
              <a:ext uri="{FF2B5EF4-FFF2-40B4-BE49-F238E27FC236}">
                <a16:creationId xmlns:a16="http://schemas.microsoft.com/office/drawing/2014/main" id="{8602A2AC-E56C-9A0F-06A1-5714E2C07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362" y="1552455"/>
            <a:ext cx="10499652" cy="5300242"/>
          </a:xfrm>
        </p:spPr>
      </p:pic>
    </p:spTree>
    <p:extLst>
      <p:ext uri="{BB962C8B-B14F-4D97-AF65-F5344CB8AC3E}">
        <p14:creationId xmlns:p14="http://schemas.microsoft.com/office/powerpoint/2010/main" val="2270749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DFA100-6488-4451-542D-D0A8F4D6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NAT (</a:t>
            </a:r>
            <a:r>
              <a:rPr lang="bg-BG" dirty="0" err="1"/>
              <a:t>Network</a:t>
            </a:r>
            <a:r>
              <a:rPr lang="bg-BG" dirty="0"/>
              <a:t> </a:t>
            </a:r>
            <a:r>
              <a:rPr lang="bg-BG" dirty="0" err="1"/>
              <a:t>Address</a:t>
            </a:r>
            <a:r>
              <a:rPr lang="bg-BG" dirty="0"/>
              <a:t> </a:t>
            </a:r>
            <a:r>
              <a:rPr lang="bg-BG" dirty="0" err="1"/>
              <a:t>Translation</a:t>
            </a:r>
            <a:r>
              <a:rPr lang="bg-BG" dirty="0"/>
              <a:t>)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F66AC50-D067-1118-0B3D-ADA245A10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5" name="Картина 4" descr="Search results for: Бензен - Wikiwand / search">
            <a:extLst>
              <a:ext uri="{FF2B5EF4-FFF2-40B4-BE49-F238E27FC236}">
                <a16:creationId xmlns:a16="http://schemas.microsoft.com/office/drawing/2014/main" id="{77A986BB-CD87-929C-B2DA-F1863D4FF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  <p:pic>
        <p:nvPicPr>
          <p:cNvPr id="7" name="Контейнер за съдържание 18" descr="WAN Diagram Complete Guide | EdrawMax">
            <a:extLst>
              <a:ext uri="{FF2B5EF4-FFF2-40B4-BE49-F238E27FC236}">
                <a16:creationId xmlns:a16="http://schemas.microsoft.com/office/drawing/2014/main" id="{BAF2B0A8-D9D6-66DD-25DA-EBA3CB2A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217" y="1551760"/>
            <a:ext cx="7464024" cy="518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1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1249582-9FC5-047D-102E-4C780469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Wie heiẞt du?</a:t>
            </a:r>
            <a:br>
              <a:rPr lang="en-US" sz="2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*Oder wie sich Pakete in einem Weitverkehrsnetzwerk bewegen</a:t>
            </a:r>
            <a:endParaRPr lang="en-US" sz="2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Контейнер за съдържание 18" descr="WAN Diagram Complete Guide | EdrawMax">
            <a:extLst>
              <a:ext uri="{FF2B5EF4-FFF2-40B4-BE49-F238E27FC236}">
                <a16:creationId xmlns:a16="http://schemas.microsoft.com/office/drawing/2014/main" id="{3D235FEB-5E48-CB1D-7D7B-1DC220F75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76179"/>
            <a:ext cx="6780700" cy="5303312"/>
          </a:xfrm>
          <a:prstGeom prst="rect">
            <a:avLst/>
          </a:prstGeom>
        </p:spPr>
      </p:pic>
      <p:pic>
        <p:nvPicPr>
          <p:cNvPr id="7" name="Картина 6" descr="Search results for: Бензен - Wikiwand / search">
            <a:extLst>
              <a:ext uri="{FF2B5EF4-FFF2-40B4-BE49-F238E27FC236}">
                <a16:creationId xmlns:a16="http://schemas.microsoft.com/office/drawing/2014/main" id="{C3CFCEB0-812E-10CE-1C28-FE19A6DA4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71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E01FF00-0985-4823-7E18-77BF8505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Благодаря за вниманието!!!!</a:t>
            </a:r>
            <a:br>
              <a:rPr lang="bg-BG" dirty="0"/>
            </a:br>
            <a:r>
              <a:rPr lang="bg-BG" dirty="0"/>
              <a:t>Аз много ви обичам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3C190FEF-AB3A-C170-8221-18A4A7C8D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bg-BG" sz="1500" b="1" err="1">
                <a:ea typeface="+mn-lt"/>
                <a:cs typeface="+mn-lt"/>
              </a:rPr>
              <a:t>English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Thanks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for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your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attention</a:t>
            </a:r>
            <a:endParaRPr lang="bg-BG" sz="1500"/>
          </a:p>
          <a:p>
            <a:r>
              <a:rPr lang="bg-BG" sz="1500" b="1" err="1">
                <a:ea typeface="+mn-lt"/>
                <a:cs typeface="+mn-lt"/>
              </a:rPr>
              <a:t>Arabic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شكراً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لاهتمامك</a:t>
            </a:r>
            <a:r>
              <a:rPr lang="bg-BG" sz="1500" dirty="0">
                <a:ea typeface="+mn-lt"/>
                <a:cs typeface="+mn-lt"/>
              </a:rPr>
              <a:t> (</a:t>
            </a:r>
            <a:r>
              <a:rPr lang="bg-BG" sz="1500" err="1">
                <a:ea typeface="+mn-lt"/>
                <a:cs typeface="+mn-lt"/>
              </a:rPr>
              <a:t>Shukran</a:t>
            </a:r>
            <a:r>
              <a:rPr lang="bg-BG" sz="1500" dirty="0">
                <a:ea typeface="+mn-lt"/>
                <a:cs typeface="+mn-lt"/>
              </a:rPr>
              <a:t> li-</a:t>
            </a:r>
            <a:r>
              <a:rPr lang="bg-BG" sz="1500" err="1">
                <a:ea typeface="+mn-lt"/>
                <a:cs typeface="+mn-lt"/>
              </a:rPr>
              <a:t>ihtimamik</a:t>
            </a:r>
            <a:r>
              <a:rPr lang="bg-BG" sz="1500" dirty="0">
                <a:ea typeface="+mn-lt"/>
                <a:cs typeface="+mn-lt"/>
              </a:rPr>
              <a:t>)</a:t>
            </a:r>
            <a:endParaRPr lang="bg-BG" sz="1500" dirty="0"/>
          </a:p>
          <a:p>
            <a:r>
              <a:rPr lang="bg-BG" sz="1500" b="1" err="1">
                <a:ea typeface="+mn-lt"/>
                <a:cs typeface="+mn-lt"/>
              </a:rPr>
              <a:t>German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Danke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für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Ihre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Aufmerksamkeit</a:t>
            </a:r>
            <a:endParaRPr lang="bg-BG" sz="1500"/>
          </a:p>
          <a:p>
            <a:r>
              <a:rPr lang="bg-BG" sz="1500" b="1" err="1">
                <a:ea typeface="+mn-lt"/>
                <a:cs typeface="+mn-lt"/>
              </a:rPr>
              <a:t>Spanish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Gracias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por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su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atención</a:t>
            </a:r>
            <a:endParaRPr lang="bg-BG" sz="1500"/>
          </a:p>
          <a:p>
            <a:r>
              <a:rPr lang="bg-BG" sz="1500" b="1" err="1">
                <a:ea typeface="+mn-lt"/>
                <a:cs typeface="+mn-lt"/>
              </a:rPr>
              <a:t>French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Merci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pour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votre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attention</a:t>
            </a:r>
            <a:endParaRPr lang="bg-BG" sz="1500"/>
          </a:p>
          <a:p>
            <a:r>
              <a:rPr lang="bg-BG" sz="1500" b="1" err="1">
                <a:ea typeface="+mn-lt"/>
                <a:cs typeface="+mn-lt"/>
              </a:rPr>
              <a:t>Italian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Grazie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per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la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vostra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attenzione</a:t>
            </a:r>
            <a:endParaRPr lang="bg-BG" sz="1500"/>
          </a:p>
          <a:p>
            <a:r>
              <a:rPr lang="bg-BG" sz="1500" b="1" err="1">
                <a:ea typeface="+mn-lt"/>
                <a:cs typeface="+mn-lt"/>
              </a:rPr>
              <a:t>Portuguese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Obrigado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pela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sua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atenção</a:t>
            </a:r>
            <a:endParaRPr lang="bg-BG" sz="1500"/>
          </a:p>
          <a:p>
            <a:r>
              <a:rPr lang="bg-BG" sz="1500" b="1" dirty="0">
                <a:ea typeface="+mn-lt"/>
                <a:cs typeface="+mn-lt"/>
              </a:rPr>
              <a:t>Russian</a:t>
            </a:r>
            <a:r>
              <a:rPr lang="bg-BG" sz="1500" dirty="0">
                <a:ea typeface="+mn-lt"/>
                <a:cs typeface="+mn-lt"/>
              </a:rPr>
              <a:t>: </a:t>
            </a:r>
            <a:r>
              <a:rPr lang="bg-BG" sz="1500" err="1">
                <a:ea typeface="+mn-lt"/>
                <a:cs typeface="+mn-lt"/>
              </a:rPr>
              <a:t>Спасибо</a:t>
            </a:r>
            <a:r>
              <a:rPr lang="bg-BG" sz="1500" dirty="0">
                <a:ea typeface="+mn-lt"/>
                <a:cs typeface="+mn-lt"/>
              </a:rPr>
              <a:t> за ваше внимание (</a:t>
            </a:r>
            <a:r>
              <a:rPr lang="bg-BG" sz="1500" err="1">
                <a:ea typeface="+mn-lt"/>
                <a:cs typeface="+mn-lt"/>
              </a:rPr>
              <a:t>Spasibo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za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vashe</a:t>
            </a:r>
            <a:r>
              <a:rPr lang="bg-BG" sz="1500" dirty="0">
                <a:ea typeface="+mn-lt"/>
                <a:cs typeface="+mn-lt"/>
              </a:rPr>
              <a:t> </a:t>
            </a:r>
            <a:r>
              <a:rPr lang="bg-BG" sz="1500" err="1">
                <a:ea typeface="+mn-lt"/>
                <a:cs typeface="+mn-lt"/>
              </a:rPr>
              <a:t>vnimanie</a:t>
            </a:r>
            <a:r>
              <a:rPr lang="bg-BG" sz="1500" dirty="0">
                <a:ea typeface="+mn-lt"/>
                <a:cs typeface="+mn-lt"/>
              </a:rPr>
              <a:t>)</a:t>
            </a:r>
            <a:endParaRPr lang="bg-BG" sz="1500"/>
          </a:p>
          <a:p>
            <a:endParaRPr lang="bg-BG" sz="1500" dirty="0"/>
          </a:p>
          <a:p>
            <a:endParaRPr lang="bg-BG" dirty="0"/>
          </a:p>
        </p:txBody>
      </p:sp>
      <p:pic>
        <p:nvPicPr>
          <p:cNvPr id="5" name="Картина 4" descr="Search results for: Бензен - Wikiwand / search">
            <a:extLst>
              <a:ext uri="{FF2B5EF4-FFF2-40B4-BE49-F238E27FC236}">
                <a16:creationId xmlns:a16="http://schemas.microsoft.com/office/drawing/2014/main" id="{8A399DC9-7C2F-A4D3-3F2F-7E6E16251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226" y="4953"/>
            <a:ext cx="979509" cy="1025263"/>
          </a:xfrm>
          <a:prstGeom prst="rect">
            <a:avLst/>
          </a:prstGeom>
        </p:spPr>
      </p:pic>
      <p:pic>
        <p:nvPicPr>
          <p:cNvPr id="11" name="Картина 10" descr="Steamunlocked Logo and symbol, meaning ...">
            <a:extLst>
              <a:ext uri="{FF2B5EF4-FFF2-40B4-BE49-F238E27FC236}">
                <a16:creationId xmlns:a16="http://schemas.microsoft.com/office/drawing/2014/main" id="{64A414C3-E947-F754-2032-7C5EF5B01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09198"/>
            <a:ext cx="2619375" cy="1743075"/>
          </a:xfrm>
          <a:prstGeom prst="rect">
            <a:avLst/>
          </a:prstGeom>
        </p:spPr>
      </p:pic>
      <p:pic>
        <p:nvPicPr>
          <p:cNvPr id="12" name="Картина 11" descr="Fortnite har lagt til et nytt bilde ...">
            <a:extLst>
              <a:ext uri="{FF2B5EF4-FFF2-40B4-BE49-F238E27FC236}">
                <a16:creationId xmlns:a16="http://schemas.microsoft.com/office/drawing/2014/main" id="{8B341B6B-B024-6AAB-E691-8E933A01AC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" y="4830342"/>
            <a:ext cx="5234257" cy="705390"/>
          </a:xfrm>
          <a:prstGeom prst="rect">
            <a:avLst/>
          </a:prstGeom>
        </p:spPr>
      </p:pic>
      <p:pic>
        <p:nvPicPr>
          <p:cNvPr id="14" name="Щурците - Среща">
            <a:hlinkClick r:id="" action="ppaction://media"/>
            <a:extLst>
              <a:ext uri="{FF2B5EF4-FFF2-40B4-BE49-F238E27FC236}">
                <a16:creationId xmlns:a16="http://schemas.microsoft.com/office/drawing/2014/main" id="{2FC3DE34-06BB-1E0C-3E69-550DB3EBB6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385818" y="4573498"/>
            <a:ext cx="730250" cy="730250"/>
          </a:xfrm>
          <a:prstGeom prst="rect">
            <a:avLst/>
          </a:prstGeom>
        </p:spPr>
      </p:pic>
      <p:pic>
        <p:nvPicPr>
          <p:cNvPr id="15" name="Картина 14" descr="What Is a Router and How Does It Work?">
            <a:extLst>
              <a:ext uri="{FF2B5EF4-FFF2-40B4-BE49-F238E27FC236}">
                <a16:creationId xmlns:a16="http://schemas.microsoft.com/office/drawing/2014/main" id="{BF817B23-9712-E5D1-CEF5-BFE636D4E3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100000">
            <a:off x="8021219" y="127689"/>
            <a:ext cx="2619375" cy="1743075"/>
          </a:xfrm>
          <a:prstGeom prst="rect">
            <a:avLst/>
          </a:prstGeom>
        </p:spPr>
      </p:pic>
      <p:pic>
        <p:nvPicPr>
          <p:cNvPr id="16" name="Картина 15" descr="What Is a Network Switch?">
            <a:extLst>
              <a:ext uri="{FF2B5EF4-FFF2-40B4-BE49-F238E27FC236}">
                <a16:creationId xmlns:a16="http://schemas.microsoft.com/office/drawing/2014/main" id="{A9778B1E-A00D-D5FC-B144-1DFC038014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560000">
            <a:off x="6607835" y="4536099"/>
            <a:ext cx="2743198" cy="1293875"/>
          </a:xfrm>
          <a:prstGeom prst="rect">
            <a:avLst/>
          </a:prstGeom>
        </p:spPr>
      </p:pic>
      <p:pic>
        <p:nvPicPr>
          <p:cNvPr id="7" name="Картина 6" descr="File:TNT-from-xtal-1982-3D-balls.png - Wikipedia">
            <a:extLst>
              <a:ext uri="{FF2B5EF4-FFF2-40B4-BE49-F238E27FC236}">
                <a16:creationId xmlns:a16="http://schemas.microsoft.com/office/drawing/2014/main" id="{53EDCBFB-39F9-B453-8B3A-D77EA604D3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980000">
            <a:off x="7146160" y="1834141"/>
            <a:ext cx="4353463" cy="434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6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тема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тема</vt:lpstr>
      <vt:lpstr>Netwroking</vt:lpstr>
      <vt:lpstr>Компютър</vt:lpstr>
      <vt:lpstr>????? Елементи на LAN мрежите (:</vt:lpstr>
      <vt:lpstr>Switch (суич)</vt:lpstr>
      <vt:lpstr>Router (Маршрутизатор (: )</vt:lpstr>
      <vt:lpstr>Интернет кабел</vt:lpstr>
      <vt:lpstr>OSI слоеве</vt:lpstr>
      <vt:lpstr>MAC адрес (:</vt:lpstr>
      <vt:lpstr>PowerPoint Presentation</vt:lpstr>
      <vt:lpstr>IP адрес</vt:lpstr>
      <vt:lpstr>PowerPoint Presentation</vt:lpstr>
      <vt:lpstr>Обмен на информация в LAN</vt:lpstr>
      <vt:lpstr>WAN Технологии (: И защо ви убиват на CS</vt:lpstr>
      <vt:lpstr>IP... но протоколът, а не адресът???</vt:lpstr>
      <vt:lpstr>Рутер (Маршрутизатор)… Отново??</vt:lpstr>
      <vt:lpstr>TCP (Transmission Control Protocol)</vt:lpstr>
      <vt:lpstr>NAT (Network Address Translation)</vt:lpstr>
      <vt:lpstr>Wie heiẞt du? *Oder wie sich Pakete in einem Weitverkehrsnetzwerk bewegen</vt:lpstr>
      <vt:lpstr>Благодаря за вниманието!!!! Аз много ви обичам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276</cp:revision>
  <dcterms:created xsi:type="dcterms:W3CDTF">2024-11-05T17:27:21Z</dcterms:created>
  <dcterms:modified xsi:type="dcterms:W3CDTF">2024-11-05T19:03:35Z</dcterms:modified>
</cp:coreProperties>
</file>