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1"/>
  </p:notesMasterIdLst>
  <p:sldIdLst>
    <p:sldId id="256" r:id="rId2"/>
    <p:sldId id="262" r:id="rId3"/>
    <p:sldId id="259" r:id="rId4"/>
    <p:sldId id="264" r:id="rId5"/>
    <p:sldId id="275" r:id="rId6"/>
    <p:sldId id="258" r:id="rId7"/>
    <p:sldId id="261" r:id="rId8"/>
    <p:sldId id="263" r:id="rId9"/>
    <p:sldId id="267" r:id="rId10"/>
    <p:sldId id="306" r:id="rId11"/>
    <p:sldId id="276" r:id="rId12"/>
    <p:sldId id="307" r:id="rId13"/>
    <p:sldId id="281" r:id="rId14"/>
    <p:sldId id="308" r:id="rId15"/>
    <p:sldId id="309" r:id="rId16"/>
    <p:sldId id="311" r:id="rId17"/>
    <p:sldId id="310" r:id="rId18"/>
    <p:sldId id="312" r:id="rId19"/>
    <p:sldId id="313" r:id="rId20"/>
  </p:sldIdLst>
  <p:sldSz cx="9144000" cy="5143500" type="screen16x9"/>
  <p:notesSz cx="6858000" cy="9144000"/>
  <p:embeddedFontLst>
    <p:embeddedFont>
      <p:font typeface="Anaheim" panose="020B0604020202020204" charset="0"/>
      <p:regular r:id="rId22"/>
      <p:bold r:id="rId23"/>
    </p:embeddedFont>
    <p:embeddedFont>
      <p:font typeface="Bebas Neue" panose="020B0604020202020204" charset="0"/>
      <p:regular r:id="rId24"/>
    </p:embeddedFont>
    <p:embeddedFont>
      <p:font typeface="Montserrat" panose="00000500000000000000" pitchFamily="2" charset="-52"/>
      <p:regular r:id="rId25"/>
      <p:bold r:id="rId26"/>
      <p:italic r:id="rId27"/>
      <p:boldItalic r:id="rId28"/>
    </p:embeddedFont>
    <p:embeddedFont>
      <p:font typeface="Montserrat Black" panose="00000A00000000000000" pitchFamily="2" charset="-52"/>
      <p:bold r:id="rId29"/>
      <p:boldItalic r:id="rId30"/>
    </p:embeddedFont>
    <p:embeddedFont>
      <p:font typeface="Montserrat Light" panose="00000400000000000000" pitchFamily="2" charset="-52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77D6"/>
    <a:srgbClr val="5A13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CBBABA-DB37-4D4D-97E1-F8752DA54195}">
  <a:tblStyle styleId="{05CBBABA-DB37-4D4D-97E1-F8752DA541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6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04109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184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1734a882cf6_0_1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1734a882cf6_0_1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246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734a882cf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1734a882cf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5119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1734a882cf6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1734a882cf6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1802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1734a882cf6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1734a882cf6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547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036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942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734a882cf6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734a882cf6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7565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1734a882cf6_0_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1734a882cf6_0_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6059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14d33840f0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14d33840f0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6095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14d33840f0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14d33840f0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5031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14d33840f0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14d33840f0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0377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1734a882cf6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1734a882cf6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7936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1734a882cf6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1734a882cf6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5769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1734a882cf6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1734a882cf6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8672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1734a882cf6_0_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2" name="Google Shape;2182;g1734a882cf6_0_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6540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14d33840f0f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14d33840f0f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66800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g1734a882cf6_0_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5" name="Google Shape;2255;g1734a882cf6_0_7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139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5"/>
          <p:cNvSpPr txBox="1">
            <a:spLocks noGrp="1"/>
          </p:cNvSpPr>
          <p:nvPr>
            <p:ph type="subTitle" idx="1"/>
          </p:nvPr>
        </p:nvSpPr>
        <p:spPr>
          <a:xfrm>
            <a:off x="5055188" y="3185018"/>
            <a:ext cx="25056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6" name="Google Shape;206;p5"/>
          <p:cNvSpPr txBox="1">
            <a:spLocks noGrp="1"/>
          </p:cNvSpPr>
          <p:nvPr>
            <p:ph type="subTitle" idx="2"/>
          </p:nvPr>
        </p:nvSpPr>
        <p:spPr>
          <a:xfrm>
            <a:off x="1583213" y="3184997"/>
            <a:ext cx="2505600" cy="11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7" name="Google Shape;207;p5"/>
          <p:cNvSpPr txBox="1">
            <a:spLocks noGrp="1"/>
          </p:cNvSpPr>
          <p:nvPr>
            <p:ph type="subTitle" idx="3"/>
          </p:nvPr>
        </p:nvSpPr>
        <p:spPr>
          <a:xfrm>
            <a:off x="5055188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8" name="Google Shape;208;p5"/>
          <p:cNvSpPr txBox="1">
            <a:spLocks noGrp="1"/>
          </p:cNvSpPr>
          <p:nvPr>
            <p:ph type="subTitle" idx="4"/>
          </p:nvPr>
        </p:nvSpPr>
        <p:spPr>
          <a:xfrm>
            <a:off x="1583213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09" name="Google Shape;209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36" name="Google Shape;336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title" idx="2" hasCustomPrompt="1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4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5" hasCustomPrompt="1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6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7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3"/>
          <p:cNvSpPr txBox="1">
            <a:spLocks noGrp="1"/>
          </p:cNvSpPr>
          <p:nvPr>
            <p:ph type="title" idx="8" hasCustomPrompt="1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3"/>
          <p:cNvSpPr txBox="1">
            <a:spLocks noGrp="1"/>
          </p:cNvSpPr>
          <p:nvPr>
            <p:ph type="subTitle" idx="13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3"/>
          <p:cNvSpPr txBox="1">
            <a:spLocks noGrp="1"/>
          </p:cNvSpPr>
          <p:nvPr>
            <p:ph type="title" idx="14" hasCustomPrompt="1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13"/>
          <p:cNvSpPr txBox="1">
            <a:spLocks noGrp="1"/>
          </p:cNvSpPr>
          <p:nvPr>
            <p:ph type="subTitle" idx="16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3"/>
          <p:cNvSpPr txBox="1">
            <a:spLocks noGrp="1"/>
          </p:cNvSpPr>
          <p:nvPr>
            <p:ph type="title" idx="17" hasCustomPrompt="1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>
            <a:spLocks noGrp="1"/>
          </p:cNvSpPr>
          <p:nvPr>
            <p:ph type="title"/>
          </p:nvPr>
        </p:nvSpPr>
        <p:spPr>
          <a:xfrm>
            <a:off x="3424066" y="3475500"/>
            <a:ext cx="5006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99" name="Google Shape;599;p14"/>
          <p:cNvSpPr txBox="1">
            <a:spLocks noGrp="1"/>
          </p:cNvSpPr>
          <p:nvPr>
            <p:ph type="subTitle" idx="1"/>
          </p:nvPr>
        </p:nvSpPr>
        <p:spPr>
          <a:xfrm>
            <a:off x="3423950" y="1025400"/>
            <a:ext cx="5006700" cy="245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600" name="Google Shape;600;p14"/>
          <p:cNvGrpSpPr/>
          <p:nvPr/>
        </p:nvGrpSpPr>
        <p:grpSpPr>
          <a:xfrm>
            <a:off x="7107962" y="-355553"/>
            <a:ext cx="1934332" cy="1332011"/>
            <a:chOff x="7107962" y="-355553"/>
            <a:chExt cx="1934332" cy="1332011"/>
          </a:xfrm>
        </p:grpSpPr>
        <p:sp>
          <p:nvSpPr>
            <p:cNvPr id="601" name="Google Shape;601;p14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4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108580" y="3475490"/>
            <a:ext cx="1961773" cy="2399979"/>
            <a:chOff x="108580" y="3135490"/>
            <a:chExt cx="1961773" cy="2399979"/>
          </a:xfrm>
        </p:grpSpPr>
        <p:sp>
          <p:nvSpPr>
            <p:cNvPr id="610" name="Google Shape;610;p14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4" name="Google Shape;614;p14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15" name="Google Shape;615;p14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7"/>
          <p:cNvSpPr txBox="1">
            <a:spLocks noGrp="1"/>
          </p:cNvSpPr>
          <p:nvPr>
            <p:ph type="title"/>
          </p:nvPr>
        </p:nvSpPr>
        <p:spPr>
          <a:xfrm>
            <a:off x="5026800" y="1720586"/>
            <a:ext cx="3157500" cy="10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17"/>
          <p:cNvSpPr txBox="1">
            <a:spLocks noGrp="1"/>
          </p:cNvSpPr>
          <p:nvPr>
            <p:ph type="subTitle" idx="1"/>
          </p:nvPr>
        </p:nvSpPr>
        <p:spPr>
          <a:xfrm>
            <a:off x="5027018" y="2799063"/>
            <a:ext cx="31575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2" name="Google Shape;672;p17"/>
          <p:cNvGrpSpPr/>
          <p:nvPr/>
        </p:nvGrpSpPr>
        <p:grpSpPr>
          <a:xfrm>
            <a:off x="-958305" y="3475515"/>
            <a:ext cx="1961773" cy="2399979"/>
            <a:chOff x="108580" y="3135490"/>
            <a:chExt cx="1961773" cy="2399979"/>
          </a:xfrm>
        </p:grpSpPr>
        <p:sp>
          <p:nvSpPr>
            <p:cNvPr id="673" name="Google Shape;673;p17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7" name="Google Shape;677;p17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78" name="Google Shape;678;p17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17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7" name="Google Shape;687;p17"/>
          <p:cNvGrpSpPr/>
          <p:nvPr/>
        </p:nvGrpSpPr>
        <p:grpSpPr>
          <a:xfrm>
            <a:off x="7250837" y="-355553"/>
            <a:ext cx="1934332" cy="1332011"/>
            <a:chOff x="7107962" y="-355553"/>
            <a:chExt cx="1934332" cy="1332011"/>
          </a:xfrm>
        </p:grpSpPr>
        <p:sp>
          <p:nvSpPr>
            <p:cNvPr id="688" name="Google Shape;688;p17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7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7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7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7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7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7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7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2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18"/>
          <p:cNvGrpSpPr/>
          <p:nvPr/>
        </p:nvGrpSpPr>
        <p:grpSpPr>
          <a:xfrm flipH="1">
            <a:off x="7223396" y="3475515"/>
            <a:ext cx="1961773" cy="2399979"/>
            <a:chOff x="108580" y="3135490"/>
            <a:chExt cx="1961773" cy="2399979"/>
          </a:xfrm>
        </p:grpSpPr>
        <p:sp>
          <p:nvSpPr>
            <p:cNvPr id="698" name="Google Shape;698;p18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8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8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2" name="Google Shape;702;p18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03" name="Google Shape;703;p18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2" name="Google Shape;712;p18"/>
          <p:cNvGrpSpPr/>
          <p:nvPr/>
        </p:nvGrpSpPr>
        <p:grpSpPr>
          <a:xfrm flipH="1">
            <a:off x="-253943" y="-355553"/>
            <a:ext cx="1934332" cy="1332011"/>
            <a:chOff x="7107962" y="-355553"/>
            <a:chExt cx="1934332" cy="1332011"/>
          </a:xfrm>
        </p:grpSpPr>
        <p:sp>
          <p:nvSpPr>
            <p:cNvPr id="713" name="Google Shape;713;p18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1" name="Google Shape;721;p18"/>
          <p:cNvSpPr txBox="1">
            <a:spLocks noGrp="1"/>
          </p:cNvSpPr>
          <p:nvPr>
            <p:ph type="title"/>
          </p:nvPr>
        </p:nvSpPr>
        <p:spPr>
          <a:xfrm>
            <a:off x="720000" y="1673500"/>
            <a:ext cx="446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18"/>
          <p:cNvSpPr txBox="1">
            <a:spLocks noGrp="1"/>
          </p:cNvSpPr>
          <p:nvPr>
            <p:ph type="subTitle" idx="1"/>
          </p:nvPr>
        </p:nvSpPr>
        <p:spPr>
          <a:xfrm>
            <a:off x="720000" y="2246200"/>
            <a:ext cx="4466400" cy="13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4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75" name="Google Shape;875;p24"/>
          <p:cNvSpPr txBox="1">
            <a:spLocks noGrp="1"/>
          </p:cNvSpPr>
          <p:nvPr>
            <p:ph type="subTitle" idx="1"/>
          </p:nvPr>
        </p:nvSpPr>
        <p:spPr>
          <a:xfrm>
            <a:off x="111020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24"/>
          <p:cNvSpPr txBox="1">
            <a:spLocks noGrp="1"/>
          </p:cNvSpPr>
          <p:nvPr>
            <p:ph type="subTitle" idx="2"/>
          </p:nvPr>
        </p:nvSpPr>
        <p:spPr>
          <a:xfrm>
            <a:off x="3580050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24"/>
          <p:cNvSpPr txBox="1">
            <a:spLocks noGrp="1"/>
          </p:cNvSpPr>
          <p:nvPr>
            <p:ph type="subTitle" idx="3"/>
          </p:nvPr>
        </p:nvSpPr>
        <p:spPr>
          <a:xfrm>
            <a:off x="111020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4"/>
          <p:cNvSpPr txBox="1">
            <a:spLocks noGrp="1"/>
          </p:cNvSpPr>
          <p:nvPr>
            <p:ph type="subTitle" idx="4"/>
          </p:nvPr>
        </p:nvSpPr>
        <p:spPr>
          <a:xfrm>
            <a:off x="3580050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4"/>
          <p:cNvSpPr txBox="1">
            <a:spLocks noGrp="1"/>
          </p:cNvSpPr>
          <p:nvPr>
            <p:ph type="subTitle" idx="5"/>
          </p:nvPr>
        </p:nvSpPr>
        <p:spPr>
          <a:xfrm>
            <a:off x="604989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0" name="Google Shape;880;p24"/>
          <p:cNvSpPr txBox="1">
            <a:spLocks noGrp="1"/>
          </p:cNvSpPr>
          <p:nvPr>
            <p:ph type="subTitle" idx="6"/>
          </p:nvPr>
        </p:nvSpPr>
        <p:spPr>
          <a:xfrm>
            <a:off x="604989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1" name="Google Shape;881;p24"/>
          <p:cNvSpPr txBox="1">
            <a:spLocks noGrp="1"/>
          </p:cNvSpPr>
          <p:nvPr>
            <p:ph type="subTitle" idx="7"/>
          </p:nvPr>
        </p:nvSpPr>
        <p:spPr>
          <a:xfrm>
            <a:off x="111110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2" name="Google Shape;882;p24"/>
          <p:cNvSpPr txBox="1">
            <a:spLocks noGrp="1"/>
          </p:cNvSpPr>
          <p:nvPr>
            <p:ph type="subTitle" idx="8"/>
          </p:nvPr>
        </p:nvSpPr>
        <p:spPr>
          <a:xfrm>
            <a:off x="3580950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3" name="Google Shape;883;p24"/>
          <p:cNvSpPr txBox="1">
            <a:spLocks noGrp="1"/>
          </p:cNvSpPr>
          <p:nvPr>
            <p:ph type="subTitle" idx="9"/>
          </p:nvPr>
        </p:nvSpPr>
        <p:spPr>
          <a:xfrm>
            <a:off x="605079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4" name="Google Shape;884;p24"/>
          <p:cNvSpPr txBox="1">
            <a:spLocks noGrp="1"/>
          </p:cNvSpPr>
          <p:nvPr>
            <p:ph type="subTitle" idx="13"/>
          </p:nvPr>
        </p:nvSpPr>
        <p:spPr>
          <a:xfrm>
            <a:off x="111110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5" name="Google Shape;885;p24"/>
          <p:cNvSpPr txBox="1">
            <a:spLocks noGrp="1"/>
          </p:cNvSpPr>
          <p:nvPr>
            <p:ph type="subTitle" idx="14"/>
          </p:nvPr>
        </p:nvSpPr>
        <p:spPr>
          <a:xfrm>
            <a:off x="3580950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6" name="Google Shape;886;p24"/>
          <p:cNvSpPr txBox="1">
            <a:spLocks noGrp="1"/>
          </p:cNvSpPr>
          <p:nvPr>
            <p:ph type="subTitle" idx="15"/>
          </p:nvPr>
        </p:nvSpPr>
        <p:spPr>
          <a:xfrm>
            <a:off x="605079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87" name="Google Shape;887;p24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88" name="Google Shape;888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8" name="Google Shape;898;p24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99" name="Google Shape;899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9"/>
          <p:cNvSpPr txBox="1">
            <a:spLocks noGrp="1"/>
          </p:cNvSpPr>
          <p:nvPr>
            <p:ph type="title"/>
          </p:nvPr>
        </p:nvSpPr>
        <p:spPr>
          <a:xfrm>
            <a:off x="5026800" y="2001148"/>
            <a:ext cx="31575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9"/>
          <p:cNvSpPr txBox="1">
            <a:spLocks noGrp="1"/>
          </p:cNvSpPr>
          <p:nvPr>
            <p:ph type="subTitle" idx="1"/>
          </p:nvPr>
        </p:nvSpPr>
        <p:spPr>
          <a:xfrm>
            <a:off x="5027025" y="2577134"/>
            <a:ext cx="3157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6" name="Google Shape;726;p19"/>
          <p:cNvGrpSpPr/>
          <p:nvPr/>
        </p:nvGrpSpPr>
        <p:grpSpPr>
          <a:xfrm>
            <a:off x="6950792" y="-147006"/>
            <a:ext cx="2532725" cy="1881750"/>
            <a:chOff x="7221517" y="-507956"/>
            <a:chExt cx="2532725" cy="1881750"/>
          </a:xfrm>
        </p:grpSpPr>
        <p:sp>
          <p:nvSpPr>
            <p:cNvPr id="727" name="Google Shape;727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7" name="Google Shape;737;p19"/>
          <p:cNvGrpSpPr/>
          <p:nvPr/>
        </p:nvGrpSpPr>
        <p:grpSpPr>
          <a:xfrm>
            <a:off x="6399342" y="3763244"/>
            <a:ext cx="2532725" cy="1881750"/>
            <a:chOff x="7221517" y="-507956"/>
            <a:chExt cx="2532725" cy="1881750"/>
          </a:xfrm>
        </p:grpSpPr>
        <p:sp>
          <p:nvSpPr>
            <p:cNvPr id="738" name="Google Shape;738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450762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grpSp>
        <p:nvGrpSpPr>
          <p:cNvPr id="924" name="Google Shape;924;p26"/>
          <p:cNvGrpSpPr/>
          <p:nvPr/>
        </p:nvGrpSpPr>
        <p:grpSpPr>
          <a:xfrm rot="10800000">
            <a:off x="7221517" y="-1342256"/>
            <a:ext cx="2532725" cy="1881750"/>
            <a:chOff x="7221517" y="-507956"/>
            <a:chExt cx="2532725" cy="1881750"/>
          </a:xfrm>
        </p:grpSpPr>
        <p:sp>
          <p:nvSpPr>
            <p:cNvPr id="925" name="Google Shape;925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5" name="Google Shape;935;p26"/>
          <p:cNvGrpSpPr/>
          <p:nvPr/>
        </p:nvGrpSpPr>
        <p:grpSpPr>
          <a:xfrm rot="10800000" flipH="1">
            <a:off x="-465158" y="-1342256"/>
            <a:ext cx="2532725" cy="1881750"/>
            <a:chOff x="7221517" y="-507956"/>
            <a:chExt cx="2532725" cy="1881750"/>
          </a:xfrm>
        </p:grpSpPr>
        <p:sp>
          <p:nvSpPr>
            <p:cNvPr id="936" name="Google Shape;936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09917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20"/>
          <p:cNvSpPr txBox="1">
            <a:spLocks noGrp="1"/>
          </p:cNvSpPr>
          <p:nvPr>
            <p:ph type="subTitle" idx="1"/>
          </p:nvPr>
        </p:nvSpPr>
        <p:spPr>
          <a:xfrm>
            <a:off x="4236935" y="3459222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1" name="Google Shape;751;p20"/>
          <p:cNvSpPr txBox="1">
            <a:spLocks noGrp="1"/>
          </p:cNvSpPr>
          <p:nvPr>
            <p:ph type="subTitle" idx="2"/>
          </p:nvPr>
        </p:nvSpPr>
        <p:spPr>
          <a:xfrm>
            <a:off x="2401463" y="2055647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2" name="Google Shape;752;p20"/>
          <p:cNvSpPr txBox="1">
            <a:spLocks noGrp="1"/>
          </p:cNvSpPr>
          <p:nvPr>
            <p:ph type="subTitle" idx="3"/>
          </p:nvPr>
        </p:nvSpPr>
        <p:spPr>
          <a:xfrm>
            <a:off x="2401463" y="1598450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3" name="Google Shape;753;p20"/>
          <p:cNvSpPr txBox="1">
            <a:spLocks noGrp="1"/>
          </p:cNvSpPr>
          <p:nvPr>
            <p:ph type="subTitle" idx="4"/>
          </p:nvPr>
        </p:nvSpPr>
        <p:spPr>
          <a:xfrm>
            <a:off x="4236938" y="3002025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754" name="Google Shape;754;p20"/>
          <p:cNvGrpSpPr/>
          <p:nvPr/>
        </p:nvGrpSpPr>
        <p:grpSpPr>
          <a:xfrm rot="-121718">
            <a:off x="7509504" y="-374087"/>
            <a:ext cx="1961826" cy="2400044"/>
            <a:chOff x="108580" y="3135490"/>
            <a:chExt cx="1961773" cy="2399979"/>
          </a:xfrm>
        </p:grpSpPr>
        <p:sp>
          <p:nvSpPr>
            <p:cNvPr id="755" name="Google Shape;755;p20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0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9" name="Google Shape;759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60" name="Google Shape;760;p20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20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20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20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69" name="Google Shape;769;p20"/>
          <p:cNvGrpSpPr/>
          <p:nvPr/>
        </p:nvGrpSpPr>
        <p:grpSpPr>
          <a:xfrm rot="-121718">
            <a:off x="-186696" y="3321613"/>
            <a:ext cx="1961826" cy="2400044"/>
            <a:chOff x="108580" y="3135490"/>
            <a:chExt cx="1961773" cy="2399979"/>
          </a:xfrm>
        </p:grpSpPr>
        <p:sp>
          <p:nvSpPr>
            <p:cNvPr id="770" name="Google Shape;770;p20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4" name="Google Shape;774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75" name="Google Shape;775;p20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20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168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3" r:id="rId11"/>
    <p:sldLayoutId id="2147483664" r:id="rId12"/>
    <p:sldLayoutId id="2147483670" r:id="rId13"/>
    <p:sldLayoutId id="2147483676" r:id="rId14"/>
    <p:sldLayoutId id="2147483677" r:id="rId15"/>
    <p:sldLayoutId id="2147483681" r:id="rId16"/>
    <p:sldLayoutId id="2147483682" r:id="rId17"/>
    <p:sldLayoutId id="2147483683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3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35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1" name="Google Shape;1241;p35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42" name="Google Shape;1242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35"/>
          <p:cNvGrpSpPr/>
          <p:nvPr/>
        </p:nvGrpSpPr>
        <p:grpSpPr>
          <a:xfrm>
            <a:off x="5419450" y="3918800"/>
            <a:ext cx="76825" cy="76800"/>
            <a:chOff x="3104875" y="1099400"/>
            <a:chExt cx="76825" cy="76800"/>
          </a:xfrm>
        </p:grpSpPr>
        <p:sp>
          <p:nvSpPr>
            <p:cNvPr id="1245" name="Google Shape;1245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7" name="Google Shape;1247;p35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48" name="Google Shape;1248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50" name="Google Shape;1250;p35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35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5200" dirty="0">
                <a:latin typeface="Montserrat Black"/>
                <a:ea typeface="Montserrat Black"/>
                <a:cs typeface="Montserrat Black"/>
                <a:sym typeface="Montserrat Black"/>
              </a:rPr>
              <a:t>Анализ и проектиране </a:t>
            </a:r>
            <a:r>
              <a:rPr lang="en" sz="5200" dirty="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</a:t>
            </a:r>
            <a:r>
              <a:rPr lang="en-US" sz="5200" dirty="0">
                <a:solidFill>
                  <a:srgbClr val="AE77D6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</a:t>
            </a:r>
            <a:r>
              <a:rPr lang="en-US" sz="5200" dirty="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#</a:t>
            </a:r>
            <a:r>
              <a:rPr lang="en" sz="5200" dirty="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)</a:t>
            </a:r>
            <a:endParaRPr sz="5200" dirty="0">
              <a:solidFill>
                <a:schemeClr val="dk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800" dirty="0">
                <a:latin typeface="Montserrat"/>
                <a:ea typeface="Montserrat"/>
                <a:cs typeface="Montserrat"/>
                <a:sym typeface="Montserrat"/>
              </a:rPr>
              <a:t>на примерни приложения</a:t>
            </a:r>
            <a:endParaRPr sz="2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2" name="Google Shape;1252;p35"/>
          <p:cNvSpPr txBox="1">
            <a:spLocks noGrp="1"/>
          </p:cNvSpPr>
          <p:nvPr>
            <p:ph type="subTitle" idx="1"/>
          </p:nvPr>
        </p:nvSpPr>
        <p:spPr>
          <a:xfrm>
            <a:off x="713225" y="3776305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000" dirty="0">
                <a:solidFill>
                  <a:srgbClr val="AE77D6"/>
                </a:solidFill>
                <a:latin typeface="Montserrat Light"/>
              </a:rPr>
              <a:t>Н. Панайотова</a:t>
            </a:r>
            <a:endParaRPr sz="2000" dirty="0">
              <a:solidFill>
                <a:srgbClr val="AE77D6"/>
              </a:solidFill>
              <a:latin typeface="Montserrat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566737"/>
            <a:ext cx="6477000" cy="4010025"/>
          </a:xfrm>
          <a:prstGeom prst="rect">
            <a:avLst/>
          </a:prstGeom>
        </p:spPr>
      </p:pic>
      <p:pic>
        <p:nvPicPr>
          <p:cNvPr id="1407" name="Google Shape;1407;p41"/>
          <p:cNvPicPr preferRelativeResize="0"/>
          <p:nvPr/>
        </p:nvPicPr>
        <p:blipFill rotWithShape="1">
          <a:blip r:embed="rId4">
            <a:alphaModFix/>
          </a:blip>
          <a:srcRect l="26806" t="7660" r="25401" b="5390"/>
          <a:stretch/>
        </p:blipFill>
        <p:spPr>
          <a:xfrm>
            <a:off x="7219350" y="2823400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41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152297">
            <a:off x="7181325" y="246575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41"/>
          <p:cNvPicPr preferRelativeResize="0"/>
          <p:nvPr/>
        </p:nvPicPr>
        <p:blipFill rotWithShape="1">
          <a:blip r:embed="rId6">
            <a:alphaModFix/>
          </a:blip>
          <a:srcRect l="15236" r="10474"/>
          <a:stretch/>
        </p:blipFill>
        <p:spPr>
          <a:xfrm rot="1220421">
            <a:off x="408399" y="3540122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41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3321565">
            <a:off x="7376838" y="287151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1" name="Google Shape;1411;p41"/>
          <p:cNvGrpSpPr/>
          <p:nvPr/>
        </p:nvGrpSpPr>
        <p:grpSpPr>
          <a:xfrm>
            <a:off x="1241825" y="3080475"/>
            <a:ext cx="76825" cy="76800"/>
            <a:chOff x="3104875" y="1099400"/>
            <a:chExt cx="76825" cy="76800"/>
          </a:xfrm>
        </p:grpSpPr>
        <p:sp>
          <p:nvSpPr>
            <p:cNvPr id="1412" name="Google Shape;1412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4" name="Google Shape;1414;p41"/>
          <p:cNvGrpSpPr/>
          <p:nvPr/>
        </p:nvGrpSpPr>
        <p:grpSpPr>
          <a:xfrm>
            <a:off x="4870450" y="743250"/>
            <a:ext cx="76825" cy="76800"/>
            <a:chOff x="3104875" y="1099400"/>
            <a:chExt cx="76825" cy="76800"/>
          </a:xfrm>
        </p:grpSpPr>
        <p:sp>
          <p:nvSpPr>
            <p:cNvPr id="1415" name="Google Shape;1415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7" name="Google Shape;1417;p41"/>
          <p:cNvGrpSpPr/>
          <p:nvPr/>
        </p:nvGrpSpPr>
        <p:grpSpPr>
          <a:xfrm>
            <a:off x="8200950" y="2377875"/>
            <a:ext cx="76825" cy="76800"/>
            <a:chOff x="3104875" y="1099400"/>
            <a:chExt cx="76825" cy="76800"/>
          </a:xfrm>
        </p:grpSpPr>
        <p:sp>
          <p:nvSpPr>
            <p:cNvPr id="1418" name="Google Shape;1418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Google Shape;1303;p38"/>
          <p:cNvPicPr preferRelativeResize="0"/>
          <p:nvPr/>
        </p:nvPicPr>
        <p:blipFill rotWithShape="1">
          <a:blip r:embed="rId3">
            <a:alphaModFix/>
          </a:blip>
          <a:srcRect l="26806" t="7660" r="25401" b="5390"/>
          <a:stretch/>
        </p:blipFill>
        <p:spPr>
          <a:xfrm>
            <a:off x="484075" y="2724275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6" name="Google Shape;1306;p38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1491599" y="33347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38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-1020103">
            <a:off x="8072309" y="105459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38"/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152297">
            <a:off x="2228325" y="141288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38"/>
          <p:cNvPicPr preferRelativeResize="0"/>
          <p:nvPr/>
        </p:nvPicPr>
        <p:blipFill rotWithShape="1">
          <a:blip r:embed="rId7">
            <a:alphaModFix/>
          </a:blip>
          <a:srcRect l="15236" r="10474"/>
          <a:stretch/>
        </p:blipFill>
        <p:spPr>
          <a:xfrm rot="1220421">
            <a:off x="2029632" y="3788076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38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3321565">
            <a:off x="3843063" y="376686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1" name="Google Shape;1311;p38"/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312" name="Google Shape;1312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4" name="Google Shape;1314;p38"/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315" name="Google Shape;1315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38"/>
          <p:cNvGrpSpPr/>
          <p:nvPr/>
        </p:nvGrpSpPr>
        <p:grpSpPr>
          <a:xfrm>
            <a:off x="4870450" y="4197150"/>
            <a:ext cx="76825" cy="76800"/>
            <a:chOff x="3104875" y="1099400"/>
            <a:chExt cx="76825" cy="76800"/>
          </a:xfrm>
        </p:grpSpPr>
        <p:sp>
          <p:nvSpPr>
            <p:cNvPr id="1318" name="Google Shape;1318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Картина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14" y="609078"/>
            <a:ext cx="2625263" cy="3134243"/>
          </a:xfrm>
          <a:prstGeom prst="rect">
            <a:avLst/>
          </a:prstGeo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4051" y="1808290"/>
            <a:ext cx="3845446" cy="16828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43"/>
          <p:cNvSpPr txBox="1">
            <a:spLocks noGrp="1"/>
          </p:cNvSpPr>
          <p:nvPr>
            <p:ph type="title"/>
          </p:nvPr>
        </p:nvSpPr>
        <p:spPr>
          <a:xfrm>
            <a:off x="571498" y="35580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>
                <a:latin typeface="Montserrat Light"/>
              </a:rPr>
              <a:t>Приложения:</a:t>
            </a:r>
            <a:endParaRPr b="1" dirty="0">
              <a:latin typeface="Montserrat Light"/>
            </a:endParaRPr>
          </a:p>
        </p:txBody>
      </p:sp>
      <p:sp>
        <p:nvSpPr>
          <p:cNvPr id="1447" name="Google Shape;1447;p43"/>
          <p:cNvSpPr txBox="1">
            <a:spLocks noGrp="1"/>
          </p:cNvSpPr>
          <p:nvPr>
            <p:ph type="subTitle" idx="1"/>
          </p:nvPr>
        </p:nvSpPr>
        <p:spPr>
          <a:xfrm>
            <a:off x="5297935" y="2887898"/>
            <a:ext cx="25056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Форми </a:t>
            </a:r>
            <a:endParaRPr dirty="0"/>
          </a:p>
        </p:txBody>
      </p:sp>
      <p:sp>
        <p:nvSpPr>
          <p:cNvPr id="1448" name="Google Shape;1448;p43"/>
          <p:cNvSpPr txBox="1">
            <a:spLocks noGrp="1"/>
          </p:cNvSpPr>
          <p:nvPr>
            <p:ph type="subTitle" idx="2"/>
          </p:nvPr>
        </p:nvSpPr>
        <p:spPr>
          <a:xfrm>
            <a:off x="901245" y="2403017"/>
            <a:ext cx="2505600" cy="11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Montserrat Light"/>
              </a:rPr>
              <a:t>Програмиране</a:t>
            </a:r>
            <a:endParaRPr dirty="0">
              <a:latin typeface="Montserrat Light"/>
            </a:endParaRPr>
          </a:p>
        </p:txBody>
      </p:sp>
      <p:sp>
        <p:nvSpPr>
          <p:cNvPr id="1449" name="Google Shape;1449;p43"/>
          <p:cNvSpPr txBox="1">
            <a:spLocks noGrp="1"/>
          </p:cNvSpPr>
          <p:nvPr>
            <p:ph type="subTitle" idx="3"/>
          </p:nvPr>
        </p:nvSpPr>
        <p:spPr>
          <a:xfrm>
            <a:off x="5478422" y="2509199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>
                <a:latin typeface="Montserrat Light"/>
              </a:rPr>
              <a:t>Графичен потребителски интерфейс</a:t>
            </a:r>
            <a:endParaRPr b="1" dirty="0">
              <a:latin typeface="Montserrat Light"/>
            </a:endParaRPr>
          </a:p>
        </p:txBody>
      </p:sp>
      <p:sp>
        <p:nvSpPr>
          <p:cNvPr id="1450" name="Google Shape;1450;p43"/>
          <p:cNvSpPr txBox="1">
            <a:spLocks noGrp="1"/>
          </p:cNvSpPr>
          <p:nvPr>
            <p:ph type="subTitle" idx="4"/>
          </p:nvPr>
        </p:nvSpPr>
        <p:spPr>
          <a:xfrm>
            <a:off x="901245" y="194586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b="1" dirty="0">
                <a:latin typeface="Montserrat Light"/>
              </a:rPr>
              <a:t>Конзолно</a:t>
            </a:r>
            <a:endParaRPr b="1" dirty="0">
              <a:latin typeface="Montserrat Light"/>
            </a:endParaRPr>
          </a:p>
        </p:txBody>
      </p:sp>
      <p:sp>
        <p:nvSpPr>
          <p:cNvPr id="1451" name="Google Shape;1451;p43"/>
          <p:cNvSpPr/>
          <p:nvPr/>
        </p:nvSpPr>
        <p:spPr>
          <a:xfrm rot="5400000">
            <a:off x="6185583" y="1005257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43"/>
          <p:cNvSpPr/>
          <p:nvPr/>
        </p:nvSpPr>
        <p:spPr>
          <a:xfrm rot="5400000">
            <a:off x="1608366" y="1031972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3" name="Google Shape;1453;p43"/>
          <p:cNvGrpSpPr/>
          <p:nvPr/>
        </p:nvGrpSpPr>
        <p:grpSpPr>
          <a:xfrm>
            <a:off x="7123225" y="1144988"/>
            <a:ext cx="76825" cy="76800"/>
            <a:chOff x="3104875" y="1099400"/>
            <a:chExt cx="76825" cy="76800"/>
          </a:xfrm>
        </p:grpSpPr>
        <p:sp>
          <p:nvSpPr>
            <p:cNvPr id="1454" name="Google Shape;1454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43"/>
          <p:cNvGrpSpPr/>
          <p:nvPr/>
        </p:nvGrpSpPr>
        <p:grpSpPr>
          <a:xfrm>
            <a:off x="1062850" y="3623963"/>
            <a:ext cx="76825" cy="76800"/>
            <a:chOff x="3104875" y="1099400"/>
            <a:chExt cx="76825" cy="76800"/>
          </a:xfrm>
        </p:grpSpPr>
        <p:sp>
          <p:nvSpPr>
            <p:cNvPr id="1457" name="Google Shape;1457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9" name="Google Shape;1459;p43"/>
          <p:cNvGrpSpPr/>
          <p:nvPr/>
        </p:nvGrpSpPr>
        <p:grpSpPr>
          <a:xfrm>
            <a:off x="1506350" y="1719463"/>
            <a:ext cx="76825" cy="76800"/>
            <a:chOff x="3104875" y="1099400"/>
            <a:chExt cx="76825" cy="76800"/>
          </a:xfrm>
        </p:grpSpPr>
        <p:sp>
          <p:nvSpPr>
            <p:cNvPr id="1460" name="Google Shape;1460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62" name="Google Shape;1462;p43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 rot="-5710310">
            <a:off x="7918959" y="2630760"/>
            <a:ext cx="1290361" cy="911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3" name="Google Shape;1463;p43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8473750">
            <a:off x="102018" y="1365004"/>
            <a:ext cx="903665" cy="8538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4" name="Google Shape;1464;p43"/>
          <p:cNvGrpSpPr/>
          <p:nvPr/>
        </p:nvGrpSpPr>
        <p:grpSpPr>
          <a:xfrm>
            <a:off x="6436450" y="1151208"/>
            <a:ext cx="454355" cy="536704"/>
            <a:chOff x="4745408" y="4001992"/>
            <a:chExt cx="509652" cy="602023"/>
          </a:xfrm>
        </p:grpSpPr>
        <p:sp>
          <p:nvSpPr>
            <p:cNvPr id="1465" name="Google Shape;1465;p43"/>
            <p:cNvSpPr/>
            <p:nvPr/>
          </p:nvSpPr>
          <p:spPr>
            <a:xfrm>
              <a:off x="4745408" y="4001992"/>
              <a:ext cx="509652" cy="602023"/>
            </a:xfrm>
            <a:custGeom>
              <a:avLst/>
              <a:gdLst/>
              <a:ahLst/>
              <a:cxnLst/>
              <a:rect l="l" t="t" r="r" b="b"/>
              <a:pathLst>
                <a:path w="15366" h="18151" extrusionOk="0">
                  <a:moveTo>
                    <a:pt x="7621" y="3566"/>
                  </a:moveTo>
                  <a:cubicBezTo>
                    <a:pt x="8283" y="3566"/>
                    <a:pt x="8831" y="4057"/>
                    <a:pt x="8920" y="4696"/>
                  </a:cubicBezTo>
                  <a:lnTo>
                    <a:pt x="6321" y="4696"/>
                  </a:lnTo>
                  <a:cubicBezTo>
                    <a:pt x="6409" y="4058"/>
                    <a:pt x="6958" y="3566"/>
                    <a:pt x="7621" y="3566"/>
                  </a:cubicBezTo>
                  <a:close/>
                  <a:moveTo>
                    <a:pt x="10155" y="5228"/>
                  </a:moveTo>
                  <a:cubicBezTo>
                    <a:pt x="10236" y="5228"/>
                    <a:pt x="10304" y="5296"/>
                    <a:pt x="10304" y="5377"/>
                  </a:cubicBezTo>
                  <a:lnTo>
                    <a:pt x="10304" y="6649"/>
                  </a:lnTo>
                  <a:lnTo>
                    <a:pt x="532" y="6649"/>
                  </a:lnTo>
                  <a:lnTo>
                    <a:pt x="532" y="5377"/>
                  </a:lnTo>
                  <a:cubicBezTo>
                    <a:pt x="532" y="5296"/>
                    <a:pt x="600" y="5228"/>
                    <a:pt x="681" y="5228"/>
                  </a:cubicBezTo>
                  <a:close/>
                  <a:moveTo>
                    <a:pt x="10304" y="7181"/>
                  </a:moveTo>
                  <a:lnTo>
                    <a:pt x="10304" y="17619"/>
                  </a:lnTo>
                  <a:lnTo>
                    <a:pt x="532" y="17619"/>
                  </a:lnTo>
                  <a:lnTo>
                    <a:pt x="532" y="7181"/>
                  </a:lnTo>
                  <a:close/>
                  <a:moveTo>
                    <a:pt x="5211" y="1"/>
                  </a:moveTo>
                  <a:cubicBezTo>
                    <a:pt x="4835" y="1"/>
                    <a:pt x="4529" y="307"/>
                    <a:pt x="4529" y="683"/>
                  </a:cubicBezTo>
                  <a:lnTo>
                    <a:pt x="4529" y="4696"/>
                  </a:lnTo>
                  <a:lnTo>
                    <a:pt x="682" y="4696"/>
                  </a:lnTo>
                  <a:cubicBezTo>
                    <a:pt x="306" y="4696"/>
                    <a:pt x="0" y="5002"/>
                    <a:pt x="0" y="5377"/>
                  </a:cubicBezTo>
                  <a:lnTo>
                    <a:pt x="0" y="17707"/>
                  </a:lnTo>
                  <a:cubicBezTo>
                    <a:pt x="0" y="17951"/>
                    <a:pt x="198" y="18151"/>
                    <a:pt x="443" y="18151"/>
                  </a:cubicBezTo>
                  <a:lnTo>
                    <a:pt x="10394" y="18151"/>
                  </a:lnTo>
                  <a:cubicBezTo>
                    <a:pt x="10638" y="18151"/>
                    <a:pt x="10836" y="17951"/>
                    <a:pt x="10836" y="17707"/>
                  </a:cubicBezTo>
                  <a:lnTo>
                    <a:pt x="10836" y="13455"/>
                  </a:lnTo>
                  <a:lnTo>
                    <a:pt x="14923" y="13455"/>
                  </a:lnTo>
                  <a:cubicBezTo>
                    <a:pt x="15167" y="13455"/>
                    <a:pt x="15365" y="13256"/>
                    <a:pt x="15365" y="13012"/>
                  </a:cubicBezTo>
                  <a:lnTo>
                    <a:pt x="15365" y="9075"/>
                  </a:lnTo>
                  <a:cubicBezTo>
                    <a:pt x="15365" y="8928"/>
                    <a:pt x="15246" y="8809"/>
                    <a:pt x="15099" y="8809"/>
                  </a:cubicBezTo>
                  <a:cubicBezTo>
                    <a:pt x="14952" y="8809"/>
                    <a:pt x="14833" y="8928"/>
                    <a:pt x="14833" y="9075"/>
                  </a:cubicBezTo>
                  <a:lnTo>
                    <a:pt x="14833" y="12923"/>
                  </a:lnTo>
                  <a:lnTo>
                    <a:pt x="10836" y="12923"/>
                  </a:lnTo>
                  <a:lnTo>
                    <a:pt x="10836" y="11289"/>
                  </a:lnTo>
                  <a:lnTo>
                    <a:pt x="14102" y="11289"/>
                  </a:lnTo>
                  <a:cubicBezTo>
                    <a:pt x="14249" y="11289"/>
                    <a:pt x="14368" y="11169"/>
                    <a:pt x="14368" y="11023"/>
                  </a:cubicBezTo>
                  <a:cubicBezTo>
                    <a:pt x="14368" y="10876"/>
                    <a:pt x="14249" y="10757"/>
                    <a:pt x="14102" y="10757"/>
                  </a:cubicBezTo>
                  <a:lnTo>
                    <a:pt x="10836" y="10757"/>
                  </a:lnTo>
                  <a:lnTo>
                    <a:pt x="10836" y="10476"/>
                  </a:lnTo>
                  <a:lnTo>
                    <a:pt x="14102" y="10476"/>
                  </a:lnTo>
                  <a:cubicBezTo>
                    <a:pt x="14249" y="10476"/>
                    <a:pt x="14368" y="10357"/>
                    <a:pt x="14368" y="10210"/>
                  </a:cubicBezTo>
                  <a:cubicBezTo>
                    <a:pt x="14368" y="10063"/>
                    <a:pt x="14249" y="9944"/>
                    <a:pt x="14102" y="9944"/>
                  </a:cubicBezTo>
                  <a:lnTo>
                    <a:pt x="10836" y="9944"/>
                  </a:lnTo>
                  <a:lnTo>
                    <a:pt x="10836" y="9377"/>
                  </a:lnTo>
                  <a:lnTo>
                    <a:pt x="14102" y="9377"/>
                  </a:lnTo>
                  <a:cubicBezTo>
                    <a:pt x="14249" y="9377"/>
                    <a:pt x="14368" y="9258"/>
                    <a:pt x="14368" y="9111"/>
                  </a:cubicBezTo>
                  <a:cubicBezTo>
                    <a:pt x="14368" y="8964"/>
                    <a:pt x="14249" y="8845"/>
                    <a:pt x="14102" y="8845"/>
                  </a:cubicBezTo>
                  <a:lnTo>
                    <a:pt x="13818" y="8845"/>
                  </a:lnTo>
                  <a:lnTo>
                    <a:pt x="13818" y="6952"/>
                  </a:lnTo>
                  <a:cubicBezTo>
                    <a:pt x="13818" y="6805"/>
                    <a:pt x="13699" y="6687"/>
                    <a:pt x="13552" y="6687"/>
                  </a:cubicBezTo>
                  <a:cubicBezTo>
                    <a:pt x="13405" y="6687"/>
                    <a:pt x="13286" y="6805"/>
                    <a:pt x="13286" y="6952"/>
                  </a:cubicBezTo>
                  <a:lnTo>
                    <a:pt x="13286" y="8845"/>
                  </a:lnTo>
                  <a:lnTo>
                    <a:pt x="12862" y="8845"/>
                  </a:lnTo>
                  <a:lnTo>
                    <a:pt x="12862" y="7770"/>
                  </a:lnTo>
                  <a:cubicBezTo>
                    <a:pt x="12862" y="7623"/>
                    <a:pt x="12743" y="7504"/>
                    <a:pt x="12596" y="7504"/>
                  </a:cubicBezTo>
                  <a:cubicBezTo>
                    <a:pt x="12449" y="7504"/>
                    <a:pt x="12331" y="7623"/>
                    <a:pt x="12331" y="7770"/>
                  </a:cubicBezTo>
                  <a:lnTo>
                    <a:pt x="12331" y="8845"/>
                  </a:lnTo>
                  <a:lnTo>
                    <a:pt x="11875" y="8845"/>
                  </a:lnTo>
                  <a:lnTo>
                    <a:pt x="11875" y="6036"/>
                  </a:lnTo>
                  <a:cubicBezTo>
                    <a:pt x="11875" y="5889"/>
                    <a:pt x="11756" y="5770"/>
                    <a:pt x="11609" y="5770"/>
                  </a:cubicBezTo>
                  <a:cubicBezTo>
                    <a:pt x="11463" y="5770"/>
                    <a:pt x="11343" y="5889"/>
                    <a:pt x="11343" y="6036"/>
                  </a:cubicBezTo>
                  <a:lnTo>
                    <a:pt x="11343" y="8845"/>
                  </a:lnTo>
                  <a:lnTo>
                    <a:pt x="10836" y="8845"/>
                  </a:lnTo>
                  <a:lnTo>
                    <a:pt x="10836" y="5378"/>
                  </a:lnTo>
                  <a:cubicBezTo>
                    <a:pt x="10836" y="5002"/>
                    <a:pt x="10531" y="4696"/>
                    <a:pt x="10156" y="4696"/>
                  </a:cubicBezTo>
                  <a:lnTo>
                    <a:pt x="9456" y="4696"/>
                  </a:lnTo>
                  <a:cubicBezTo>
                    <a:pt x="9364" y="3765"/>
                    <a:pt x="8576" y="3034"/>
                    <a:pt x="7621" y="3034"/>
                  </a:cubicBezTo>
                  <a:cubicBezTo>
                    <a:pt x="6665" y="3034"/>
                    <a:pt x="5877" y="3765"/>
                    <a:pt x="5785" y="4696"/>
                  </a:cubicBezTo>
                  <a:lnTo>
                    <a:pt x="5061" y="4696"/>
                  </a:lnTo>
                  <a:lnTo>
                    <a:pt x="5061" y="2486"/>
                  </a:lnTo>
                  <a:lnTo>
                    <a:pt x="7187" y="2486"/>
                  </a:lnTo>
                  <a:cubicBezTo>
                    <a:pt x="7333" y="2486"/>
                    <a:pt x="7452" y="2366"/>
                    <a:pt x="7452" y="2220"/>
                  </a:cubicBezTo>
                  <a:cubicBezTo>
                    <a:pt x="7452" y="2073"/>
                    <a:pt x="7333" y="1954"/>
                    <a:pt x="7187" y="1954"/>
                  </a:cubicBezTo>
                  <a:lnTo>
                    <a:pt x="5061" y="1954"/>
                  </a:lnTo>
                  <a:lnTo>
                    <a:pt x="5061" y="683"/>
                  </a:lnTo>
                  <a:cubicBezTo>
                    <a:pt x="5061" y="601"/>
                    <a:pt x="5130" y="533"/>
                    <a:pt x="5211" y="533"/>
                  </a:cubicBezTo>
                  <a:lnTo>
                    <a:pt x="14685" y="533"/>
                  </a:lnTo>
                  <a:cubicBezTo>
                    <a:pt x="14766" y="533"/>
                    <a:pt x="14834" y="601"/>
                    <a:pt x="14834" y="683"/>
                  </a:cubicBezTo>
                  <a:lnTo>
                    <a:pt x="14834" y="1954"/>
                  </a:lnTo>
                  <a:lnTo>
                    <a:pt x="8746" y="1954"/>
                  </a:lnTo>
                  <a:cubicBezTo>
                    <a:pt x="8599" y="1954"/>
                    <a:pt x="8480" y="2073"/>
                    <a:pt x="8480" y="2220"/>
                  </a:cubicBezTo>
                  <a:cubicBezTo>
                    <a:pt x="8480" y="2366"/>
                    <a:pt x="8599" y="2486"/>
                    <a:pt x="8746" y="2486"/>
                  </a:cubicBezTo>
                  <a:lnTo>
                    <a:pt x="14833" y="2486"/>
                  </a:lnTo>
                  <a:lnTo>
                    <a:pt x="14833" y="7728"/>
                  </a:lnTo>
                  <a:cubicBezTo>
                    <a:pt x="14833" y="7876"/>
                    <a:pt x="14952" y="7994"/>
                    <a:pt x="15099" y="7994"/>
                  </a:cubicBezTo>
                  <a:cubicBezTo>
                    <a:pt x="15246" y="7994"/>
                    <a:pt x="15365" y="7876"/>
                    <a:pt x="15365" y="7728"/>
                  </a:cubicBezTo>
                  <a:lnTo>
                    <a:pt x="15365" y="683"/>
                  </a:lnTo>
                  <a:cubicBezTo>
                    <a:pt x="15365" y="307"/>
                    <a:pt x="15059" y="1"/>
                    <a:pt x="14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3"/>
            <p:cNvSpPr/>
            <p:nvPr/>
          </p:nvSpPr>
          <p:spPr>
            <a:xfrm>
              <a:off x="5144546" y="4033700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1"/>
                  </a:moveTo>
                  <a:cubicBezTo>
                    <a:pt x="197" y="1"/>
                    <a:pt x="128" y="28"/>
                    <a:pt x="79" y="79"/>
                  </a:cubicBezTo>
                  <a:cubicBezTo>
                    <a:pt x="29" y="128"/>
                    <a:pt x="0" y="196"/>
                    <a:pt x="0" y="266"/>
                  </a:cubicBezTo>
                  <a:cubicBezTo>
                    <a:pt x="0" y="336"/>
                    <a:pt x="29" y="404"/>
                    <a:pt x="79" y="455"/>
                  </a:cubicBezTo>
                  <a:cubicBezTo>
                    <a:pt x="128" y="504"/>
                    <a:pt x="197" y="532"/>
                    <a:pt x="266" y="532"/>
                  </a:cubicBezTo>
                  <a:cubicBezTo>
                    <a:pt x="337" y="532"/>
                    <a:pt x="405" y="504"/>
                    <a:pt x="454" y="455"/>
                  </a:cubicBezTo>
                  <a:cubicBezTo>
                    <a:pt x="505" y="404"/>
                    <a:pt x="532" y="336"/>
                    <a:pt x="532" y="266"/>
                  </a:cubicBezTo>
                  <a:cubicBezTo>
                    <a:pt x="532" y="196"/>
                    <a:pt x="505" y="128"/>
                    <a:pt x="454" y="79"/>
                  </a:cubicBezTo>
                  <a:cubicBezTo>
                    <a:pt x="405" y="28"/>
                    <a:pt x="337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3"/>
            <p:cNvSpPr/>
            <p:nvPr/>
          </p:nvSpPr>
          <p:spPr>
            <a:xfrm>
              <a:off x="5175126" y="4033700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1"/>
                  </a:moveTo>
                  <a:cubicBezTo>
                    <a:pt x="197" y="1"/>
                    <a:pt x="128" y="28"/>
                    <a:pt x="79" y="79"/>
                  </a:cubicBezTo>
                  <a:cubicBezTo>
                    <a:pt x="29" y="128"/>
                    <a:pt x="0" y="197"/>
                    <a:pt x="0" y="266"/>
                  </a:cubicBezTo>
                  <a:cubicBezTo>
                    <a:pt x="0" y="336"/>
                    <a:pt x="29" y="404"/>
                    <a:pt x="79" y="455"/>
                  </a:cubicBezTo>
                  <a:cubicBezTo>
                    <a:pt x="128" y="504"/>
                    <a:pt x="197" y="532"/>
                    <a:pt x="266" y="532"/>
                  </a:cubicBezTo>
                  <a:cubicBezTo>
                    <a:pt x="336" y="532"/>
                    <a:pt x="405" y="504"/>
                    <a:pt x="454" y="455"/>
                  </a:cubicBezTo>
                  <a:cubicBezTo>
                    <a:pt x="504" y="404"/>
                    <a:pt x="532" y="335"/>
                    <a:pt x="532" y="266"/>
                  </a:cubicBezTo>
                  <a:cubicBezTo>
                    <a:pt x="532" y="197"/>
                    <a:pt x="504" y="128"/>
                    <a:pt x="454" y="79"/>
                  </a:cubicBezTo>
                  <a:cubicBezTo>
                    <a:pt x="405" y="28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3"/>
            <p:cNvSpPr/>
            <p:nvPr/>
          </p:nvSpPr>
          <p:spPr>
            <a:xfrm>
              <a:off x="5205674" y="4033700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1"/>
                  </a:moveTo>
                  <a:cubicBezTo>
                    <a:pt x="197" y="1"/>
                    <a:pt x="128" y="28"/>
                    <a:pt x="79" y="79"/>
                  </a:cubicBezTo>
                  <a:cubicBezTo>
                    <a:pt x="29" y="128"/>
                    <a:pt x="0" y="197"/>
                    <a:pt x="0" y="266"/>
                  </a:cubicBezTo>
                  <a:cubicBezTo>
                    <a:pt x="0" y="336"/>
                    <a:pt x="29" y="404"/>
                    <a:pt x="79" y="455"/>
                  </a:cubicBezTo>
                  <a:cubicBezTo>
                    <a:pt x="128" y="504"/>
                    <a:pt x="197" y="532"/>
                    <a:pt x="266" y="532"/>
                  </a:cubicBezTo>
                  <a:cubicBezTo>
                    <a:pt x="337" y="532"/>
                    <a:pt x="405" y="504"/>
                    <a:pt x="455" y="455"/>
                  </a:cubicBezTo>
                  <a:cubicBezTo>
                    <a:pt x="505" y="404"/>
                    <a:pt x="532" y="335"/>
                    <a:pt x="532" y="266"/>
                  </a:cubicBezTo>
                  <a:cubicBezTo>
                    <a:pt x="532" y="197"/>
                    <a:pt x="505" y="128"/>
                    <a:pt x="455" y="79"/>
                  </a:cubicBezTo>
                  <a:cubicBezTo>
                    <a:pt x="405" y="28"/>
                    <a:pt x="337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3"/>
            <p:cNvSpPr/>
            <p:nvPr/>
          </p:nvSpPr>
          <p:spPr>
            <a:xfrm>
              <a:off x="5126834" y="4109687"/>
              <a:ext cx="88259" cy="17678"/>
            </a:xfrm>
            <a:custGeom>
              <a:avLst/>
              <a:gdLst/>
              <a:ahLst/>
              <a:cxnLst/>
              <a:rect l="l" t="t" r="r" b="b"/>
              <a:pathLst>
                <a:path w="2661" h="533" extrusionOk="0">
                  <a:moveTo>
                    <a:pt x="266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20" y="532"/>
                    <a:pt x="266" y="532"/>
                  </a:cubicBezTo>
                  <a:lnTo>
                    <a:pt x="2395" y="532"/>
                  </a:lnTo>
                  <a:cubicBezTo>
                    <a:pt x="2542" y="532"/>
                    <a:pt x="2660" y="413"/>
                    <a:pt x="2660" y="266"/>
                  </a:cubicBezTo>
                  <a:cubicBezTo>
                    <a:pt x="2661" y="119"/>
                    <a:pt x="2542" y="0"/>
                    <a:pt x="2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3"/>
            <p:cNvSpPr/>
            <p:nvPr/>
          </p:nvSpPr>
          <p:spPr>
            <a:xfrm>
              <a:off x="5126834" y="4136652"/>
              <a:ext cx="88259" cy="17645"/>
            </a:xfrm>
            <a:custGeom>
              <a:avLst/>
              <a:gdLst/>
              <a:ahLst/>
              <a:cxnLst/>
              <a:rect l="l" t="t" r="r" b="b"/>
              <a:pathLst>
                <a:path w="2661" h="532" extrusionOk="0">
                  <a:moveTo>
                    <a:pt x="266" y="1"/>
                  </a:moveTo>
                  <a:cubicBezTo>
                    <a:pt x="119" y="1"/>
                    <a:pt x="1" y="120"/>
                    <a:pt x="1" y="265"/>
                  </a:cubicBezTo>
                  <a:cubicBezTo>
                    <a:pt x="1" y="412"/>
                    <a:pt x="120" y="531"/>
                    <a:pt x="266" y="531"/>
                  </a:cubicBezTo>
                  <a:lnTo>
                    <a:pt x="2395" y="531"/>
                  </a:lnTo>
                  <a:cubicBezTo>
                    <a:pt x="2542" y="531"/>
                    <a:pt x="2660" y="412"/>
                    <a:pt x="2660" y="265"/>
                  </a:cubicBezTo>
                  <a:cubicBezTo>
                    <a:pt x="2661" y="120"/>
                    <a:pt x="2542" y="1"/>
                    <a:pt x="2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3"/>
            <p:cNvSpPr/>
            <p:nvPr/>
          </p:nvSpPr>
          <p:spPr>
            <a:xfrm>
              <a:off x="5157448" y="4163584"/>
              <a:ext cx="57645" cy="17678"/>
            </a:xfrm>
            <a:custGeom>
              <a:avLst/>
              <a:gdLst/>
              <a:ahLst/>
              <a:cxnLst/>
              <a:rect l="l" t="t" r="r" b="b"/>
              <a:pathLst>
                <a:path w="1738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3"/>
                    <a:pt x="267" y="533"/>
                  </a:cubicBezTo>
                  <a:lnTo>
                    <a:pt x="1472" y="533"/>
                  </a:lnTo>
                  <a:cubicBezTo>
                    <a:pt x="1619" y="533"/>
                    <a:pt x="1737" y="413"/>
                    <a:pt x="1737" y="267"/>
                  </a:cubicBezTo>
                  <a:cubicBezTo>
                    <a:pt x="1738" y="120"/>
                    <a:pt x="161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3"/>
            <p:cNvSpPr/>
            <p:nvPr/>
          </p:nvSpPr>
          <p:spPr>
            <a:xfrm>
              <a:off x="5127730" y="4385707"/>
              <a:ext cx="94262" cy="17645"/>
            </a:xfrm>
            <a:custGeom>
              <a:avLst/>
              <a:gdLst/>
              <a:ahLst/>
              <a:cxnLst/>
              <a:rect l="l" t="t" r="r" b="b"/>
              <a:pathLst>
                <a:path w="2842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2575" y="532"/>
                  </a:lnTo>
                  <a:cubicBezTo>
                    <a:pt x="2722" y="532"/>
                    <a:pt x="2841" y="413"/>
                    <a:pt x="2841" y="266"/>
                  </a:cubicBezTo>
                  <a:cubicBezTo>
                    <a:pt x="2841" y="119"/>
                    <a:pt x="2722" y="0"/>
                    <a:pt x="2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3"/>
            <p:cNvSpPr/>
            <p:nvPr/>
          </p:nvSpPr>
          <p:spPr>
            <a:xfrm>
              <a:off x="4924380" y="4033700"/>
              <a:ext cx="57645" cy="17645"/>
            </a:xfrm>
            <a:custGeom>
              <a:avLst/>
              <a:gdLst/>
              <a:ahLst/>
              <a:cxnLst/>
              <a:rect l="l" t="t" r="r" b="b"/>
              <a:pathLst>
                <a:path w="1738" h="532" extrusionOk="0">
                  <a:moveTo>
                    <a:pt x="267" y="1"/>
                  </a:moveTo>
                  <a:cubicBezTo>
                    <a:pt x="120" y="1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472" y="532"/>
                  </a:lnTo>
                  <a:cubicBezTo>
                    <a:pt x="1619" y="532"/>
                    <a:pt x="1738" y="413"/>
                    <a:pt x="1738" y="266"/>
                  </a:cubicBezTo>
                  <a:cubicBezTo>
                    <a:pt x="1738" y="120"/>
                    <a:pt x="1619" y="1"/>
                    <a:pt x="1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3"/>
            <p:cNvSpPr/>
            <p:nvPr/>
          </p:nvSpPr>
          <p:spPr>
            <a:xfrm>
              <a:off x="4997249" y="4189389"/>
              <a:ext cx="17678" cy="17711"/>
            </a:xfrm>
            <a:custGeom>
              <a:avLst/>
              <a:gdLst/>
              <a:ahLst/>
              <a:cxnLst/>
              <a:rect l="l" t="t" r="r" b="b"/>
              <a:pathLst>
                <a:path w="533" h="534" extrusionOk="0">
                  <a:moveTo>
                    <a:pt x="267" y="1"/>
                  </a:moveTo>
                  <a:cubicBezTo>
                    <a:pt x="197" y="1"/>
                    <a:pt x="128" y="30"/>
                    <a:pt x="79" y="79"/>
                  </a:cubicBezTo>
                  <a:cubicBezTo>
                    <a:pt x="30" y="129"/>
                    <a:pt x="1" y="197"/>
                    <a:pt x="1" y="268"/>
                  </a:cubicBezTo>
                  <a:cubicBezTo>
                    <a:pt x="1" y="338"/>
                    <a:pt x="30" y="406"/>
                    <a:pt x="79" y="456"/>
                  </a:cubicBezTo>
                  <a:cubicBezTo>
                    <a:pt x="128" y="505"/>
                    <a:pt x="197" y="534"/>
                    <a:pt x="267" y="534"/>
                  </a:cubicBezTo>
                  <a:cubicBezTo>
                    <a:pt x="337" y="534"/>
                    <a:pt x="405" y="505"/>
                    <a:pt x="455" y="456"/>
                  </a:cubicBezTo>
                  <a:cubicBezTo>
                    <a:pt x="504" y="406"/>
                    <a:pt x="533" y="338"/>
                    <a:pt x="533" y="268"/>
                  </a:cubicBezTo>
                  <a:cubicBezTo>
                    <a:pt x="533" y="197"/>
                    <a:pt x="504" y="129"/>
                    <a:pt x="455" y="79"/>
                  </a:cubicBezTo>
                  <a:cubicBezTo>
                    <a:pt x="405" y="30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3"/>
            <p:cNvSpPr/>
            <p:nvPr/>
          </p:nvSpPr>
          <p:spPr>
            <a:xfrm>
              <a:off x="5027796" y="418942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29"/>
                    <a:pt x="79" y="78"/>
                  </a:cubicBezTo>
                  <a:cubicBezTo>
                    <a:pt x="30" y="128"/>
                    <a:pt x="1" y="196"/>
                    <a:pt x="1" y="266"/>
                  </a:cubicBezTo>
                  <a:cubicBezTo>
                    <a:pt x="1" y="337"/>
                    <a:pt x="30" y="405"/>
                    <a:pt x="79" y="455"/>
                  </a:cubicBezTo>
                  <a:cubicBezTo>
                    <a:pt x="129" y="504"/>
                    <a:pt x="197" y="533"/>
                    <a:pt x="267" y="533"/>
                  </a:cubicBezTo>
                  <a:cubicBezTo>
                    <a:pt x="338" y="533"/>
                    <a:pt x="405" y="504"/>
                    <a:pt x="456" y="455"/>
                  </a:cubicBezTo>
                  <a:cubicBezTo>
                    <a:pt x="505" y="405"/>
                    <a:pt x="533" y="337"/>
                    <a:pt x="533" y="266"/>
                  </a:cubicBezTo>
                  <a:cubicBezTo>
                    <a:pt x="533" y="196"/>
                    <a:pt x="505" y="128"/>
                    <a:pt x="456" y="78"/>
                  </a:cubicBezTo>
                  <a:cubicBezTo>
                    <a:pt x="405" y="29"/>
                    <a:pt x="338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3"/>
            <p:cNvSpPr/>
            <p:nvPr/>
          </p:nvSpPr>
          <p:spPr>
            <a:xfrm>
              <a:off x="5058377" y="418942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1"/>
                  </a:moveTo>
                  <a:cubicBezTo>
                    <a:pt x="197" y="1"/>
                    <a:pt x="128" y="29"/>
                    <a:pt x="79" y="78"/>
                  </a:cubicBezTo>
                  <a:cubicBezTo>
                    <a:pt x="30" y="128"/>
                    <a:pt x="1" y="196"/>
                    <a:pt x="1" y="267"/>
                  </a:cubicBezTo>
                  <a:cubicBezTo>
                    <a:pt x="1" y="337"/>
                    <a:pt x="30" y="405"/>
                    <a:pt x="79" y="455"/>
                  </a:cubicBezTo>
                  <a:cubicBezTo>
                    <a:pt x="128" y="504"/>
                    <a:pt x="197" y="532"/>
                    <a:pt x="267" y="532"/>
                  </a:cubicBezTo>
                  <a:cubicBezTo>
                    <a:pt x="337" y="532"/>
                    <a:pt x="405" y="504"/>
                    <a:pt x="455" y="455"/>
                  </a:cubicBezTo>
                  <a:cubicBezTo>
                    <a:pt x="504" y="405"/>
                    <a:pt x="533" y="337"/>
                    <a:pt x="533" y="267"/>
                  </a:cubicBezTo>
                  <a:cubicBezTo>
                    <a:pt x="533" y="196"/>
                    <a:pt x="504" y="128"/>
                    <a:pt x="455" y="78"/>
                  </a:cubicBezTo>
                  <a:cubicBezTo>
                    <a:pt x="405" y="29"/>
                    <a:pt x="337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3"/>
            <p:cNvSpPr/>
            <p:nvPr/>
          </p:nvSpPr>
          <p:spPr>
            <a:xfrm>
              <a:off x="4785342" y="4319173"/>
              <a:ext cx="279503" cy="244876"/>
            </a:xfrm>
            <a:custGeom>
              <a:avLst/>
              <a:gdLst/>
              <a:ahLst/>
              <a:cxnLst/>
              <a:rect l="l" t="t" r="r" b="b"/>
              <a:pathLst>
                <a:path w="8427" h="7383" extrusionOk="0">
                  <a:moveTo>
                    <a:pt x="1541" y="5099"/>
                  </a:moveTo>
                  <a:lnTo>
                    <a:pt x="1541" y="6850"/>
                  </a:lnTo>
                  <a:lnTo>
                    <a:pt x="1001" y="6850"/>
                  </a:lnTo>
                  <a:lnTo>
                    <a:pt x="1001" y="5099"/>
                  </a:lnTo>
                  <a:close/>
                  <a:moveTo>
                    <a:pt x="5465" y="2932"/>
                  </a:moveTo>
                  <a:lnTo>
                    <a:pt x="5465" y="6850"/>
                  </a:lnTo>
                  <a:lnTo>
                    <a:pt x="4926" y="6850"/>
                  </a:lnTo>
                  <a:lnTo>
                    <a:pt x="4926" y="2932"/>
                  </a:lnTo>
                  <a:close/>
                  <a:moveTo>
                    <a:pt x="7427" y="532"/>
                  </a:moveTo>
                  <a:lnTo>
                    <a:pt x="7427" y="6850"/>
                  </a:lnTo>
                  <a:lnTo>
                    <a:pt x="6888" y="6850"/>
                  </a:lnTo>
                  <a:lnTo>
                    <a:pt x="6888" y="532"/>
                  </a:lnTo>
                  <a:close/>
                  <a:moveTo>
                    <a:pt x="6830" y="1"/>
                  </a:moveTo>
                  <a:cubicBezTo>
                    <a:pt x="6568" y="1"/>
                    <a:pt x="6356" y="213"/>
                    <a:pt x="6356" y="474"/>
                  </a:cubicBezTo>
                  <a:lnTo>
                    <a:pt x="6356" y="6850"/>
                  </a:lnTo>
                  <a:lnTo>
                    <a:pt x="5997" y="6850"/>
                  </a:lnTo>
                  <a:lnTo>
                    <a:pt x="5997" y="2874"/>
                  </a:lnTo>
                  <a:cubicBezTo>
                    <a:pt x="5997" y="2612"/>
                    <a:pt x="5784" y="2400"/>
                    <a:pt x="5522" y="2400"/>
                  </a:cubicBezTo>
                  <a:lnTo>
                    <a:pt x="4867" y="2400"/>
                  </a:lnTo>
                  <a:cubicBezTo>
                    <a:pt x="4606" y="2400"/>
                    <a:pt x="4394" y="2612"/>
                    <a:pt x="4394" y="2874"/>
                  </a:cubicBezTo>
                  <a:lnTo>
                    <a:pt x="4394" y="6850"/>
                  </a:lnTo>
                  <a:lnTo>
                    <a:pt x="4033" y="6850"/>
                  </a:lnTo>
                  <a:lnTo>
                    <a:pt x="4033" y="3483"/>
                  </a:lnTo>
                  <a:cubicBezTo>
                    <a:pt x="4033" y="3336"/>
                    <a:pt x="3914" y="3217"/>
                    <a:pt x="3769" y="3217"/>
                  </a:cubicBezTo>
                  <a:cubicBezTo>
                    <a:pt x="3621" y="3217"/>
                    <a:pt x="3503" y="3336"/>
                    <a:pt x="3503" y="3483"/>
                  </a:cubicBezTo>
                  <a:lnTo>
                    <a:pt x="3503" y="6850"/>
                  </a:lnTo>
                  <a:lnTo>
                    <a:pt x="2964" y="6850"/>
                  </a:lnTo>
                  <a:lnTo>
                    <a:pt x="2964" y="1306"/>
                  </a:lnTo>
                  <a:lnTo>
                    <a:pt x="3503" y="1306"/>
                  </a:lnTo>
                  <a:lnTo>
                    <a:pt x="3503" y="2065"/>
                  </a:lnTo>
                  <a:cubicBezTo>
                    <a:pt x="3503" y="2211"/>
                    <a:pt x="3621" y="2331"/>
                    <a:pt x="3769" y="2331"/>
                  </a:cubicBezTo>
                  <a:cubicBezTo>
                    <a:pt x="3914" y="2331"/>
                    <a:pt x="4033" y="2211"/>
                    <a:pt x="4033" y="2065"/>
                  </a:cubicBezTo>
                  <a:lnTo>
                    <a:pt x="4033" y="1248"/>
                  </a:lnTo>
                  <a:cubicBezTo>
                    <a:pt x="4033" y="987"/>
                    <a:pt x="3821" y="775"/>
                    <a:pt x="3560" y="775"/>
                  </a:cubicBezTo>
                  <a:lnTo>
                    <a:pt x="2905" y="775"/>
                  </a:lnTo>
                  <a:cubicBezTo>
                    <a:pt x="2644" y="775"/>
                    <a:pt x="2432" y="987"/>
                    <a:pt x="2432" y="1248"/>
                  </a:cubicBezTo>
                  <a:lnTo>
                    <a:pt x="2432" y="6850"/>
                  </a:lnTo>
                  <a:lnTo>
                    <a:pt x="2071" y="6850"/>
                  </a:lnTo>
                  <a:lnTo>
                    <a:pt x="2071" y="5041"/>
                  </a:lnTo>
                  <a:cubicBezTo>
                    <a:pt x="2071" y="4779"/>
                    <a:pt x="1859" y="4567"/>
                    <a:pt x="1598" y="4567"/>
                  </a:cubicBezTo>
                  <a:lnTo>
                    <a:pt x="943" y="4567"/>
                  </a:lnTo>
                  <a:cubicBezTo>
                    <a:pt x="682" y="4567"/>
                    <a:pt x="470" y="4779"/>
                    <a:pt x="470" y="5041"/>
                  </a:cubicBezTo>
                  <a:lnTo>
                    <a:pt x="470" y="6850"/>
                  </a:lnTo>
                  <a:lnTo>
                    <a:pt x="266" y="6850"/>
                  </a:lnTo>
                  <a:cubicBezTo>
                    <a:pt x="120" y="6850"/>
                    <a:pt x="0" y="6969"/>
                    <a:pt x="0" y="7116"/>
                  </a:cubicBezTo>
                  <a:cubicBezTo>
                    <a:pt x="0" y="7263"/>
                    <a:pt x="120" y="7382"/>
                    <a:pt x="266" y="7382"/>
                  </a:cubicBezTo>
                  <a:lnTo>
                    <a:pt x="8161" y="7382"/>
                  </a:lnTo>
                  <a:cubicBezTo>
                    <a:pt x="8308" y="7382"/>
                    <a:pt x="8427" y="7263"/>
                    <a:pt x="8427" y="7116"/>
                  </a:cubicBezTo>
                  <a:cubicBezTo>
                    <a:pt x="8427" y="6969"/>
                    <a:pt x="8309" y="6850"/>
                    <a:pt x="8161" y="6850"/>
                  </a:cubicBezTo>
                  <a:lnTo>
                    <a:pt x="7959" y="6850"/>
                  </a:lnTo>
                  <a:lnTo>
                    <a:pt x="7959" y="474"/>
                  </a:lnTo>
                  <a:cubicBezTo>
                    <a:pt x="7959" y="213"/>
                    <a:pt x="7746" y="1"/>
                    <a:pt x="7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3"/>
            <p:cNvSpPr/>
            <p:nvPr/>
          </p:nvSpPr>
          <p:spPr>
            <a:xfrm>
              <a:off x="4785375" y="4265408"/>
              <a:ext cx="88226" cy="17678"/>
            </a:xfrm>
            <a:custGeom>
              <a:avLst/>
              <a:gdLst/>
              <a:ahLst/>
              <a:cxnLst/>
              <a:rect l="l" t="t" r="r" b="b"/>
              <a:pathLst>
                <a:path w="2660" h="533" extrusionOk="0">
                  <a:moveTo>
                    <a:pt x="265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3"/>
                    <a:pt x="120" y="533"/>
                    <a:pt x="265" y="533"/>
                  </a:cubicBezTo>
                  <a:lnTo>
                    <a:pt x="2394" y="533"/>
                  </a:lnTo>
                  <a:cubicBezTo>
                    <a:pt x="2542" y="533"/>
                    <a:pt x="2660" y="413"/>
                    <a:pt x="2660" y="267"/>
                  </a:cubicBezTo>
                  <a:cubicBezTo>
                    <a:pt x="2660" y="120"/>
                    <a:pt x="2542" y="1"/>
                    <a:pt x="2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3"/>
            <p:cNvSpPr/>
            <p:nvPr/>
          </p:nvSpPr>
          <p:spPr>
            <a:xfrm>
              <a:off x="4785375" y="4292340"/>
              <a:ext cx="88226" cy="17678"/>
            </a:xfrm>
            <a:custGeom>
              <a:avLst/>
              <a:gdLst/>
              <a:ahLst/>
              <a:cxnLst/>
              <a:rect l="l" t="t" r="r" b="b"/>
              <a:pathLst>
                <a:path w="2660" h="533" extrusionOk="0">
                  <a:moveTo>
                    <a:pt x="265" y="1"/>
                  </a:moveTo>
                  <a:cubicBezTo>
                    <a:pt x="120" y="1"/>
                    <a:pt x="0" y="121"/>
                    <a:pt x="0" y="267"/>
                  </a:cubicBezTo>
                  <a:cubicBezTo>
                    <a:pt x="0" y="414"/>
                    <a:pt x="120" y="533"/>
                    <a:pt x="265" y="533"/>
                  </a:cubicBezTo>
                  <a:lnTo>
                    <a:pt x="2394" y="533"/>
                  </a:lnTo>
                  <a:cubicBezTo>
                    <a:pt x="2542" y="533"/>
                    <a:pt x="2660" y="414"/>
                    <a:pt x="2660" y="267"/>
                  </a:cubicBezTo>
                  <a:cubicBezTo>
                    <a:pt x="2660" y="121"/>
                    <a:pt x="2542" y="1"/>
                    <a:pt x="2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3"/>
            <p:cNvSpPr/>
            <p:nvPr/>
          </p:nvSpPr>
          <p:spPr>
            <a:xfrm>
              <a:off x="4785342" y="4319306"/>
              <a:ext cx="49784" cy="17678"/>
            </a:xfrm>
            <a:custGeom>
              <a:avLst/>
              <a:gdLst/>
              <a:ahLst/>
              <a:cxnLst/>
              <a:rect l="l" t="t" r="r" b="b"/>
              <a:pathLst>
                <a:path w="1501" h="533" extrusionOk="0">
                  <a:moveTo>
                    <a:pt x="266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4"/>
                    <a:pt x="120" y="533"/>
                    <a:pt x="266" y="533"/>
                  </a:cubicBezTo>
                  <a:lnTo>
                    <a:pt x="1235" y="533"/>
                  </a:lnTo>
                  <a:cubicBezTo>
                    <a:pt x="1381" y="533"/>
                    <a:pt x="1499" y="414"/>
                    <a:pt x="1499" y="267"/>
                  </a:cubicBezTo>
                  <a:cubicBezTo>
                    <a:pt x="1500" y="120"/>
                    <a:pt x="1381" y="1"/>
                    <a:pt x="1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3"/>
            <p:cNvSpPr/>
            <p:nvPr/>
          </p:nvSpPr>
          <p:spPr>
            <a:xfrm>
              <a:off x="4981959" y="4265408"/>
              <a:ext cx="68259" cy="17678"/>
            </a:xfrm>
            <a:custGeom>
              <a:avLst/>
              <a:gdLst/>
              <a:ahLst/>
              <a:cxnLst/>
              <a:rect l="l" t="t" r="r" b="b"/>
              <a:pathLst>
                <a:path w="2058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3"/>
                    <a:pt x="267" y="533"/>
                  </a:cubicBezTo>
                  <a:lnTo>
                    <a:pt x="1791" y="533"/>
                  </a:lnTo>
                  <a:cubicBezTo>
                    <a:pt x="1938" y="533"/>
                    <a:pt x="2057" y="413"/>
                    <a:pt x="2057" y="267"/>
                  </a:cubicBezTo>
                  <a:cubicBezTo>
                    <a:pt x="2057" y="120"/>
                    <a:pt x="1938" y="1"/>
                    <a:pt x="1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3"/>
            <p:cNvSpPr/>
            <p:nvPr/>
          </p:nvSpPr>
          <p:spPr>
            <a:xfrm>
              <a:off x="4777083" y="4189422"/>
              <a:ext cx="57645" cy="17645"/>
            </a:xfrm>
            <a:custGeom>
              <a:avLst/>
              <a:gdLst/>
              <a:ahLst/>
              <a:cxnLst/>
              <a:rect l="l" t="t" r="r" b="b"/>
              <a:pathLst>
                <a:path w="1738" h="532" extrusionOk="0">
                  <a:moveTo>
                    <a:pt x="267" y="1"/>
                  </a:moveTo>
                  <a:cubicBezTo>
                    <a:pt x="119" y="1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471" y="532"/>
                  </a:lnTo>
                  <a:cubicBezTo>
                    <a:pt x="1618" y="532"/>
                    <a:pt x="1737" y="413"/>
                    <a:pt x="1737" y="266"/>
                  </a:cubicBezTo>
                  <a:cubicBezTo>
                    <a:pt x="1737" y="120"/>
                    <a:pt x="1618" y="1"/>
                    <a:pt x="1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3" name="Google Shape;1483;p43"/>
          <p:cNvGrpSpPr/>
          <p:nvPr/>
        </p:nvGrpSpPr>
        <p:grpSpPr>
          <a:xfrm>
            <a:off x="1818064" y="1178749"/>
            <a:ext cx="536704" cy="535077"/>
            <a:chOff x="6087962" y="4002888"/>
            <a:chExt cx="602023" cy="600199"/>
          </a:xfrm>
        </p:grpSpPr>
        <p:sp>
          <p:nvSpPr>
            <p:cNvPr id="1484" name="Google Shape;1484;p43"/>
            <p:cNvSpPr/>
            <p:nvPr/>
          </p:nvSpPr>
          <p:spPr>
            <a:xfrm>
              <a:off x="6270881" y="4002888"/>
              <a:ext cx="380763" cy="270116"/>
            </a:xfrm>
            <a:custGeom>
              <a:avLst/>
              <a:gdLst/>
              <a:ahLst/>
              <a:cxnLst/>
              <a:rect l="l" t="t" r="r" b="b"/>
              <a:pathLst>
                <a:path w="11480" h="8144" extrusionOk="0">
                  <a:moveTo>
                    <a:pt x="4361" y="2371"/>
                  </a:moveTo>
                  <a:lnTo>
                    <a:pt x="4361" y="7613"/>
                  </a:lnTo>
                  <a:lnTo>
                    <a:pt x="2245" y="7613"/>
                  </a:lnTo>
                  <a:lnTo>
                    <a:pt x="2245" y="2371"/>
                  </a:lnTo>
                  <a:close/>
                  <a:moveTo>
                    <a:pt x="8971" y="4039"/>
                  </a:moveTo>
                  <a:lnTo>
                    <a:pt x="8971" y="7613"/>
                  </a:lnTo>
                  <a:lnTo>
                    <a:pt x="7197" y="7613"/>
                  </a:lnTo>
                  <a:lnTo>
                    <a:pt x="7197" y="4039"/>
                  </a:lnTo>
                  <a:close/>
                  <a:moveTo>
                    <a:pt x="4841" y="1"/>
                  </a:moveTo>
                  <a:cubicBezTo>
                    <a:pt x="4576" y="1"/>
                    <a:pt x="4361" y="216"/>
                    <a:pt x="4361" y="480"/>
                  </a:cubicBezTo>
                  <a:lnTo>
                    <a:pt x="4361" y="1839"/>
                  </a:lnTo>
                  <a:lnTo>
                    <a:pt x="2193" y="1839"/>
                  </a:lnTo>
                  <a:cubicBezTo>
                    <a:pt x="1929" y="1839"/>
                    <a:pt x="1714" y="2055"/>
                    <a:pt x="1714" y="2319"/>
                  </a:cubicBezTo>
                  <a:lnTo>
                    <a:pt x="1714" y="7613"/>
                  </a:lnTo>
                  <a:lnTo>
                    <a:pt x="267" y="7613"/>
                  </a:lnTo>
                  <a:cubicBezTo>
                    <a:pt x="120" y="7613"/>
                    <a:pt x="1" y="7732"/>
                    <a:pt x="1" y="7878"/>
                  </a:cubicBezTo>
                  <a:cubicBezTo>
                    <a:pt x="1" y="8026"/>
                    <a:pt x="120" y="8144"/>
                    <a:pt x="267" y="8144"/>
                  </a:cubicBezTo>
                  <a:lnTo>
                    <a:pt x="11214" y="8144"/>
                  </a:lnTo>
                  <a:cubicBezTo>
                    <a:pt x="11361" y="8144"/>
                    <a:pt x="11480" y="8024"/>
                    <a:pt x="11480" y="7878"/>
                  </a:cubicBezTo>
                  <a:cubicBezTo>
                    <a:pt x="11480" y="7732"/>
                    <a:pt x="11361" y="7613"/>
                    <a:pt x="11214" y="7613"/>
                  </a:cubicBezTo>
                  <a:lnTo>
                    <a:pt x="9502" y="7613"/>
                  </a:lnTo>
                  <a:lnTo>
                    <a:pt x="9502" y="3986"/>
                  </a:lnTo>
                  <a:cubicBezTo>
                    <a:pt x="9502" y="3722"/>
                    <a:pt x="9287" y="3507"/>
                    <a:pt x="9023" y="3507"/>
                  </a:cubicBezTo>
                  <a:lnTo>
                    <a:pt x="7197" y="3507"/>
                  </a:lnTo>
                  <a:lnTo>
                    <a:pt x="7197" y="2915"/>
                  </a:lnTo>
                  <a:cubicBezTo>
                    <a:pt x="7197" y="2769"/>
                    <a:pt x="7078" y="2649"/>
                    <a:pt x="6931" y="2649"/>
                  </a:cubicBezTo>
                  <a:cubicBezTo>
                    <a:pt x="6785" y="2649"/>
                    <a:pt x="6666" y="2769"/>
                    <a:pt x="6666" y="2915"/>
                  </a:cubicBezTo>
                  <a:lnTo>
                    <a:pt x="6666" y="7613"/>
                  </a:lnTo>
                  <a:lnTo>
                    <a:pt x="4892" y="7613"/>
                  </a:lnTo>
                  <a:lnTo>
                    <a:pt x="4892" y="532"/>
                  </a:lnTo>
                  <a:lnTo>
                    <a:pt x="6666" y="532"/>
                  </a:lnTo>
                  <a:lnTo>
                    <a:pt x="6666" y="1497"/>
                  </a:lnTo>
                  <a:cubicBezTo>
                    <a:pt x="6666" y="1644"/>
                    <a:pt x="6785" y="1763"/>
                    <a:pt x="6931" y="1763"/>
                  </a:cubicBezTo>
                  <a:cubicBezTo>
                    <a:pt x="7078" y="1763"/>
                    <a:pt x="7197" y="1644"/>
                    <a:pt x="7197" y="1497"/>
                  </a:cubicBezTo>
                  <a:lnTo>
                    <a:pt x="7197" y="480"/>
                  </a:lnTo>
                  <a:cubicBezTo>
                    <a:pt x="7197" y="216"/>
                    <a:pt x="6983" y="1"/>
                    <a:pt x="6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3"/>
            <p:cNvSpPr/>
            <p:nvPr/>
          </p:nvSpPr>
          <p:spPr>
            <a:xfrm>
              <a:off x="6574430" y="4002888"/>
              <a:ext cx="77214" cy="77247"/>
            </a:xfrm>
            <a:custGeom>
              <a:avLst/>
              <a:gdLst/>
              <a:ahLst/>
              <a:cxnLst/>
              <a:rect l="l" t="t" r="r" b="b"/>
              <a:pathLst>
                <a:path w="2328" h="2329" extrusionOk="0">
                  <a:moveTo>
                    <a:pt x="1164" y="532"/>
                  </a:moveTo>
                  <a:cubicBezTo>
                    <a:pt x="1513" y="532"/>
                    <a:pt x="1796" y="816"/>
                    <a:pt x="1796" y="1165"/>
                  </a:cubicBezTo>
                  <a:cubicBezTo>
                    <a:pt x="1796" y="1513"/>
                    <a:pt x="1513" y="1796"/>
                    <a:pt x="1164" y="1796"/>
                  </a:cubicBezTo>
                  <a:cubicBezTo>
                    <a:pt x="816" y="1796"/>
                    <a:pt x="532" y="1513"/>
                    <a:pt x="532" y="1165"/>
                  </a:cubicBezTo>
                  <a:cubicBezTo>
                    <a:pt x="532" y="816"/>
                    <a:pt x="816" y="532"/>
                    <a:pt x="1164" y="532"/>
                  </a:cubicBezTo>
                  <a:close/>
                  <a:moveTo>
                    <a:pt x="1164" y="1"/>
                  </a:moveTo>
                  <a:cubicBezTo>
                    <a:pt x="522" y="1"/>
                    <a:pt x="0" y="523"/>
                    <a:pt x="0" y="1165"/>
                  </a:cubicBezTo>
                  <a:cubicBezTo>
                    <a:pt x="0" y="1807"/>
                    <a:pt x="522" y="2328"/>
                    <a:pt x="1164" y="2328"/>
                  </a:cubicBezTo>
                  <a:cubicBezTo>
                    <a:pt x="1806" y="2328"/>
                    <a:pt x="2328" y="1807"/>
                    <a:pt x="2328" y="1165"/>
                  </a:cubicBezTo>
                  <a:cubicBezTo>
                    <a:pt x="2328" y="523"/>
                    <a:pt x="1806" y="1"/>
                    <a:pt x="1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3"/>
            <p:cNvSpPr/>
            <p:nvPr/>
          </p:nvSpPr>
          <p:spPr>
            <a:xfrm>
              <a:off x="6443219" y="4032672"/>
              <a:ext cx="36119" cy="17678"/>
            </a:xfrm>
            <a:custGeom>
              <a:avLst/>
              <a:gdLst/>
              <a:ahLst/>
              <a:cxnLst/>
              <a:rect l="l" t="t" r="r" b="b"/>
              <a:pathLst>
                <a:path w="1089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823" y="533"/>
                  </a:lnTo>
                  <a:cubicBezTo>
                    <a:pt x="970" y="533"/>
                    <a:pt x="1089" y="414"/>
                    <a:pt x="1089" y="267"/>
                  </a:cubicBezTo>
                  <a:cubicBezTo>
                    <a:pt x="1089" y="120"/>
                    <a:pt x="97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3"/>
            <p:cNvSpPr/>
            <p:nvPr/>
          </p:nvSpPr>
          <p:spPr>
            <a:xfrm>
              <a:off x="6443219" y="4059637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823" y="532"/>
                  </a:lnTo>
                  <a:cubicBezTo>
                    <a:pt x="970" y="532"/>
                    <a:pt x="1089" y="413"/>
                    <a:pt x="1089" y="266"/>
                  </a:cubicBezTo>
                  <a:cubicBezTo>
                    <a:pt x="1089" y="119"/>
                    <a:pt x="970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3"/>
            <p:cNvSpPr/>
            <p:nvPr/>
          </p:nvSpPr>
          <p:spPr>
            <a:xfrm>
              <a:off x="6443219" y="4086602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2"/>
                    <a:pt x="119" y="531"/>
                    <a:pt x="266" y="531"/>
                  </a:cubicBezTo>
                  <a:lnTo>
                    <a:pt x="823" y="531"/>
                  </a:lnTo>
                  <a:cubicBezTo>
                    <a:pt x="970" y="531"/>
                    <a:pt x="1089" y="412"/>
                    <a:pt x="1089" y="266"/>
                  </a:cubicBezTo>
                  <a:cubicBezTo>
                    <a:pt x="1089" y="118"/>
                    <a:pt x="970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3"/>
            <p:cNvSpPr/>
            <p:nvPr/>
          </p:nvSpPr>
          <p:spPr>
            <a:xfrm>
              <a:off x="6443219" y="4113534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2"/>
                    <a:pt x="119" y="531"/>
                    <a:pt x="266" y="531"/>
                  </a:cubicBezTo>
                  <a:lnTo>
                    <a:pt x="823" y="531"/>
                  </a:lnTo>
                  <a:cubicBezTo>
                    <a:pt x="970" y="531"/>
                    <a:pt x="1089" y="412"/>
                    <a:pt x="1089" y="266"/>
                  </a:cubicBezTo>
                  <a:cubicBezTo>
                    <a:pt x="1089" y="119"/>
                    <a:pt x="970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3"/>
            <p:cNvSpPr/>
            <p:nvPr/>
          </p:nvSpPr>
          <p:spPr>
            <a:xfrm>
              <a:off x="6443219" y="4140466"/>
              <a:ext cx="36119" cy="17678"/>
            </a:xfrm>
            <a:custGeom>
              <a:avLst/>
              <a:gdLst/>
              <a:ahLst/>
              <a:cxnLst/>
              <a:rect l="l" t="t" r="r" b="b"/>
              <a:pathLst>
                <a:path w="1089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823" y="532"/>
                  </a:lnTo>
                  <a:cubicBezTo>
                    <a:pt x="970" y="532"/>
                    <a:pt x="1089" y="413"/>
                    <a:pt x="1089" y="266"/>
                  </a:cubicBezTo>
                  <a:cubicBezTo>
                    <a:pt x="1089" y="120"/>
                    <a:pt x="97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3"/>
            <p:cNvSpPr/>
            <p:nvPr/>
          </p:nvSpPr>
          <p:spPr>
            <a:xfrm>
              <a:off x="6443219" y="4167399"/>
              <a:ext cx="36119" cy="17678"/>
            </a:xfrm>
            <a:custGeom>
              <a:avLst/>
              <a:gdLst/>
              <a:ahLst/>
              <a:cxnLst/>
              <a:rect l="l" t="t" r="r" b="b"/>
              <a:pathLst>
                <a:path w="1089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3"/>
                    <a:pt x="119" y="533"/>
                    <a:pt x="266" y="533"/>
                  </a:cubicBezTo>
                  <a:lnTo>
                    <a:pt x="823" y="533"/>
                  </a:lnTo>
                  <a:cubicBezTo>
                    <a:pt x="970" y="533"/>
                    <a:pt x="1089" y="413"/>
                    <a:pt x="1089" y="267"/>
                  </a:cubicBezTo>
                  <a:cubicBezTo>
                    <a:pt x="1089" y="120"/>
                    <a:pt x="97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3"/>
            <p:cNvSpPr/>
            <p:nvPr/>
          </p:nvSpPr>
          <p:spPr>
            <a:xfrm>
              <a:off x="6443219" y="4194364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2"/>
                    <a:pt x="266" y="532"/>
                  </a:cubicBezTo>
                  <a:lnTo>
                    <a:pt x="823" y="532"/>
                  </a:lnTo>
                  <a:cubicBezTo>
                    <a:pt x="970" y="532"/>
                    <a:pt x="1089" y="413"/>
                    <a:pt x="1089" y="267"/>
                  </a:cubicBezTo>
                  <a:cubicBezTo>
                    <a:pt x="1089" y="120"/>
                    <a:pt x="970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3"/>
            <p:cNvSpPr/>
            <p:nvPr/>
          </p:nvSpPr>
          <p:spPr>
            <a:xfrm>
              <a:off x="6443219" y="4221329"/>
              <a:ext cx="36119" cy="17645"/>
            </a:xfrm>
            <a:custGeom>
              <a:avLst/>
              <a:gdLst/>
              <a:ahLst/>
              <a:cxnLst/>
              <a:rect l="l" t="t" r="r" b="b"/>
              <a:pathLst>
                <a:path w="1089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823" y="532"/>
                  </a:lnTo>
                  <a:cubicBezTo>
                    <a:pt x="970" y="532"/>
                    <a:pt x="1089" y="413"/>
                    <a:pt x="1089" y="266"/>
                  </a:cubicBezTo>
                  <a:cubicBezTo>
                    <a:pt x="1089" y="119"/>
                    <a:pt x="970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3"/>
            <p:cNvSpPr/>
            <p:nvPr/>
          </p:nvSpPr>
          <p:spPr>
            <a:xfrm>
              <a:off x="6388228" y="4205840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30"/>
                    <a:pt x="78" y="79"/>
                  </a:cubicBezTo>
                  <a:cubicBezTo>
                    <a:pt x="28" y="128"/>
                    <a:pt x="0" y="197"/>
                    <a:pt x="0" y="267"/>
                  </a:cubicBezTo>
                  <a:cubicBezTo>
                    <a:pt x="0" y="337"/>
                    <a:pt x="28" y="405"/>
                    <a:pt x="78" y="455"/>
                  </a:cubicBezTo>
                  <a:cubicBezTo>
                    <a:pt x="127" y="504"/>
                    <a:pt x="196" y="533"/>
                    <a:pt x="266" y="533"/>
                  </a:cubicBezTo>
                  <a:cubicBezTo>
                    <a:pt x="336" y="533"/>
                    <a:pt x="405" y="504"/>
                    <a:pt x="454" y="455"/>
                  </a:cubicBezTo>
                  <a:cubicBezTo>
                    <a:pt x="503" y="405"/>
                    <a:pt x="532" y="337"/>
                    <a:pt x="532" y="267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5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3"/>
            <p:cNvSpPr/>
            <p:nvPr/>
          </p:nvSpPr>
          <p:spPr>
            <a:xfrm>
              <a:off x="6388228" y="4169422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6" y="0"/>
                  </a:moveTo>
                  <a:cubicBezTo>
                    <a:pt x="195" y="0"/>
                    <a:pt x="127" y="28"/>
                    <a:pt x="78" y="77"/>
                  </a:cubicBezTo>
                  <a:cubicBezTo>
                    <a:pt x="28" y="128"/>
                    <a:pt x="0" y="195"/>
                    <a:pt x="0" y="265"/>
                  </a:cubicBezTo>
                  <a:cubicBezTo>
                    <a:pt x="0" y="336"/>
                    <a:pt x="28" y="404"/>
                    <a:pt x="78" y="454"/>
                  </a:cubicBezTo>
                  <a:cubicBezTo>
                    <a:pt x="127" y="503"/>
                    <a:pt x="196" y="531"/>
                    <a:pt x="266" y="531"/>
                  </a:cubicBezTo>
                  <a:cubicBezTo>
                    <a:pt x="336" y="531"/>
                    <a:pt x="405" y="503"/>
                    <a:pt x="454" y="454"/>
                  </a:cubicBezTo>
                  <a:cubicBezTo>
                    <a:pt x="503" y="404"/>
                    <a:pt x="532" y="336"/>
                    <a:pt x="532" y="265"/>
                  </a:cubicBezTo>
                  <a:cubicBezTo>
                    <a:pt x="532" y="195"/>
                    <a:pt x="503" y="128"/>
                    <a:pt x="454" y="77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3"/>
            <p:cNvSpPr/>
            <p:nvPr/>
          </p:nvSpPr>
          <p:spPr>
            <a:xfrm>
              <a:off x="6388228" y="4132937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5" y="1"/>
                    <a:pt x="127" y="29"/>
                    <a:pt x="78" y="79"/>
                  </a:cubicBezTo>
                  <a:cubicBezTo>
                    <a:pt x="28" y="129"/>
                    <a:pt x="0" y="197"/>
                    <a:pt x="0" y="268"/>
                  </a:cubicBezTo>
                  <a:cubicBezTo>
                    <a:pt x="0" y="336"/>
                    <a:pt x="28" y="405"/>
                    <a:pt x="78" y="455"/>
                  </a:cubicBezTo>
                  <a:cubicBezTo>
                    <a:pt x="127" y="505"/>
                    <a:pt x="195" y="532"/>
                    <a:pt x="266" y="532"/>
                  </a:cubicBezTo>
                  <a:cubicBezTo>
                    <a:pt x="336" y="532"/>
                    <a:pt x="405" y="505"/>
                    <a:pt x="454" y="455"/>
                  </a:cubicBezTo>
                  <a:cubicBezTo>
                    <a:pt x="503" y="405"/>
                    <a:pt x="532" y="337"/>
                    <a:pt x="532" y="268"/>
                  </a:cubicBezTo>
                  <a:cubicBezTo>
                    <a:pt x="532" y="197"/>
                    <a:pt x="503" y="129"/>
                    <a:pt x="454" y="79"/>
                  </a:cubicBezTo>
                  <a:cubicBezTo>
                    <a:pt x="405" y="29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3"/>
            <p:cNvSpPr/>
            <p:nvPr/>
          </p:nvSpPr>
          <p:spPr>
            <a:xfrm>
              <a:off x="6388228" y="4096520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6" y="0"/>
                  </a:moveTo>
                  <a:cubicBezTo>
                    <a:pt x="195" y="0"/>
                    <a:pt x="127" y="28"/>
                    <a:pt x="78" y="78"/>
                  </a:cubicBezTo>
                  <a:cubicBezTo>
                    <a:pt x="28" y="127"/>
                    <a:pt x="0" y="196"/>
                    <a:pt x="0" y="266"/>
                  </a:cubicBezTo>
                  <a:cubicBezTo>
                    <a:pt x="0" y="336"/>
                    <a:pt x="28" y="405"/>
                    <a:pt x="78" y="454"/>
                  </a:cubicBezTo>
                  <a:cubicBezTo>
                    <a:pt x="127" y="503"/>
                    <a:pt x="195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3"/>
            <p:cNvSpPr/>
            <p:nvPr/>
          </p:nvSpPr>
          <p:spPr>
            <a:xfrm>
              <a:off x="6355027" y="4205840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30"/>
                    <a:pt x="78" y="79"/>
                  </a:cubicBezTo>
                  <a:cubicBezTo>
                    <a:pt x="29" y="128"/>
                    <a:pt x="0" y="197"/>
                    <a:pt x="0" y="267"/>
                  </a:cubicBezTo>
                  <a:cubicBezTo>
                    <a:pt x="0" y="337"/>
                    <a:pt x="29" y="405"/>
                    <a:pt x="78" y="455"/>
                  </a:cubicBezTo>
                  <a:cubicBezTo>
                    <a:pt x="127" y="504"/>
                    <a:pt x="196" y="533"/>
                    <a:pt x="266" y="533"/>
                  </a:cubicBezTo>
                  <a:cubicBezTo>
                    <a:pt x="336" y="533"/>
                    <a:pt x="405" y="504"/>
                    <a:pt x="454" y="455"/>
                  </a:cubicBezTo>
                  <a:cubicBezTo>
                    <a:pt x="503" y="405"/>
                    <a:pt x="532" y="337"/>
                    <a:pt x="532" y="267"/>
                  </a:cubicBezTo>
                  <a:cubicBezTo>
                    <a:pt x="532" y="197"/>
                    <a:pt x="503" y="128"/>
                    <a:pt x="454" y="79"/>
                  </a:cubicBezTo>
                  <a:cubicBezTo>
                    <a:pt x="405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3"/>
            <p:cNvSpPr/>
            <p:nvPr/>
          </p:nvSpPr>
          <p:spPr>
            <a:xfrm>
              <a:off x="6355027" y="4169422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6" y="0"/>
                  </a:moveTo>
                  <a:cubicBezTo>
                    <a:pt x="196" y="0"/>
                    <a:pt x="127" y="28"/>
                    <a:pt x="78" y="77"/>
                  </a:cubicBezTo>
                  <a:cubicBezTo>
                    <a:pt x="29" y="128"/>
                    <a:pt x="0" y="195"/>
                    <a:pt x="0" y="266"/>
                  </a:cubicBezTo>
                  <a:cubicBezTo>
                    <a:pt x="0" y="336"/>
                    <a:pt x="29" y="404"/>
                    <a:pt x="78" y="454"/>
                  </a:cubicBezTo>
                  <a:cubicBezTo>
                    <a:pt x="127" y="503"/>
                    <a:pt x="196" y="531"/>
                    <a:pt x="266" y="531"/>
                  </a:cubicBezTo>
                  <a:cubicBezTo>
                    <a:pt x="336" y="531"/>
                    <a:pt x="405" y="503"/>
                    <a:pt x="454" y="454"/>
                  </a:cubicBezTo>
                  <a:cubicBezTo>
                    <a:pt x="503" y="404"/>
                    <a:pt x="532" y="336"/>
                    <a:pt x="532" y="266"/>
                  </a:cubicBezTo>
                  <a:cubicBezTo>
                    <a:pt x="532" y="195"/>
                    <a:pt x="503" y="128"/>
                    <a:pt x="454" y="77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3"/>
            <p:cNvSpPr/>
            <p:nvPr/>
          </p:nvSpPr>
          <p:spPr>
            <a:xfrm>
              <a:off x="6355027" y="4132937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29"/>
                    <a:pt x="78" y="79"/>
                  </a:cubicBezTo>
                  <a:cubicBezTo>
                    <a:pt x="29" y="129"/>
                    <a:pt x="0" y="197"/>
                    <a:pt x="0" y="267"/>
                  </a:cubicBezTo>
                  <a:cubicBezTo>
                    <a:pt x="0" y="337"/>
                    <a:pt x="29" y="405"/>
                    <a:pt x="78" y="455"/>
                  </a:cubicBezTo>
                  <a:cubicBezTo>
                    <a:pt x="127" y="505"/>
                    <a:pt x="196" y="532"/>
                    <a:pt x="266" y="532"/>
                  </a:cubicBezTo>
                  <a:cubicBezTo>
                    <a:pt x="336" y="532"/>
                    <a:pt x="405" y="505"/>
                    <a:pt x="454" y="455"/>
                  </a:cubicBezTo>
                  <a:cubicBezTo>
                    <a:pt x="503" y="405"/>
                    <a:pt x="532" y="337"/>
                    <a:pt x="532" y="267"/>
                  </a:cubicBezTo>
                  <a:cubicBezTo>
                    <a:pt x="532" y="197"/>
                    <a:pt x="503" y="129"/>
                    <a:pt x="454" y="79"/>
                  </a:cubicBezTo>
                  <a:cubicBezTo>
                    <a:pt x="405" y="29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3"/>
            <p:cNvSpPr/>
            <p:nvPr/>
          </p:nvSpPr>
          <p:spPr>
            <a:xfrm>
              <a:off x="6355027" y="4096520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6" y="0"/>
                  </a:moveTo>
                  <a:cubicBezTo>
                    <a:pt x="196" y="0"/>
                    <a:pt x="127" y="28"/>
                    <a:pt x="78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7" y="503"/>
                    <a:pt x="196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3"/>
            <p:cNvSpPr/>
            <p:nvPr/>
          </p:nvSpPr>
          <p:spPr>
            <a:xfrm>
              <a:off x="6518841" y="4145607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582"/>
                  </a:lnTo>
                  <a:cubicBezTo>
                    <a:pt x="1" y="729"/>
                    <a:pt x="120" y="848"/>
                    <a:pt x="267" y="848"/>
                  </a:cubicBezTo>
                  <a:cubicBezTo>
                    <a:pt x="413" y="848"/>
                    <a:pt x="533" y="729"/>
                    <a:pt x="533" y="582"/>
                  </a:cubicBezTo>
                  <a:lnTo>
                    <a:pt x="533" y="267"/>
                  </a:lnTo>
                  <a:cubicBezTo>
                    <a:pt x="533" y="120"/>
                    <a:pt x="413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3"/>
            <p:cNvSpPr/>
            <p:nvPr/>
          </p:nvSpPr>
          <p:spPr>
            <a:xfrm>
              <a:off x="6542954" y="4145607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582"/>
                  </a:lnTo>
                  <a:cubicBezTo>
                    <a:pt x="1" y="729"/>
                    <a:pt x="120" y="848"/>
                    <a:pt x="267" y="848"/>
                  </a:cubicBezTo>
                  <a:cubicBezTo>
                    <a:pt x="413" y="848"/>
                    <a:pt x="532" y="729"/>
                    <a:pt x="532" y="582"/>
                  </a:cubicBezTo>
                  <a:lnTo>
                    <a:pt x="532" y="267"/>
                  </a:lnTo>
                  <a:cubicBezTo>
                    <a:pt x="532" y="120"/>
                    <a:pt x="413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3"/>
            <p:cNvSpPr/>
            <p:nvPr/>
          </p:nvSpPr>
          <p:spPr>
            <a:xfrm>
              <a:off x="6518841" y="4179670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lnTo>
                    <a:pt x="1" y="581"/>
                  </a:lnTo>
                  <a:cubicBezTo>
                    <a:pt x="1" y="728"/>
                    <a:pt x="120" y="847"/>
                    <a:pt x="267" y="847"/>
                  </a:cubicBezTo>
                  <a:cubicBezTo>
                    <a:pt x="413" y="847"/>
                    <a:pt x="533" y="728"/>
                    <a:pt x="533" y="581"/>
                  </a:cubicBezTo>
                  <a:lnTo>
                    <a:pt x="533" y="265"/>
                  </a:lnTo>
                  <a:cubicBezTo>
                    <a:pt x="533" y="118"/>
                    <a:pt x="413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3"/>
            <p:cNvSpPr/>
            <p:nvPr/>
          </p:nvSpPr>
          <p:spPr>
            <a:xfrm>
              <a:off x="6542954" y="4179670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lnTo>
                    <a:pt x="1" y="581"/>
                  </a:lnTo>
                  <a:cubicBezTo>
                    <a:pt x="1" y="728"/>
                    <a:pt x="120" y="847"/>
                    <a:pt x="267" y="847"/>
                  </a:cubicBezTo>
                  <a:cubicBezTo>
                    <a:pt x="413" y="847"/>
                    <a:pt x="532" y="728"/>
                    <a:pt x="532" y="581"/>
                  </a:cubicBezTo>
                  <a:lnTo>
                    <a:pt x="532" y="265"/>
                  </a:lnTo>
                  <a:cubicBezTo>
                    <a:pt x="532" y="118"/>
                    <a:pt x="413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3"/>
            <p:cNvSpPr/>
            <p:nvPr/>
          </p:nvSpPr>
          <p:spPr>
            <a:xfrm>
              <a:off x="6518841" y="4213700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lnTo>
                    <a:pt x="1" y="581"/>
                  </a:lnTo>
                  <a:cubicBezTo>
                    <a:pt x="1" y="728"/>
                    <a:pt x="120" y="847"/>
                    <a:pt x="267" y="847"/>
                  </a:cubicBezTo>
                  <a:cubicBezTo>
                    <a:pt x="413" y="847"/>
                    <a:pt x="533" y="728"/>
                    <a:pt x="533" y="581"/>
                  </a:cubicBezTo>
                  <a:lnTo>
                    <a:pt x="533" y="266"/>
                  </a:lnTo>
                  <a:cubicBezTo>
                    <a:pt x="533" y="119"/>
                    <a:pt x="413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3"/>
            <p:cNvSpPr/>
            <p:nvPr/>
          </p:nvSpPr>
          <p:spPr>
            <a:xfrm>
              <a:off x="6542954" y="4213700"/>
              <a:ext cx="17678" cy="28126"/>
            </a:xfrm>
            <a:custGeom>
              <a:avLst/>
              <a:gdLst/>
              <a:ahLst/>
              <a:cxnLst/>
              <a:rect l="l" t="t" r="r" b="b"/>
              <a:pathLst>
                <a:path w="533" h="84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lnTo>
                    <a:pt x="1" y="581"/>
                  </a:lnTo>
                  <a:cubicBezTo>
                    <a:pt x="1" y="728"/>
                    <a:pt x="120" y="847"/>
                    <a:pt x="267" y="847"/>
                  </a:cubicBezTo>
                  <a:cubicBezTo>
                    <a:pt x="413" y="847"/>
                    <a:pt x="532" y="728"/>
                    <a:pt x="532" y="581"/>
                  </a:cubicBezTo>
                  <a:lnTo>
                    <a:pt x="532" y="266"/>
                  </a:lnTo>
                  <a:cubicBezTo>
                    <a:pt x="532" y="119"/>
                    <a:pt x="413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3"/>
            <p:cNvSpPr/>
            <p:nvPr/>
          </p:nvSpPr>
          <p:spPr>
            <a:xfrm>
              <a:off x="6087962" y="4258178"/>
              <a:ext cx="602023" cy="344909"/>
            </a:xfrm>
            <a:custGeom>
              <a:avLst/>
              <a:gdLst/>
              <a:ahLst/>
              <a:cxnLst/>
              <a:rect l="l" t="t" r="r" b="b"/>
              <a:pathLst>
                <a:path w="18151" h="10399" extrusionOk="0">
                  <a:moveTo>
                    <a:pt x="16396" y="4902"/>
                  </a:moveTo>
                  <a:lnTo>
                    <a:pt x="16396" y="6877"/>
                  </a:lnTo>
                  <a:lnTo>
                    <a:pt x="15706" y="6877"/>
                  </a:lnTo>
                  <a:lnTo>
                    <a:pt x="15706" y="4902"/>
                  </a:lnTo>
                  <a:close/>
                  <a:moveTo>
                    <a:pt x="17530" y="1912"/>
                  </a:moveTo>
                  <a:cubicBezTo>
                    <a:pt x="17577" y="1912"/>
                    <a:pt x="17618" y="1952"/>
                    <a:pt x="17618" y="2000"/>
                  </a:cubicBezTo>
                  <a:lnTo>
                    <a:pt x="17618" y="9779"/>
                  </a:lnTo>
                  <a:cubicBezTo>
                    <a:pt x="17618" y="9827"/>
                    <a:pt x="17577" y="9867"/>
                    <a:pt x="17529" y="9867"/>
                  </a:cubicBezTo>
                  <a:lnTo>
                    <a:pt x="15706" y="9867"/>
                  </a:lnTo>
                  <a:lnTo>
                    <a:pt x="15706" y="9398"/>
                  </a:lnTo>
                  <a:cubicBezTo>
                    <a:pt x="15706" y="9251"/>
                    <a:pt x="15587" y="9132"/>
                    <a:pt x="15440" y="9132"/>
                  </a:cubicBezTo>
                  <a:cubicBezTo>
                    <a:pt x="15294" y="9132"/>
                    <a:pt x="15175" y="9251"/>
                    <a:pt x="15175" y="9398"/>
                  </a:cubicBezTo>
                  <a:lnTo>
                    <a:pt x="15175" y="9867"/>
                  </a:lnTo>
                  <a:lnTo>
                    <a:pt x="2846" y="9867"/>
                  </a:lnTo>
                  <a:lnTo>
                    <a:pt x="2846" y="4435"/>
                  </a:lnTo>
                  <a:cubicBezTo>
                    <a:pt x="2846" y="4289"/>
                    <a:pt x="2727" y="4170"/>
                    <a:pt x="2581" y="4170"/>
                  </a:cubicBezTo>
                  <a:cubicBezTo>
                    <a:pt x="2434" y="4170"/>
                    <a:pt x="2315" y="4289"/>
                    <a:pt x="2315" y="4435"/>
                  </a:cubicBezTo>
                  <a:lnTo>
                    <a:pt x="2315" y="9867"/>
                  </a:lnTo>
                  <a:lnTo>
                    <a:pt x="620" y="9867"/>
                  </a:lnTo>
                  <a:cubicBezTo>
                    <a:pt x="572" y="9867"/>
                    <a:pt x="532" y="9827"/>
                    <a:pt x="532" y="9779"/>
                  </a:cubicBezTo>
                  <a:lnTo>
                    <a:pt x="532" y="2000"/>
                  </a:lnTo>
                  <a:cubicBezTo>
                    <a:pt x="532" y="1952"/>
                    <a:pt x="572" y="1912"/>
                    <a:pt x="620" y="1912"/>
                  </a:cubicBezTo>
                  <a:lnTo>
                    <a:pt x="2315" y="1912"/>
                  </a:lnTo>
                  <a:lnTo>
                    <a:pt x="2315" y="2805"/>
                  </a:lnTo>
                  <a:cubicBezTo>
                    <a:pt x="2315" y="2952"/>
                    <a:pt x="2434" y="3071"/>
                    <a:pt x="2581" y="3071"/>
                  </a:cubicBezTo>
                  <a:cubicBezTo>
                    <a:pt x="2727" y="3071"/>
                    <a:pt x="2846" y="2952"/>
                    <a:pt x="2846" y="2805"/>
                  </a:cubicBezTo>
                  <a:lnTo>
                    <a:pt x="2846" y="1912"/>
                  </a:lnTo>
                  <a:lnTo>
                    <a:pt x="4717" y="1912"/>
                  </a:lnTo>
                  <a:lnTo>
                    <a:pt x="5237" y="3189"/>
                  </a:lnTo>
                  <a:cubicBezTo>
                    <a:pt x="5279" y="3293"/>
                    <a:pt x="5378" y="3355"/>
                    <a:pt x="5483" y="3355"/>
                  </a:cubicBezTo>
                  <a:cubicBezTo>
                    <a:pt x="5516" y="3355"/>
                    <a:pt x="5551" y="3348"/>
                    <a:pt x="5583" y="3335"/>
                  </a:cubicBezTo>
                  <a:cubicBezTo>
                    <a:pt x="5719" y="3279"/>
                    <a:pt x="5785" y="3124"/>
                    <a:pt x="5730" y="2989"/>
                  </a:cubicBezTo>
                  <a:lnTo>
                    <a:pt x="5291" y="1912"/>
                  </a:lnTo>
                  <a:lnTo>
                    <a:pt x="15175" y="1912"/>
                  </a:lnTo>
                  <a:lnTo>
                    <a:pt x="15175" y="7767"/>
                  </a:lnTo>
                  <a:cubicBezTo>
                    <a:pt x="15175" y="7914"/>
                    <a:pt x="15294" y="8033"/>
                    <a:pt x="15440" y="8033"/>
                  </a:cubicBezTo>
                  <a:cubicBezTo>
                    <a:pt x="15587" y="8033"/>
                    <a:pt x="15706" y="7914"/>
                    <a:pt x="15706" y="7767"/>
                  </a:cubicBezTo>
                  <a:lnTo>
                    <a:pt x="15706" y="7409"/>
                  </a:lnTo>
                  <a:lnTo>
                    <a:pt x="16485" y="7409"/>
                  </a:lnTo>
                  <a:cubicBezTo>
                    <a:pt x="16729" y="7409"/>
                    <a:pt x="16928" y="7211"/>
                    <a:pt x="16928" y="6966"/>
                  </a:cubicBezTo>
                  <a:lnTo>
                    <a:pt x="16928" y="4813"/>
                  </a:lnTo>
                  <a:cubicBezTo>
                    <a:pt x="16928" y="4569"/>
                    <a:pt x="16729" y="4370"/>
                    <a:pt x="16485" y="4370"/>
                  </a:cubicBezTo>
                  <a:lnTo>
                    <a:pt x="15706" y="4370"/>
                  </a:lnTo>
                  <a:lnTo>
                    <a:pt x="15706" y="1912"/>
                  </a:lnTo>
                  <a:close/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4149" y="533"/>
                  </a:lnTo>
                  <a:cubicBezTo>
                    <a:pt x="4152" y="534"/>
                    <a:pt x="4157" y="537"/>
                    <a:pt x="4159" y="539"/>
                  </a:cubicBezTo>
                  <a:lnTo>
                    <a:pt x="4501" y="1380"/>
                  </a:lnTo>
                  <a:lnTo>
                    <a:pt x="620" y="1380"/>
                  </a:lnTo>
                  <a:cubicBezTo>
                    <a:pt x="279" y="1380"/>
                    <a:pt x="0" y="1658"/>
                    <a:pt x="0" y="2000"/>
                  </a:cubicBezTo>
                  <a:lnTo>
                    <a:pt x="0" y="9779"/>
                  </a:lnTo>
                  <a:cubicBezTo>
                    <a:pt x="0" y="10121"/>
                    <a:pt x="279" y="10399"/>
                    <a:pt x="620" y="10399"/>
                  </a:cubicBezTo>
                  <a:lnTo>
                    <a:pt x="17529" y="10399"/>
                  </a:lnTo>
                  <a:cubicBezTo>
                    <a:pt x="17872" y="10399"/>
                    <a:pt x="18150" y="10121"/>
                    <a:pt x="18150" y="9779"/>
                  </a:cubicBezTo>
                  <a:lnTo>
                    <a:pt x="18150" y="2000"/>
                  </a:lnTo>
                  <a:cubicBezTo>
                    <a:pt x="18150" y="1658"/>
                    <a:pt x="17871" y="1380"/>
                    <a:pt x="17529" y="1380"/>
                  </a:cubicBezTo>
                  <a:lnTo>
                    <a:pt x="5074" y="1380"/>
                  </a:lnTo>
                  <a:lnTo>
                    <a:pt x="4648" y="331"/>
                  </a:lnTo>
                  <a:cubicBezTo>
                    <a:pt x="4570" y="140"/>
                    <a:pt x="4364" y="1"/>
                    <a:pt x="4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3"/>
            <p:cNvSpPr/>
            <p:nvPr/>
          </p:nvSpPr>
          <p:spPr>
            <a:xfrm>
              <a:off x="6126337" y="4415889"/>
              <a:ext cx="17678" cy="75224"/>
            </a:xfrm>
            <a:custGeom>
              <a:avLst/>
              <a:gdLst/>
              <a:ahLst/>
              <a:cxnLst/>
              <a:rect l="l" t="t" r="r" b="b"/>
              <a:pathLst>
                <a:path w="533" h="2268" extrusionOk="0">
                  <a:moveTo>
                    <a:pt x="266" y="1"/>
                  </a:moveTo>
                  <a:cubicBezTo>
                    <a:pt x="120" y="1"/>
                    <a:pt x="0" y="120"/>
                    <a:pt x="0" y="266"/>
                  </a:cubicBezTo>
                  <a:lnTo>
                    <a:pt x="0" y="2002"/>
                  </a:lnTo>
                  <a:cubicBezTo>
                    <a:pt x="0" y="2149"/>
                    <a:pt x="120" y="2268"/>
                    <a:pt x="266" y="2268"/>
                  </a:cubicBezTo>
                  <a:cubicBezTo>
                    <a:pt x="413" y="2268"/>
                    <a:pt x="532" y="2149"/>
                    <a:pt x="532" y="2002"/>
                  </a:cubicBezTo>
                  <a:lnTo>
                    <a:pt x="532" y="266"/>
                  </a:lnTo>
                  <a:cubicBezTo>
                    <a:pt x="532" y="120"/>
                    <a:pt x="413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3"/>
            <p:cNvSpPr/>
            <p:nvPr/>
          </p:nvSpPr>
          <p:spPr>
            <a:xfrm>
              <a:off x="6255027" y="4389090"/>
              <a:ext cx="253665" cy="181758"/>
            </a:xfrm>
            <a:custGeom>
              <a:avLst/>
              <a:gdLst/>
              <a:ahLst/>
              <a:cxnLst/>
              <a:rect l="l" t="t" r="r" b="b"/>
              <a:pathLst>
                <a:path w="7648" h="5480" extrusionOk="0">
                  <a:moveTo>
                    <a:pt x="2834" y="1728"/>
                  </a:moveTo>
                  <a:lnTo>
                    <a:pt x="2834" y="4949"/>
                  </a:lnTo>
                  <a:lnTo>
                    <a:pt x="1645" y="4949"/>
                  </a:lnTo>
                  <a:lnTo>
                    <a:pt x="1645" y="1728"/>
                  </a:lnTo>
                  <a:close/>
                  <a:moveTo>
                    <a:pt x="4332" y="533"/>
                  </a:moveTo>
                  <a:lnTo>
                    <a:pt x="4332" y="4949"/>
                  </a:lnTo>
                  <a:lnTo>
                    <a:pt x="3366" y="4949"/>
                  </a:lnTo>
                  <a:lnTo>
                    <a:pt x="3366" y="533"/>
                  </a:lnTo>
                  <a:close/>
                  <a:moveTo>
                    <a:pt x="5830" y="2812"/>
                  </a:moveTo>
                  <a:lnTo>
                    <a:pt x="5830" y="4949"/>
                  </a:lnTo>
                  <a:lnTo>
                    <a:pt x="4864" y="4949"/>
                  </a:lnTo>
                  <a:lnTo>
                    <a:pt x="4864" y="2812"/>
                  </a:lnTo>
                  <a:close/>
                  <a:moveTo>
                    <a:pt x="3239" y="1"/>
                  </a:moveTo>
                  <a:cubicBezTo>
                    <a:pt x="3016" y="1"/>
                    <a:pt x="2834" y="183"/>
                    <a:pt x="2834" y="405"/>
                  </a:cubicBezTo>
                  <a:lnTo>
                    <a:pt x="2834" y="1196"/>
                  </a:lnTo>
                  <a:lnTo>
                    <a:pt x="1518" y="1196"/>
                  </a:lnTo>
                  <a:cubicBezTo>
                    <a:pt x="1295" y="1196"/>
                    <a:pt x="1113" y="1378"/>
                    <a:pt x="1113" y="1600"/>
                  </a:cubicBezTo>
                  <a:lnTo>
                    <a:pt x="1113" y="4948"/>
                  </a:lnTo>
                  <a:lnTo>
                    <a:pt x="266" y="4948"/>
                  </a:lnTo>
                  <a:cubicBezTo>
                    <a:pt x="120" y="4948"/>
                    <a:pt x="1" y="5067"/>
                    <a:pt x="1" y="5214"/>
                  </a:cubicBezTo>
                  <a:cubicBezTo>
                    <a:pt x="1" y="5360"/>
                    <a:pt x="120" y="5479"/>
                    <a:pt x="266" y="5479"/>
                  </a:cubicBezTo>
                  <a:lnTo>
                    <a:pt x="7382" y="5479"/>
                  </a:lnTo>
                  <a:cubicBezTo>
                    <a:pt x="7529" y="5479"/>
                    <a:pt x="7648" y="5360"/>
                    <a:pt x="7648" y="5214"/>
                  </a:cubicBezTo>
                  <a:cubicBezTo>
                    <a:pt x="7648" y="5067"/>
                    <a:pt x="7529" y="4949"/>
                    <a:pt x="7382" y="4949"/>
                  </a:cubicBezTo>
                  <a:lnTo>
                    <a:pt x="6362" y="4949"/>
                  </a:lnTo>
                  <a:lnTo>
                    <a:pt x="6362" y="2685"/>
                  </a:lnTo>
                  <a:cubicBezTo>
                    <a:pt x="6362" y="2462"/>
                    <a:pt x="6180" y="2280"/>
                    <a:pt x="5958" y="2280"/>
                  </a:cubicBezTo>
                  <a:lnTo>
                    <a:pt x="4864" y="2280"/>
                  </a:lnTo>
                  <a:lnTo>
                    <a:pt x="4864" y="405"/>
                  </a:lnTo>
                  <a:cubicBezTo>
                    <a:pt x="4864" y="183"/>
                    <a:pt x="4682" y="1"/>
                    <a:pt x="4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3"/>
            <p:cNvSpPr/>
            <p:nvPr/>
          </p:nvSpPr>
          <p:spPr>
            <a:xfrm>
              <a:off x="6530947" y="4371876"/>
              <a:ext cx="37446" cy="60398"/>
            </a:xfrm>
            <a:custGeom>
              <a:avLst/>
              <a:gdLst/>
              <a:ahLst/>
              <a:cxnLst/>
              <a:rect l="l" t="t" r="r" b="b"/>
              <a:pathLst>
                <a:path w="1129" h="1821" extrusionOk="0">
                  <a:moveTo>
                    <a:pt x="291" y="1"/>
                  </a:moveTo>
                  <a:cubicBezTo>
                    <a:pt x="223" y="1"/>
                    <a:pt x="156" y="27"/>
                    <a:pt x="104" y="78"/>
                  </a:cubicBezTo>
                  <a:cubicBezTo>
                    <a:pt x="0" y="183"/>
                    <a:pt x="0" y="351"/>
                    <a:pt x="104" y="455"/>
                  </a:cubicBezTo>
                  <a:lnTo>
                    <a:pt x="560" y="911"/>
                  </a:lnTo>
                  <a:lnTo>
                    <a:pt x="104" y="1367"/>
                  </a:lnTo>
                  <a:cubicBezTo>
                    <a:pt x="0" y="1471"/>
                    <a:pt x="0" y="1639"/>
                    <a:pt x="104" y="1743"/>
                  </a:cubicBezTo>
                  <a:cubicBezTo>
                    <a:pt x="156" y="1795"/>
                    <a:pt x="224" y="1821"/>
                    <a:pt x="292" y="1821"/>
                  </a:cubicBezTo>
                  <a:cubicBezTo>
                    <a:pt x="360" y="1821"/>
                    <a:pt x="428" y="1795"/>
                    <a:pt x="480" y="1743"/>
                  </a:cubicBezTo>
                  <a:lnTo>
                    <a:pt x="998" y="1224"/>
                  </a:lnTo>
                  <a:cubicBezTo>
                    <a:pt x="1082" y="1141"/>
                    <a:pt x="1129" y="1029"/>
                    <a:pt x="1129" y="911"/>
                  </a:cubicBezTo>
                  <a:cubicBezTo>
                    <a:pt x="1128" y="792"/>
                    <a:pt x="1082" y="681"/>
                    <a:pt x="998" y="598"/>
                  </a:cubicBezTo>
                  <a:lnTo>
                    <a:pt x="480" y="79"/>
                  </a:lnTo>
                  <a:cubicBezTo>
                    <a:pt x="428" y="27"/>
                    <a:pt x="359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3"/>
            <p:cNvSpPr/>
            <p:nvPr/>
          </p:nvSpPr>
          <p:spPr>
            <a:xfrm>
              <a:off x="6466503" y="4331246"/>
              <a:ext cx="62090" cy="36617"/>
            </a:xfrm>
            <a:custGeom>
              <a:avLst/>
              <a:gdLst/>
              <a:ahLst/>
              <a:cxnLst/>
              <a:rect l="l" t="t" r="r" b="b"/>
              <a:pathLst>
                <a:path w="1872" h="1104" extrusionOk="0">
                  <a:moveTo>
                    <a:pt x="936" y="0"/>
                  </a:moveTo>
                  <a:cubicBezTo>
                    <a:pt x="818" y="0"/>
                    <a:pt x="706" y="47"/>
                    <a:pt x="623" y="131"/>
                  </a:cubicBezTo>
                  <a:lnTo>
                    <a:pt x="104" y="649"/>
                  </a:lnTo>
                  <a:cubicBezTo>
                    <a:pt x="1" y="753"/>
                    <a:pt x="1" y="921"/>
                    <a:pt x="104" y="1025"/>
                  </a:cubicBezTo>
                  <a:cubicBezTo>
                    <a:pt x="156" y="1076"/>
                    <a:pt x="224" y="1103"/>
                    <a:pt x="292" y="1103"/>
                  </a:cubicBezTo>
                  <a:cubicBezTo>
                    <a:pt x="360" y="1103"/>
                    <a:pt x="428" y="1076"/>
                    <a:pt x="480" y="1025"/>
                  </a:cubicBezTo>
                  <a:lnTo>
                    <a:pt x="936" y="569"/>
                  </a:lnTo>
                  <a:lnTo>
                    <a:pt x="1392" y="1025"/>
                  </a:lnTo>
                  <a:cubicBezTo>
                    <a:pt x="1444" y="1077"/>
                    <a:pt x="1512" y="1103"/>
                    <a:pt x="1580" y="1103"/>
                  </a:cubicBezTo>
                  <a:cubicBezTo>
                    <a:pt x="1648" y="1103"/>
                    <a:pt x="1716" y="1077"/>
                    <a:pt x="1768" y="1025"/>
                  </a:cubicBezTo>
                  <a:cubicBezTo>
                    <a:pt x="1871" y="921"/>
                    <a:pt x="1871" y="753"/>
                    <a:pt x="1768" y="649"/>
                  </a:cubicBezTo>
                  <a:lnTo>
                    <a:pt x="1249" y="131"/>
                  </a:lnTo>
                  <a:cubicBezTo>
                    <a:pt x="1166" y="47"/>
                    <a:pt x="1054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3"/>
            <p:cNvSpPr/>
            <p:nvPr/>
          </p:nvSpPr>
          <p:spPr>
            <a:xfrm>
              <a:off x="6466503" y="4436321"/>
              <a:ext cx="62090" cy="36584"/>
            </a:xfrm>
            <a:custGeom>
              <a:avLst/>
              <a:gdLst/>
              <a:ahLst/>
              <a:cxnLst/>
              <a:rect l="l" t="t" r="r" b="b"/>
              <a:pathLst>
                <a:path w="1872" h="1103" extrusionOk="0">
                  <a:moveTo>
                    <a:pt x="292" y="0"/>
                  </a:moveTo>
                  <a:cubicBezTo>
                    <a:pt x="224" y="0"/>
                    <a:pt x="156" y="27"/>
                    <a:pt x="104" y="79"/>
                  </a:cubicBezTo>
                  <a:cubicBezTo>
                    <a:pt x="1" y="183"/>
                    <a:pt x="1" y="351"/>
                    <a:pt x="104" y="455"/>
                  </a:cubicBezTo>
                  <a:lnTo>
                    <a:pt x="623" y="973"/>
                  </a:lnTo>
                  <a:cubicBezTo>
                    <a:pt x="706" y="1056"/>
                    <a:pt x="818" y="1103"/>
                    <a:pt x="936" y="1103"/>
                  </a:cubicBezTo>
                  <a:cubicBezTo>
                    <a:pt x="1054" y="1103"/>
                    <a:pt x="1166" y="1056"/>
                    <a:pt x="1249" y="973"/>
                  </a:cubicBezTo>
                  <a:lnTo>
                    <a:pt x="1768" y="455"/>
                  </a:lnTo>
                  <a:cubicBezTo>
                    <a:pt x="1871" y="351"/>
                    <a:pt x="1871" y="183"/>
                    <a:pt x="1768" y="79"/>
                  </a:cubicBezTo>
                  <a:cubicBezTo>
                    <a:pt x="1716" y="27"/>
                    <a:pt x="1648" y="0"/>
                    <a:pt x="1580" y="0"/>
                  </a:cubicBezTo>
                  <a:cubicBezTo>
                    <a:pt x="1512" y="0"/>
                    <a:pt x="1444" y="27"/>
                    <a:pt x="1392" y="79"/>
                  </a:cubicBezTo>
                  <a:lnTo>
                    <a:pt x="936" y="535"/>
                  </a:lnTo>
                  <a:lnTo>
                    <a:pt x="480" y="79"/>
                  </a:lnTo>
                  <a:cubicBezTo>
                    <a:pt x="428" y="27"/>
                    <a:pt x="360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3"/>
            <p:cNvSpPr/>
            <p:nvPr/>
          </p:nvSpPr>
          <p:spPr>
            <a:xfrm>
              <a:off x="6425309" y="4371876"/>
              <a:ext cx="38839" cy="60398"/>
            </a:xfrm>
            <a:custGeom>
              <a:avLst/>
              <a:gdLst/>
              <a:ahLst/>
              <a:cxnLst/>
              <a:rect l="l" t="t" r="r" b="b"/>
              <a:pathLst>
                <a:path w="1171" h="1821" extrusionOk="0">
                  <a:moveTo>
                    <a:pt x="879" y="1"/>
                  </a:moveTo>
                  <a:cubicBezTo>
                    <a:pt x="811" y="1"/>
                    <a:pt x="743" y="27"/>
                    <a:pt x="691" y="79"/>
                  </a:cubicBezTo>
                  <a:lnTo>
                    <a:pt x="173" y="598"/>
                  </a:lnTo>
                  <a:cubicBezTo>
                    <a:pt x="0" y="770"/>
                    <a:pt x="0" y="1052"/>
                    <a:pt x="173" y="1224"/>
                  </a:cubicBezTo>
                  <a:lnTo>
                    <a:pt x="691" y="1743"/>
                  </a:lnTo>
                  <a:cubicBezTo>
                    <a:pt x="744" y="1795"/>
                    <a:pt x="811" y="1821"/>
                    <a:pt x="879" y="1821"/>
                  </a:cubicBezTo>
                  <a:cubicBezTo>
                    <a:pt x="947" y="1821"/>
                    <a:pt x="1016" y="1795"/>
                    <a:pt x="1067" y="1743"/>
                  </a:cubicBezTo>
                  <a:cubicBezTo>
                    <a:pt x="1171" y="1639"/>
                    <a:pt x="1171" y="1471"/>
                    <a:pt x="1067" y="1367"/>
                  </a:cubicBezTo>
                  <a:lnTo>
                    <a:pt x="611" y="911"/>
                  </a:lnTo>
                  <a:lnTo>
                    <a:pt x="1067" y="455"/>
                  </a:lnTo>
                  <a:cubicBezTo>
                    <a:pt x="1171" y="351"/>
                    <a:pt x="1171" y="183"/>
                    <a:pt x="1067" y="79"/>
                  </a:cubicBezTo>
                  <a:cubicBezTo>
                    <a:pt x="1015" y="27"/>
                    <a:pt x="947" y="1"/>
                    <a:pt x="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3"/>
            <p:cNvSpPr/>
            <p:nvPr/>
          </p:nvSpPr>
          <p:spPr>
            <a:xfrm>
              <a:off x="6087962" y="4160334"/>
              <a:ext cx="114096" cy="17645"/>
            </a:xfrm>
            <a:custGeom>
              <a:avLst/>
              <a:gdLst/>
              <a:ahLst/>
              <a:cxnLst/>
              <a:rect l="l" t="t" r="r" b="b"/>
              <a:pathLst>
                <a:path w="3440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3174" y="532"/>
                  </a:lnTo>
                  <a:cubicBezTo>
                    <a:pt x="3321" y="532"/>
                    <a:pt x="3440" y="413"/>
                    <a:pt x="3440" y="266"/>
                  </a:cubicBezTo>
                  <a:cubicBezTo>
                    <a:pt x="3440" y="119"/>
                    <a:pt x="3321" y="0"/>
                    <a:pt x="3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3"/>
            <p:cNvSpPr/>
            <p:nvPr/>
          </p:nvSpPr>
          <p:spPr>
            <a:xfrm>
              <a:off x="6087962" y="4192937"/>
              <a:ext cx="114096" cy="17678"/>
            </a:xfrm>
            <a:custGeom>
              <a:avLst/>
              <a:gdLst/>
              <a:ahLst/>
              <a:cxnLst/>
              <a:rect l="l" t="t" r="r" b="b"/>
              <a:pathLst>
                <a:path w="3440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3174" y="533"/>
                  </a:lnTo>
                  <a:cubicBezTo>
                    <a:pt x="3321" y="533"/>
                    <a:pt x="3440" y="414"/>
                    <a:pt x="3440" y="267"/>
                  </a:cubicBezTo>
                  <a:cubicBezTo>
                    <a:pt x="3440" y="120"/>
                    <a:pt x="3321" y="1"/>
                    <a:pt x="3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3"/>
            <p:cNvSpPr/>
            <p:nvPr/>
          </p:nvSpPr>
          <p:spPr>
            <a:xfrm>
              <a:off x="6087962" y="4225574"/>
              <a:ext cx="114096" cy="17678"/>
            </a:xfrm>
            <a:custGeom>
              <a:avLst/>
              <a:gdLst/>
              <a:ahLst/>
              <a:cxnLst/>
              <a:rect l="l" t="t" r="r" b="b"/>
              <a:pathLst>
                <a:path w="3440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3174" y="532"/>
                  </a:lnTo>
                  <a:cubicBezTo>
                    <a:pt x="3321" y="532"/>
                    <a:pt x="3440" y="413"/>
                    <a:pt x="3440" y="266"/>
                  </a:cubicBezTo>
                  <a:cubicBezTo>
                    <a:pt x="3440" y="119"/>
                    <a:pt x="3321" y="0"/>
                    <a:pt x="3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3"/>
            <p:cNvSpPr/>
            <p:nvPr/>
          </p:nvSpPr>
          <p:spPr>
            <a:xfrm>
              <a:off x="6207067" y="4434695"/>
              <a:ext cx="67297" cy="17678"/>
            </a:xfrm>
            <a:custGeom>
              <a:avLst/>
              <a:gdLst/>
              <a:ahLst/>
              <a:cxnLst/>
              <a:rect l="l" t="t" r="r" b="b"/>
              <a:pathLst>
                <a:path w="2029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763" y="532"/>
                  </a:lnTo>
                  <a:cubicBezTo>
                    <a:pt x="1910" y="532"/>
                    <a:pt x="2029" y="413"/>
                    <a:pt x="2029" y="267"/>
                  </a:cubicBezTo>
                  <a:cubicBezTo>
                    <a:pt x="2029" y="120"/>
                    <a:pt x="1910" y="1"/>
                    <a:pt x="1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3"/>
            <p:cNvSpPr/>
            <p:nvPr/>
          </p:nvSpPr>
          <p:spPr>
            <a:xfrm>
              <a:off x="6207067" y="4459538"/>
              <a:ext cx="67297" cy="17645"/>
            </a:xfrm>
            <a:custGeom>
              <a:avLst/>
              <a:gdLst/>
              <a:ahLst/>
              <a:cxnLst/>
              <a:rect l="l" t="t" r="r" b="b"/>
              <a:pathLst>
                <a:path w="2029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763" y="532"/>
                  </a:lnTo>
                  <a:cubicBezTo>
                    <a:pt x="1910" y="532"/>
                    <a:pt x="2029" y="413"/>
                    <a:pt x="2029" y="266"/>
                  </a:cubicBezTo>
                  <a:cubicBezTo>
                    <a:pt x="2029" y="119"/>
                    <a:pt x="1910" y="0"/>
                    <a:pt x="1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3"/>
            <p:cNvSpPr/>
            <p:nvPr/>
          </p:nvSpPr>
          <p:spPr>
            <a:xfrm>
              <a:off x="6207067" y="4484347"/>
              <a:ext cx="67297" cy="17678"/>
            </a:xfrm>
            <a:custGeom>
              <a:avLst/>
              <a:gdLst/>
              <a:ahLst/>
              <a:cxnLst/>
              <a:rect l="l" t="t" r="r" b="b"/>
              <a:pathLst>
                <a:path w="2029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763" y="532"/>
                  </a:lnTo>
                  <a:cubicBezTo>
                    <a:pt x="1910" y="532"/>
                    <a:pt x="2029" y="413"/>
                    <a:pt x="2029" y="267"/>
                  </a:cubicBezTo>
                  <a:cubicBezTo>
                    <a:pt x="2029" y="120"/>
                    <a:pt x="1910" y="1"/>
                    <a:pt x="1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3"/>
            <p:cNvSpPr/>
            <p:nvPr/>
          </p:nvSpPr>
          <p:spPr>
            <a:xfrm>
              <a:off x="6469355" y="4373866"/>
              <a:ext cx="56385" cy="56418"/>
            </a:xfrm>
            <a:custGeom>
              <a:avLst/>
              <a:gdLst/>
              <a:ahLst/>
              <a:cxnLst/>
              <a:rect l="l" t="t" r="r" b="b"/>
              <a:pathLst>
                <a:path w="1700" h="1701" extrusionOk="0">
                  <a:moveTo>
                    <a:pt x="850" y="533"/>
                  </a:moveTo>
                  <a:cubicBezTo>
                    <a:pt x="1026" y="533"/>
                    <a:pt x="1167" y="675"/>
                    <a:pt x="1167" y="851"/>
                  </a:cubicBezTo>
                  <a:cubicBezTo>
                    <a:pt x="1167" y="1026"/>
                    <a:pt x="1026" y="1168"/>
                    <a:pt x="850" y="1168"/>
                  </a:cubicBezTo>
                  <a:cubicBezTo>
                    <a:pt x="674" y="1168"/>
                    <a:pt x="532" y="1026"/>
                    <a:pt x="532" y="851"/>
                  </a:cubicBezTo>
                  <a:cubicBezTo>
                    <a:pt x="532" y="675"/>
                    <a:pt x="674" y="533"/>
                    <a:pt x="850" y="533"/>
                  </a:cubicBezTo>
                  <a:close/>
                  <a:moveTo>
                    <a:pt x="850" y="1"/>
                  </a:moveTo>
                  <a:cubicBezTo>
                    <a:pt x="382" y="1"/>
                    <a:pt x="1" y="383"/>
                    <a:pt x="1" y="851"/>
                  </a:cubicBezTo>
                  <a:cubicBezTo>
                    <a:pt x="1" y="1319"/>
                    <a:pt x="382" y="1700"/>
                    <a:pt x="850" y="1700"/>
                  </a:cubicBezTo>
                  <a:cubicBezTo>
                    <a:pt x="1318" y="1700"/>
                    <a:pt x="1699" y="1319"/>
                    <a:pt x="1699" y="851"/>
                  </a:cubicBezTo>
                  <a:cubicBezTo>
                    <a:pt x="1699" y="383"/>
                    <a:pt x="1318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Картина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75" y="2915194"/>
            <a:ext cx="4205823" cy="1494337"/>
          </a:xfrm>
          <a:prstGeom prst="rect">
            <a:avLst/>
          </a:prstGeom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0535" y="3359765"/>
            <a:ext cx="4121373" cy="12948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2" name="Google Shape;1892;p54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3189503">
            <a:off x="3643311" y="1021650"/>
            <a:ext cx="1857375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3" name="Google Shape;1893;p54"/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530485" y="2353337"/>
            <a:ext cx="1175233" cy="763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4" name="Google Shape;1894;p54"/>
          <p:cNvGrpSpPr/>
          <p:nvPr/>
        </p:nvGrpSpPr>
        <p:grpSpPr>
          <a:xfrm>
            <a:off x="1114333" y="1473875"/>
            <a:ext cx="3800100" cy="2456400"/>
            <a:chOff x="1054175" y="1473875"/>
            <a:chExt cx="3800100" cy="2456400"/>
          </a:xfrm>
        </p:grpSpPr>
        <p:sp>
          <p:nvSpPr>
            <p:cNvPr id="1895" name="Google Shape;1895;p54"/>
            <p:cNvSpPr/>
            <p:nvPr/>
          </p:nvSpPr>
          <p:spPr>
            <a:xfrm>
              <a:off x="1155875" y="1473875"/>
              <a:ext cx="3596700" cy="2235900"/>
            </a:xfrm>
            <a:prstGeom prst="round2SameRect">
              <a:avLst>
                <a:gd name="adj1" fmla="val 13298"/>
                <a:gd name="adj2" fmla="val 0"/>
              </a:avLst>
            </a:pr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54"/>
            <p:cNvSpPr/>
            <p:nvPr/>
          </p:nvSpPr>
          <p:spPr>
            <a:xfrm>
              <a:off x="1054175" y="3709775"/>
              <a:ext cx="3800100" cy="220500"/>
            </a:xfrm>
            <a:prstGeom prst="roundRect">
              <a:avLst>
                <a:gd name="adj" fmla="val 16667"/>
              </a:avLst>
            </a:pr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54"/>
            <p:cNvSpPr/>
            <p:nvPr/>
          </p:nvSpPr>
          <p:spPr>
            <a:xfrm>
              <a:off x="2718575" y="3709775"/>
              <a:ext cx="471300" cy="76800"/>
            </a:xfrm>
            <a:prstGeom prst="roundRect">
              <a:avLst>
                <a:gd name="adj" fmla="val 16667"/>
              </a:avLst>
            </a:pr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54"/>
            <p:cNvSpPr/>
            <p:nvPr/>
          </p:nvSpPr>
          <p:spPr>
            <a:xfrm>
              <a:off x="2888975" y="1552825"/>
              <a:ext cx="130500" cy="130500"/>
            </a:xfrm>
            <a:prstGeom prst="ellipse">
              <a:avLst/>
            </a:pr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9" name="Google Shape;1899;p54"/>
          <p:cNvSpPr txBox="1">
            <a:spLocks noGrp="1"/>
          </p:cNvSpPr>
          <p:nvPr>
            <p:ph type="title"/>
          </p:nvPr>
        </p:nvSpPr>
        <p:spPr>
          <a:xfrm>
            <a:off x="5026800" y="1720586"/>
            <a:ext cx="3157500" cy="10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Конзолно </a:t>
            </a:r>
            <a:endParaRPr dirty="0"/>
          </a:p>
        </p:txBody>
      </p:sp>
      <p:sp>
        <p:nvSpPr>
          <p:cNvPr id="1900" name="Google Shape;1900;p54"/>
          <p:cNvSpPr txBox="1">
            <a:spLocks noGrp="1"/>
          </p:cNvSpPr>
          <p:nvPr>
            <p:ph type="subTitle" idx="1"/>
          </p:nvPr>
        </p:nvSpPr>
        <p:spPr>
          <a:xfrm>
            <a:off x="5027018" y="2799063"/>
            <a:ext cx="31575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latin typeface="Montserrat Light"/>
              </a:rPr>
              <a:t>За изчисление на среден успех на ученик</a:t>
            </a:r>
            <a:endParaRPr dirty="0">
              <a:latin typeface="Montserrat Light"/>
            </a:endParaRPr>
          </a:p>
        </p:txBody>
      </p:sp>
      <p:grpSp>
        <p:nvGrpSpPr>
          <p:cNvPr id="1901" name="Google Shape;1901;p54"/>
          <p:cNvGrpSpPr/>
          <p:nvPr/>
        </p:nvGrpSpPr>
        <p:grpSpPr>
          <a:xfrm>
            <a:off x="2021525" y="4292800"/>
            <a:ext cx="76825" cy="76800"/>
            <a:chOff x="3104875" y="1099400"/>
            <a:chExt cx="76825" cy="76800"/>
          </a:xfrm>
        </p:grpSpPr>
        <p:sp>
          <p:nvSpPr>
            <p:cNvPr id="1902" name="Google Shape;1902;p5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5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4" name="Google Shape;1904;p54"/>
          <p:cNvGrpSpPr/>
          <p:nvPr/>
        </p:nvGrpSpPr>
        <p:grpSpPr>
          <a:xfrm>
            <a:off x="5217975" y="1028400"/>
            <a:ext cx="76825" cy="76800"/>
            <a:chOff x="3104875" y="1099400"/>
            <a:chExt cx="76825" cy="76800"/>
          </a:xfrm>
        </p:grpSpPr>
        <p:sp>
          <p:nvSpPr>
            <p:cNvPr id="1905" name="Google Shape;1905;p5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5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7" name="Google Shape;1907;p54"/>
          <p:cNvGrpSpPr/>
          <p:nvPr/>
        </p:nvGrpSpPr>
        <p:grpSpPr>
          <a:xfrm>
            <a:off x="8058650" y="4046475"/>
            <a:ext cx="76825" cy="76800"/>
            <a:chOff x="3104875" y="1099400"/>
            <a:chExt cx="76825" cy="76800"/>
          </a:xfrm>
        </p:grpSpPr>
        <p:sp>
          <p:nvSpPr>
            <p:cNvPr id="1908" name="Google Shape;1908;p5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5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10" name="Google Shape;1910;p54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-8866461">
            <a:off x="6764937" y="378993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54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-8788535">
            <a:off x="4528226" y="3545437"/>
            <a:ext cx="917219" cy="86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Картина 1"/>
          <p:cNvPicPr>
            <a:picLocks noChangeAspect="1"/>
          </p:cNvPicPr>
          <p:nvPr/>
        </p:nvPicPr>
        <p:blipFill rotWithShape="1">
          <a:blip r:embed="rId7"/>
          <a:srcRect r="31740"/>
          <a:stretch/>
        </p:blipFill>
        <p:spPr>
          <a:xfrm>
            <a:off x="1407688" y="1799614"/>
            <a:ext cx="3190715" cy="1693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1388;p40"/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7247678" y="310074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2" name="Google Shape;1292;p37"/>
          <p:cNvGrpSpPr/>
          <p:nvPr/>
        </p:nvGrpSpPr>
        <p:grpSpPr>
          <a:xfrm>
            <a:off x="8864621" y="4767086"/>
            <a:ext cx="76825" cy="76800"/>
            <a:chOff x="3104875" y="1099400"/>
            <a:chExt cx="76825" cy="76800"/>
          </a:xfrm>
        </p:grpSpPr>
        <p:sp>
          <p:nvSpPr>
            <p:cNvPr id="1293" name="Google Shape;1293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5" name="Google Shape;1295;p37"/>
          <p:cNvGrpSpPr/>
          <p:nvPr/>
        </p:nvGrpSpPr>
        <p:grpSpPr>
          <a:xfrm>
            <a:off x="204526" y="1956210"/>
            <a:ext cx="76825" cy="76800"/>
            <a:chOff x="3104875" y="1099400"/>
            <a:chExt cx="76825" cy="76800"/>
          </a:xfrm>
        </p:grpSpPr>
        <p:sp>
          <p:nvSpPr>
            <p:cNvPr id="1296" name="Google Shape;1296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Картина 18"/>
          <p:cNvPicPr>
            <a:picLocks noChangeAspect="1"/>
          </p:cNvPicPr>
          <p:nvPr/>
        </p:nvPicPr>
        <p:blipFill rotWithShape="1">
          <a:blip r:embed="rId4"/>
          <a:srcRect b="3934"/>
          <a:stretch/>
        </p:blipFill>
        <p:spPr>
          <a:xfrm>
            <a:off x="719137" y="96027"/>
            <a:ext cx="7705725" cy="4858749"/>
          </a:xfrm>
          <a:prstGeom prst="rect">
            <a:avLst/>
          </a:prstGeom>
          <a:noFill/>
          <a:ln>
            <a:solidFill>
              <a:srgbClr val="AE77D6"/>
            </a:solidFill>
          </a:ln>
        </p:spPr>
      </p:pic>
      <p:sp>
        <p:nvSpPr>
          <p:cNvPr id="20" name="Правоъгълник 19"/>
          <p:cNvSpPr/>
          <p:nvPr/>
        </p:nvSpPr>
        <p:spPr>
          <a:xfrm>
            <a:off x="1329070" y="1020729"/>
            <a:ext cx="520995" cy="818707"/>
          </a:xfrm>
          <a:prstGeom prst="rect">
            <a:avLst/>
          </a:prstGeom>
          <a:noFill/>
          <a:ln>
            <a:solidFill>
              <a:srgbClr val="AE77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22" name="Право съединение 21"/>
          <p:cNvCxnSpPr/>
          <p:nvPr/>
        </p:nvCxnSpPr>
        <p:spPr>
          <a:xfrm>
            <a:off x="1073888" y="850609"/>
            <a:ext cx="515679" cy="0"/>
          </a:xfrm>
          <a:prstGeom prst="line">
            <a:avLst/>
          </a:prstGeom>
          <a:ln>
            <a:solidFill>
              <a:srgbClr val="AE77D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аво съединение 23"/>
          <p:cNvCxnSpPr/>
          <p:nvPr/>
        </p:nvCxnSpPr>
        <p:spPr>
          <a:xfrm>
            <a:off x="3508744" y="236042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Текстово поле 24"/>
          <p:cNvSpPr txBox="1"/>
          <p:nvPr/>
        </p:nvSpPr>
        <p:spPr>
          <a:xfrm>
            <a:off x="4076153" y="2616178"/>
            <a:ext cx="2817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rgbClr val="AE77D6"/>
                </a:solidFill>
              </a:rPr>
              <a:t>Входната точка на програмата</a:t>
            </a:r>
          </a:p>
        </p:txBody>
      </p:sp>
      <p:sp>
        <p:nvSpPr>
          <p:cNvPr id="26" name="Правоъгълник 25"/>
          <p:cNvSpPr/>
          <p:nvPr/>
        </p:nvSpPr>
        <p:spPr>
          <a:xfrm>
            <a:off x="2222206" y="2679406"/>
            <a:ext cx="318976" cy="244549"/>
          </a:xfrm>
          <a:prstGeom prst="rect">
            <a:avLst/>
          </a:prstGeom>
          <a:noFill/>
          <a:ln>
            <a:solidFill>
              <a:srgbClr val="AE77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28" name="Съединител &quot;права стрелка&quot; 27"/>
          <p:cNvCxnSpPr/>
          <p:nvPr/>
        </p:nvCxnSpPr>
        <p:spPr>
          <a:xfrm>
            <a:off x="2892059" y="1828803"/>
            <a:ext cx="1828800" cy="1552354"/>
          </a:xfrm>
          <a:prstGeom prst="straightConnector1">
            <a:avLst/>
          </a:prstGeom>
          <a:ln>
            <a:solidFill>
              <a:srgbClr val="AE77D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Овал 28"/>
          <p:cNvSpPr/>
          <p:nvPr/>
        </p:nvSpPr>
        <p:spPr>
          <a:xfrm>
            <a:off x="4486940" y="3391790"/>
            <a:ext cx="74428" cy="159488"/>
          </a:xfrm>
          <a:prstGeom prst="ellipse">
            <a:avLst/>
          </a:prstGeom>
          <a:noFill/>
          <a:ln>
            <a:solidFill>
              <a:srgbClr val="AE77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Текстово поле 29"/>
          <p:cNvSpPr txBox="1"/>
          <p:nvPr/>
        </p:nvSpPr>
        <p:spPr>
          <a:xfrm>
            <a:off x="4710222" y="3009582"/>
            <a:ext cx="10985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rgbClr val="AE77D6"/>
                </a:solidFill>
              </a:rPr>
              <a:t>достъпни</a:t>
            </a:r>
          </a:p>
        </p:txBody>
      </p:sp>
      <p:sp>
        <p:nvSpPr>
          <p:cNvPr id="32" name="Овал 31"/>
          <p:cNvSpPr/>
          <p:nvPr/>
        </p:nvSpPr>
        <p:spPr>
          <a:xfrm>
            <a:off x="2477387" y="2977121"/>
            <a:ext cx="478466" cy="276446"/>
          </a:xfrm>
          <a:prstGeom prst="ellipse">
            <a:avLst/>
          </a:prstGeom>
          <a:noFill/>
          <a:ln>
            <a:solidFill>
              <a:srgbClr val="AE77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Текстово поле 29">
            <a:extLst>
              <a:ext uri="{FF2B5EF4-FFF2-40B4-BE49-F238E27FC236}">
                <a16:creationId xmlns:a16="http://schemas.microsoft.com/office/drawing/2014/main" id="{570922A8-688B-4F84-B1A0-88E84E66A8FD}"/>
              </a:ext>
            </a:extLst>
          </p:cNvPr>
          <p:cNvSpPr txBox="1"/>
          <p:nvPr/>
        </p:nvSpPr>
        <p:spPr>
          <a:xfrm>
            <a:off x="3769173" y="414839"/>
            <a:ext cx="5034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rgbClr val="AE77D6"/>
                </a:solidFill>
              </a:rPr>
              <a:t>Открийте грешките в оградения правоъгълник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Картина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75" y="3884794"/>
            <a:ext cx="5819775" cy="638175"/>
          </a:xfrm>
          <a:prstGeom prst="rect">
            <a:avLst/>
          </a:prstGeo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53" y="1371268"/>
            <a:ext cx="6981825" cy="1933575"/>
          </a:xfrm>
          <a:prstGeom prst="rect">
            <a:avLst/>
          </a:prstGeom>
        </p:spPr>
      </p:pic>
      <p:pic>
        <p:nvPicPr>
          <p:cNvPr id="1388" name="Google Shape;1388;p40"/>
          <p:cNvPicPr preferRelativeResize="0"/>
          <p:nvPr/>
        </p:nvPicPr>
        <p:blipFill rotWithShape="1">
          <a:blip r:embed="rId5">
            <a:alphaModFix/>
          </a:blip>
          <a:srcRect l="24331" t="5721" r="23342" b="4591"/>
          <a:stretch/>
        </p:blipFill>
        <p:spPr>
          <a:xfrm rot="2268302">
            <a:off x="7200300" y="179841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40"/>
          <p:cNvPicPr preferRelativeResize="0"/>
          <p:nvPr/>
        </p:nvPicPr>
        <p:blipFill rotWithShape="1">
          <a:blip r:embed="rId6">
            <a:alphaModFix/>
          </a:blip>
          <a:srcRect l="25537" t="7152" r="23467" b="5838"/>
          <a:stretch/>
        </p:blipFill>
        <p:spPr>
          <a:xfrm>
            <a:off x="915668" y="-370089"/>
            <a:ext cx="1920000" cy="18427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3" name="Google Shape;1393;p40"/>
          <p:cNvGrpSpPr/>
          <p:nvPr/>
        </p:nvGrpSpPr>
        <p:grpSpPr>
          <a:xfrm>
            <a:off x="7481042" y="3503291"/>
            <a:ext cx="76825" cy="76800"/>
            <a:chOff x="3104875" y="1099400"/>
            <a:chExt cx="76825" cy="76800"/>
          </a:xfrm>
        </p:grpSpPr>
        <p:sp>
          <p:nvSpPr>
            <p:cNvPr id="1394" name="Google Shape;1394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6" name="Google Shape;1396;p40"/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7" name="Google Shape;1397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9" name="Google Shape;1399;p40"/>
          <p:cNvGrpSpPr/>
          <p:nvPr/>
        </p:nvGrpSpPr>
        <p:grpSpPr>
          <a:xfrm>
            <a:off x="2225929" y="4724840"/>
            <a:ext cx="76825" cy="76800"/>
            <a:chOff x="3104875" y="1099400"/>
            <a:chExt cx="76825" cy="76800"/>
          </a:xfrm>
        </p:grpSpPr>
        <p:sp>
          <p:nvSpPr>
            <p:cNvPr id="1400" name="Google Shape;1400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02" name="Google Shape;1402;p40"/>
          <p:cNvPicPr preferRelativeResize="0"/>
          <p:nvPr/>
        </p:nvPicPr>
        <p:blipFill rotWithShape="1">
          <a:blip r:embed="rId7">
            <a:alphaModFix/>
          </a:blip>
          <a:srcRect l="22009" r="18455"/>
          <a:stretch/>
        </p:blipFill>
        <p:spPr>
          <a:xfrm rot="1203247">
            <a:off x="7730358" y="610988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175" y="3407583"/>
            <a:ext cx="1552575" cy="333375"/>
          </a:xfrm>
          <a:prstGeom prst="rect">
            <a:avLst/>
          </a:prstGeom>
        </p:spPr>
      </p:pic>
      <p:sp>
        <p:nvSpPr>
          <p:cNvPr id="8" name="Текстово поле 7"/>
          <p:cNvSpPr txBox="1"/>
          <p:nvPr/>
        </p:nvSpPr>
        <p:spPr>
          <a:xfrm>
            <a:off x="1746038" y="3407583"/>
            <a:ext cx="4612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IntelliSense</a:t>
            </a:r>
            <a:r>
              <a:rPr lang="en-US" dirty="0">
                <a:solidFill>
                  <a:srgbClr val="AE77D6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bg-BG" dirty="0">
                <a:solidFill>
                  <a:schemeClr val="tx1"/>
                </a:solidFill>
              </a:rPr>
              <a:t>подсказка с автоматично дописване</a:t>
            </a:r>
          </a:p>
        </p:txBody>
      </p:sp>
      <p:sp>
        <p:nvSpPr>
          <p:cNvPr id="26" name="Текстово поле 25"/>
          <p:cNvSpPr txBox="1"/>
          <p:nvPr/>
        </p:nvSpPr>
        <p:spPr>
          <a:xfrm>
            <a:off x="539052" y="3741132"/>
            <a:ext cx="6930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Snippet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bg-BG" dirty="0">
                <a:solidFill>
                  <a:schemeClr val="tx1"/>
                </a:solidFill>
              </a:rPr>
              <a:t>Бърза клавишна комбинация </a:t>
            </a:r>
            <a:r>
              <a:rPr lang="en-US" dirty="0" err="1">
                <a:solidFill>
                  <a:schemeClr val="tx1"/>
                </a:solidFill>
              </a:rPr>
              <a:t>cw</a:t>
            </a:r>
            <a:r>
              <a:rPr lang="en-US" dirty="0">
                <a:solidFill>
                  <a:schemeClr val="tx1"/>
                </a:solidFill>
              </a:rPr>
              <a:t> + 2 Tab = </a:t>
            </a:r>
            <a:r>
              <a:rPr lang="en-US" dirty="0" err="1">
                <a:solidFill>
                  <a:schemeClr val="tx1"/>
                </a:solidFill>
              </a:rPr>
              <a:t>Console.WriteLine</a:t>
            </a:r>
            <a:r>
              <a:rPr lang="en-US" dirty="0">
                <a:solidFill>
                  <a:schemeClr val="tx1"/>
                </a:solidFill>
              </a:rPr>
              <a:t>();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9" name="Правоъгълник 8"/>
          <p:cNvSpPr/>
          <p:nvPr/>
        </p:nvSpPr>
        <p:spPr>
          <a:xfrm>
            <a:off x="3123344" y="2044558"/>
            <a:ext cx="359595" cy="163581"/>
          </a:xfrm>
          <a:prstGeom prst="rect">
            <a:avLst/>
          </a:prstGeom>
          <a:noFill/>
          <a:ln>
            <a:solidFill>
              <a:srgbClr val="AE77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0" name="Картина 9"/>
          <p:cNvPicPr>
            <a:picLocks noChangeAspect="1"/>
          </p:cNvPicPr>
          <p:nvPr/>
        </p:nvPicPr>
        <p:blipFill rotWithShape="1">
          <a:blip r:embed="rId9"/>
          <a:srcRect t="7016" b="-1"/>
          <a:stretch/>
        </p:blipFill>
        <p:spPr>
          <a:xfrm>
            <a:off x="1180387" y="409063"/>
            <a:ext cx="1228725" cy="628830"/>
          </a:xfrm>
          <a:prstGeom prst="rect">
            <a:avLst/>
          </a:prstGeom>
          <a:ln>
            <a:solidFill>
              <a:srgbClr val="AE77D6"/>
            </a:solidFill>
          </a:ln>
        </p:spPr>
      </p:pic>
      <p:sp>
        <p:nvSpPr>
          <p:cNvPr id="24" name="Овал 23"/>
          <p:cNvSpPr/>
          <p:nvPr/>
        </p:nvSpPr>
        <p:spPr>
          <a:xfrm rot="5400000">
            <a:off x="2609977" y="1881193"/>
            <a:ext cx="256854" cy="194528"/>
          </a:xfrm>
          <a:prstGeom prst="ellipse">
            <a:avLst/>
          </a:prstGeom>
          <a:noFill/>
          <a:ln>
            <a:solidFill>
              <a:srgbClr val="AE77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Овал 24"/>
          <p:cNvSpPr/>
          <p:nvPr/>
        </p:nvSpPr>
        <p:spPr>
          <a:xfrm>
            <a:off x="5008879" y="1850030"/>
            <a:ext cx="672732" cy="276318"/>
          </a:xfrm>
          <a:prstGeom prst="ellipse">
            <a:avLst/>
          </a:prstGeom>
          <a:noFill/>
          <a:ln>
            <a:solidFill>
              <a:srgbClr val="AE77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28" name="Съединител &quot;права стрелка&quot; 27"/>
          <p:cNvCxnSpPr/>
          <p:nvPr/>
        </p:nvCxnSpPr>
        <p:spPr>
          <a:xfrm flipH="1">
            <a:off x="2821537" y="1880852"/>
            <a:ext cx="2238712" cy="0"/>
          </a:xfrm>
          <a:prstGeom prst="straightConnector1">
            <a:avLst/>
          </a:prstGeom>
          <a:ln>
            <a:solidFill>
              <a:srgbClr val="AE77D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/>
          <p:cNvPicPr>
            <a:picLocks noChangeAspect="1"/>
          </p:cNvPicPr>
          <p:nvPr/>
        </p:nvPicPr>
        <p:blipFill rotWithShape="1">
          <a:blip r:embed="rId3"/>
          <a:srcRect t="758"/>
          <a:stretch/>
        </p:blipFill>
        <p:spPr>
          <a:xfrm>
            <a:off x="1147432" y="832207"/>
            <a:ext cx="7279481" cy="4071044"/>
          </a:xfrm>
          <a:prstGeom prst="rect">
            <a:avLst/>
          </a:prstGeom>
        </p:spPr>
      </p:pic>
      <p:grpSp>
        <p:nvGrpSpPr>
          <p:cNvPr id="1429" name="Google Shape;1429;p42"/>
          <p:cNvGrpSpPr/>
          <p:nvPr/>
        </p:nvGrpSpPr>
        <p:grpSpPr>
          <a:xfrm>
            <a:off x="8740796" y="1754308"/>
            <a:ext cx="76825" cy="76800"/>
            <a:chOff x="3104875" y="1099400"/>
            <a:chExt cx="76825" cy="76800"/>
          </a:xfrm>
        </p:grpSpPr>
        <p:sp>
          <p:nvSpPr>
            <p:cNvPr id="1430" name="Google Shape;1430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6" name="Google Shape;1436;p42"/>
          <p:cNvGrpSpPr/>
          <p:nvPr/>
        </p:nvGrpSpPr>
        <p:grpSpPr>
          <a:xfrm>
            <a:off x="602990" y="1001336"/>
            <a:ext cx="76825" cy="76800"/>
            <a:chOff x="3104875" y="1099400"/>
            <a:chExt cx="76825" cy="76800"/>
          </a:xfrm>
        </p:grpSpPr>
        <p:sp>
          <p:nvSpPr>
            <p:cNvPr id="1437" name="Google Shape;1437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Картина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759" y="1677249"/>
            <a:ext cx="2790825" cy="638175"/>
          </a:xfrm>
          <a:prstGeom prst="rect">
            <a:avLst/>
          </a:prstGeom>
        </p:spPr>
      </p:pic>
      <p:pic>
        <p:nvPicPr>
          <p:cNvPr id="1427" name="Google Shape;1427;p42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7040750" y="2315424"/>
            <a:ext cx="1920000" cy="184272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Текстово поле 4"/>
          <p:cNvSpPr txBox="1"/>
          <p:nvPr/>
        </p:nvSpPr>
        <p:spPr>
          <a:xfrm>
            <a:off x="3515483" y="195720"/>
            <a:ext cx="1741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>
                <a:solidFill>
                  <a:schemeClr val="tx1"/>
                </a:solidFill>
                <a:latin typeface="Montserrat Light"/>
              </a:rPr>
              <a:t>Резултат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9" name="Google Shape;1599;p46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6861344" y="458332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0" name="Google Shape;1600;p46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15643430">
            <a:off x="57541" y="3584771"/>
            <a:ext cx="1552576" cy="11320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5" name="Google Shape;1605;p46"/>
          <p:cNvGrpSpPr/>
          <p:nvPr/>
        </p:nvGrpSpPr>
        <p:grpSpPr>
          <a:xfrm>
            <a:off x="2447900" y="1156975"/>
            <a:ext cx="76825" cy="76800"/>
            <a:chOff x="3104875" y="1099400"/>
            <a:chExt cx="76825" cy="76800"/>
          </a:xfrm>
        </p:grpSpPr>
        <p:sp>
          <p:nvSpPr>
            <p:cNvPr id="1606" name="Google Shape;1606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8" name="Google Shape;1608;p46"/>
          <p:cNvGrpSpPr/>
          <p:nvPr/>
        </p:nvGrpSpPr>
        <p:grpSpPr>
          <a:xfrm>
            <a:off x="1978789" y="2782239"/>
            <a:ext cx="76825" cy="76800"/>
            <a:chOff x="3104875" y="1099400"/>
            <a:chExt cx="76825" cy="76800"/>
          </a:xfrm>
        </p:grpSpPr>
        <p:sp>
          <p:nvSpPr>
            <p:cNvPr id="1609" name="Google Shape;1609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1" name="Google Shape;1611;p46"/>
          <p:cNvGrpSpPr/>
          <p:nvPr/>
        </p:nvGrpSpPr>
        <p:grpSpPr>
          <a:xfrm>
            <a:off x="8616957" y="2667873"/>
            <a:ext cx="76825" cy="76800"/>
            <a:chOff x="3104875" y="1099400"/>
            <a:chExt cx="76825" cy="76800"/>
          </a:xfrm>
        </p:grpSpPr>
        <p:sp>
          <p:nvSpPr>
            <p:cNvPr id="1612" name="Google Shape;1612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Картина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17" y="410966"/>
            <a:ext cx="2457980" cy="4422570"/>
          </a:xfrm>
          <a:prstGeom prst="rect">
            <a:avLst/>
          </a:prstGeom>
        </p:spPr>
      </p:pic>
      <p:pic>
        <p:nvPicPr>
          <p:cNvPr id="21" name="Картина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092" y="585624"/>
            <a:ext cx="2819400" cy="3581400"/>
          </a:xfrm>
          <a:prstGeom prst="rect">
            <a:avLst/>
          </a:prstGeom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9687" y="671500"/>
            <a:ext cx="215265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7" name="Google Shape;1917;p5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865751" y="384075"/>
            <a:ext cx="1671077" cy="1603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0" name="Google Shape;1920;p55"/>
          <p:cNvGrpSpPr/>
          <p:nvPr/>
        </p:nvGrpSpPr>
        <p:grpSpPr>
          <a:xfrm>
            <a:off x="2508425" y="3974075"/>
            <a:ext cx="76825" cy="76800"/>
            <a:chOff x="3104875" y="1099400"/>
            <a:chExt cx="76825" cy="76800"/>
          </a:xfrm>
        </p:grpSpPr>
        <p:sp>
          <p:nvSpPr>
            <p:cNvPr id="1921" name="Google Shape;1921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3" name="Google Shape;1923;p55"/>
          <p:cNvGrpSpPr/>
          <p:nvPr/>
        </p:nvGrpSpPr>
        <p:grpSpPr>
          <a:xfrm>
            <a:off x="2431600" y="459355"/>
            <a:ext cx="76825" cy="76800"/>
            <a:chOff x="3104875" y="1099400"/>
            <a:chExt cx="76825" cy="76800"/>
          </a:xfrm>
        </p:grpSpPr>
        <p:sp>
          <p:nvSpPr>
            <p:cNvPr id="1924" name="Google Shape;1924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6" name="Google Shape;1926;p55"/>
          <p:cNvGrpSpPr/>
          <p:nvPr/>
        </p:nvGrpSpPr>
        <p:grpSpPr>
          <a:xfrm>
            <a:off x="5496800" y="2992425"/>
            <a:ext cx="76825" cy="76800"/>
            <a:chOff x="3104875" y="1099400"/>
            <a:chExt cx="76825" cy="76800"/>
          </a:xfrm>
        </p:grpSpPr>
        <p:sp>
          <p:nvSpPr>
            <p:cNvPr id="1927" name="Google Shape;1927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29" name="Google Shape;1929;p55"/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3189503">
            <a:off x="6334036" y="2295000"/>
            <a:ext cx="1857375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0" name="Google Shape;1930;p55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-8866461">
            <a:off x="5681762" y="2864743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55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1203246">
            <a:off x="7347606" y="1729371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55"/>
          <p:cNvPicPr preferRelativeResize="0"/>
          <p:nvPr/>
        </p:nvPicPr>
        <p:blipFill rotWithShape="1">
          <a:blip r:embed="rId7">
            <a:alphaModFix/>
          </a:blip>
          <a:srcRect l="18647" t="7960" r="8852" b="8336"/>
          <a:stretch/>
        </p:blipFill>
        <p:spPr>
          <a:xfrm rot="-1406505">
            <a:off x="5352664" y="1240081"/>
            <a:ext cx="1891408" cy="1228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Картина 1"/>
          <p:cNvPicPr>
            <a:picLocks noChangeAspect="1"/>
          </p:cNvPicPr>
          <p:nvPr/>
        </p:nvPicPr>
        <p:blipFill rotWithShape="1">
          <a:blip r:embed="rId8"/>
          <a:srcRect b="796"/>
          <a:stretch/>
        </p:blipFill>
        <p:spPr>
          <a:xfrm>
            <a:off x="456290" y="28690"/>
            <a:ext cx="8285308" cy="506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055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7" name="Google Shape;1917;p5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7472923" y="-21292"/>
            <a:ext cx="1671077" cy="1603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0" name="Google Shape;1920;p55"/>
          <p:cNvGrpSpPr/>
          <p:nvPr/>
        </p:nvGrpSpPr>
        <p:grpSpPr>
          <a:xfrm>
            <a:off x="2508425" y="3974075"/>
            <a:ext cx="76825" cy="76800"/>
            <a:chOff x="3104875" y="1099400"/>
            <a:chExt cx="76825" cy="76800"/>
          </a:xfrm>
        </p:grpSpPr>
        <p:sp>
          <p:nvSpPr>
            <p:cNvPr id="1921" name="Google Shape;1921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3" name="Google Shape;1923;p55"/>
          <p:cNvGrpSpPr/>
          <p:nvPr/>
        </p:nvGrpSpPr>
        <p:grpSpPr>
          <a:xfrm>
            <a:off x="2431600" y="459355"/>
            <a:ext cx="76825" cy="76800"/>
            <a:chOff x="3104875" y="1099400"/>
            <a:chExt cx="76825" cy="76800"/>
          </a:xfrm>
        </p:grpSpPr>
        <p:sp>
          <p:nvSpPr>
            <p:cNvPr id="1924" name="Google Shape;1924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6" name="Google Shape;1926;p55"/>
          <p:cNvGrpSpPr/>
          <p:nvPr/>
        </p:nvGrpSpPr>
        <p:grpSpPr>
          <a:xfrm>
            <a:off x="5496800" y="2992425"/>
            <a:ext cx="76825" cy="76800"/>
            <a:chOff x="3104875" y="1099400"/>
            <a:chExt cx="76825" cy="76800"/>
          </a:xfrm>
        </p:grpSpPr>
        <p:sp>
          <p:nvSpPr>
            <p:cNvPr id="1927" name="Google Shape;1927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29" name="Google Shape;1929;p55"/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3189503">
            <a:off x="2985055" y="3453957"/>
            <a:ext cx="1857375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0" name="Google Shape;1930;p55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-8866461">
            <a:off x="113169" y="3782625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55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1203246">
            <a:off x="2354366" y="594112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824" y="227153"/>
            <a:ext cx="4772025" cy="3057525"/>
          </a:xfrm>
          <a:prstGeom prst="rect">
            <a:avLst/>
          </a:prstGeom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6431" y="1610911"/>
            <a:ext cx="5543550" cy="3038475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7" name="Google Shape;1917;p5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865751" y="384075"/>
            <a:ext cx="1671077" cy="1603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0" name="Google Shape;1920;p55"/>
          <p:cNvGrpSpPr/>
          <p:nvPr/>
        </p:nvGrpSpPr>
        <p:grpSpPr>
          <a:xfrm>
            <a:off x="2508425" y="3974075"/>
            <a:ext cx="76825" cy="76800"/>
            <a:chOff x="3104875" y="1099400"/>
            <a:chExt cx="76825" cy="76800"/>
          </a:xfrm>
        </p:grpSpPr>
        <p:sp>
          <p:nvSpPr>
            <p:cNvPr id="1921" name="Google Shape;1921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3" name="Google Shape;1923;p55"/>
          <p:cNvGrpSpPr/>
          <p:nvPr/>
        </p:nvGrpSpPr>
        <p:grpSpPr>
          <a:xfrm>
            <a:off x="2431600" y="459355"/>
            <a:ext cx="76825" cy="76800"/>
            <a:chOff x="3104875" y="1099400"/>
            <a:chExt cx="76825" cy="76800"/>
          </a:xfrm>
        </p:grpSpPr>
        <p:sp>
          <p:nvSpPr>
            <p:cNvPr id="1924" name="Google Shape;1924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6" name="Google Shape;1926;p55"/>
          <p:cNvGrpSpPr/>
          <p:nvPr/>
        </p:nvGrpSpPr>
        <p:grpSpPr>
          <a:xfrm>
            <a:off x="5496800" y="2992425"/>
            <a:ext cx="76825" cy="76800"/>
            <a:chOff x="3104875" y="1099400"/>
            <a:chExt cx="76825" cy="76800"/>
          </a:xfrm>
        </p:grpSpPr>
        <p:sp>
          <p:nvSpPr>
            <p:cNvPr id="1927" name="Google Shape;1927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29" name="Google Shape;1929;p55"/>
          <p:cNvPicPr preferRelativeResize="0"/>
          <p:nvPr/>
        </p:nvPicPr>
        <p:blipFill rotWithShape="1">
          <a:blip r:embed="rId4">
            <a:alphaModFix/>
          </a:blip>
          <a:srcRect l="24331" t="5721" r="23342" b="4591"/>
          <a:stretch/>
        </p:blipFill>
        <p:spPr>
          <a:xfrm rot="3189503">
            <a:off x="6334036" y="2295000"/>
            <a:ext cx="1857375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0" name="Google Shape;1930;p55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-8866461">
            <a:off x="5681762" y="2864743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55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1203246">
            <a:off x="7347606" y="1729371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55"/>
          <p:cNvPicPr preferRelativeResize="0"/>
          <p:nvPr/>
        </p:nvPicPr>
        <p:blipFill rotWithShape="1">
          <a:blip r:embed="rId7">
            <a:alphaModFix/>
          </a:blip>
          <a:srcRect l="18647" t="7960" r="8852" b="8336"/>
          <a:stretch/>
        </p:blipFill>
        <p:spPr>
          <a:xfrm rot="-1406505">
            <a:off x="5352664" y="1240081"/>
            <a:ext cx="1891408" cy="1228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186" y="964366"/>
            <a:ext cx="69437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01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6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 Light"/>
              </a:rPr>
              <a:t>GUI – Graphic User Interface</a:t>
            </a:r>
            <a:endParaRPr dirty="0">
              <a:latin typeface="Montserrat Light"/>
            </a:endParaRPr>
          </a:p>
        </p:txBody>
      </p:sp>
      <p:grpSp>
        <p:nvGrpSpPr>
          <p:cNvPr id="2169" name="Google Shape;2169;p60"/>
          <p:cNvGrpSpPr/>
          <p:nvPr/>
        </p:nvGrpSpPr>
        <p:grpSpPr>
          <a:xfrm>
            <a:off x="1235075" y="1091575"/>
            <a:ext cx="76825" cy="76800"/>
            <a:chOff x="3104875" y="1099400"/>
            <a:chExt cx="76825" cy="76800"/>
          </a:xfrm>
        </p:grpSpPr>
        <p:sp>
          <p:nvSpPr>
            <p:cNvPr id="2170" name="Google Shape;2170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78" name="Google Shape;2178;p60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1592621">
            <a:off x="188255" y="2917696"/>
            <a:ext cx="903663" cy="853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60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8866461">
            <a:off x="7571353" y="756490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Картина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3" y="1291667"/>
            <a:ext cx="9053314" cy="3611194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9" name="Google Shape;2169;p60"/>
          <p:cNvGrpSpPr/>
          <p:nvPr/>
        </p:nvGrpSpPr>
        <p:grpSpPr>
          <a:xfrm>
            <a:off x="6972233" y="4046730"/>
            <a:ext cx="76825" cy="76800"/>
            <a:chOff x="3104875" y="1099400"/>
            <a:chExt cx="76825" cy="76800"/>
          </a:xfrm>
        </p:grpSpPr>
        <p:sp>
          <p:nvSpPr>
            <p:cNvPr id="2170" name="Google Shape;2170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78" name="Google Shape;2178;p60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1592621">
            <a:off x="188255" y="2917696"/>
            <a:ext cx="903663" cy="853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60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8866461">
            <a:off x="3893386" y="3358924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Картина 5"/>
          <p:cNvPicPr>
            <a:picLocks noChangeAspect="1"/>
          </p:cNvPicPr>
          <p:nvPr/>
        </p:nvPicPr>
        <p:blipFill rotWithShape="1">
          <a:blip r:embed="rId5"/>
          <a:srcRect b="11255"/>
          <a:stretch/>
        </p:blipFill>
        <p:spPr>
          <a:xfrm>
            <a:off x="353674" y="1125336"/>
            <a:ext cx="4905375" cy="3491054"/>
          </a:xfrm>
          <a:prstGeom prst="rect">
            <a:avLst/>
          </a:prstGeom>
        </p:spPr>
      </p:pic>
      <p:sp>
        <p:nvSpPr>
          <p:cNvPr id="7" name="Текстово поле 6"/>
          <p:cNvSpPr txBox="1"/>
          <p:nvPr/>
        </p:nvSpPr>
        <p:spPr>
          <a:xfrm>
            <a:off x="2018981" y="353522"/>
            <a:ext cx="5284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Montserrat Light"/>
              </a:rPr>
              <a:t>CRUD = Create, Read, Update, Delete </a:t>
            </a:r>
            <a:endParaRPr lang="bg-BG" sz="2000" b="1" dirty="0">
              <a:solidFill>
                <a:schemeClr val="tx1"/>
              </a:solidFill>
              <a:latin typeface="Montserrat Light"/>
            </a:endParaRPr>
          </a:p>
        </p:txBody>
      </p:sp>
      <p:pic>
        <p:nvPicPr>
          <p:cNvPr id="8" name="Картина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7458" y="1590553"/>
            <a:ext cx="2743200" cy="2009775"/>
          </a:xfrm>
          <a:prstGeom prst="rect">
            <a:avLst/>
          </a:prstGeom>
          <a:ln>
            <a:solidFill>
              <a:srgbClr val="AE77D6"/>
            </a:solidFill>
          </a:ln>
        </p:spPr>
      </p:pic>
    </p:spTree>
    <p:extLst>
      <p:ext uri="{BB962C8B-B14F-4D97-AF65-F5344CB8AC3E}">
        <p14:creationId xmlns:p14="http://schemas.microsoft.com/office/powerpoint/2010/main" val="798699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9" name="Google Shape;2169;p60"/>
          <p:cNvGrpSpPr/>
          <p:nvPr/>
        </p:nvGrpSpPr>
        <p:grpSpPr>
          <a:xfrm>
            <a:off x="405735" y="1184531"/>
            <a:ext cx="76825" cy="76800"/>
            <a:chOff x="3104875" y="1099400"/>
            <a:chExt cx="76825" cy="76800"/>
          </a:xfrm>
        </p:grpSpPr>
        <p:sp>
          <p:nvSpPr>
            <p:cNvPr id="2170" name="Google Shape;2170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78" name="Google Shape;2178;p60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-1592621">
            <a:off x="1982750" y="1141024"/>
            <a:ext cx="903663" cy="853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60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-8866461">
            <a:off x="6882985" y="1081695"/>
            <a:ext cx="1535572" cy="137561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Текстово поле 9"/>
          <p:cNvSpPr txBox="1"/>
          <p:nvPr/>
        </p:nvSpPr>
        <p:spPr>
          <a:xfrm>
            <a:off x="5732979" y="3344602"/>
            <a:ext cx="21575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tx1"/>
                </a:solidFill>
                <a:latin typeface="Montserrat Light"/>
              </a:rPr>
              <a:t>Забележка: по време на писане, смених </a:t>
            </a:r>
            <a:r>
              <a:rPr lang="en-US" dirty="0" err="1">
                <a:solidFill>
                  <a:schemeClr val="tx1"/>
                </a:solidFill>
                <a:latin typeface="Montserrat Light"/>
              </a:rPr>
              <a:t>FLanguage</a:t>
            </a:r>
            <a:r>
              <a:rPr lang="en-US" dirty="0">
                <a:solidFill>
                  <a:schemeClr val="tx1"/>
                </a:solidFill>
                <a:latin typeface="Montserrat Light"/>
              </a:rPr>
              <a:t> -&gt; Foreign</a:t>
            </a:r>
            <a:endParaRPr lang="bg-BG" dirty="0">
              <a:solidFill>
                <a:schemeClr val="tx1"/>
              </a:solidFill>
              <a:latin typeface="Montserrat Light"/>
            </a:endParaRPr>
          </a:p>
        </p:txBody>
      </p:sp>
      <p:pic>
        <p:nvPicPr>
          <p:cNvPr id="7" name="Картина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2943" y="347953"/>
            <a:ext cx="4448175" cy="2276475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21" name="Картина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735" y="2760781"/>
            <a:ext cx="4276725" cy="2105025"/>
          </a:xfrm>
          <a:prstGeom prst="rect">
            <a:avLst/>
          </a:prstGeom>
          <a:ln>
            <a:solidFill>
              <a:srgbClr val="AE77D6"/>
            </a:solidFill>
          </a:ln>
        </p:spPr>
      </p:pic>
      <p:pic>
        <p:nvPicPr>
          <p:cNvPr id="22" name="Google Shape;1937;p56"/>
          <p:cNvPicPr preferRelativeResize="0"/>
          <p:nvPr/>
        </p:nvPicPr>
        <p:blipFill rotWithShape="1">
          <a:blip r:embed="rId7">
            <a:alphaModFix/>
          </a:blip>
          <a:srcRect l="25537" t="7152" r="23467" b="5838"/>
          <a:stretch/>
        </p:blipFill>
        <p:spPr>
          <a:xfrm>
            <a:off x="1556932" y="646567"/>
            <a:ext cx="1920000" cy="18427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1008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61"/>
          <p:cNvSpPr txBox="1">
            <a:spLocks noGrp="1"/>
          </p:cNvSpPr>
          <p:nvPr>
            <p:ph type="title"/>
          </p:nvPr>
        </p:nvSpPr>
        <p:spPr>
          <a:xfrm>
            <a:off x="303008" y="568998"/>
            <a:ext cx="4092963" cy="7079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1200" dirty="0">
                <a:latin typeface="Montserrat Light"/>
              </a:rPr>
              <a:t>Благодарение на </a:t>
            </a:r>
            <a:r>
              <a:rPr lang="en-US" sz="1200" dirty="0">
                <a:latin typeface="Montserrat Light"/>
              </a:rPr>
              <a:t>Save </a:t>
            </a:r>
            <a:r>
              <a:rPr lang="bg-BG" sz="1200" dirty="0">
                <a:latin typeface="Montserrat Light"/>
              </a:rPr>
              <a:t>създадохме демонстративно ПОДОБИЕ на локална БД във </a:t>
            </a:r>
            <a:r>
              <a:rPr lang="en-US" sz="1200" dirty="0">
                <a:latin typeface="Montserrat Light"/>
              </a:rPr>
              <a:t>VS</a:t>
            </a:r>
            <a:r>
              <a:rPr lang="bg-BG" sz="1200" dirty="0">
                <a:latin typeface="Montserrat Light"/>
              </a:rPr>
              <a:t>,</a:t>
            </a:r>
            <a:r>
              <a:rPr lang="en-US" sz="1200" dirty="0">
                <a:latin typeface="Montserrat Light"/>
              </a:rPr>
              <a:t> </a:t>
            </a:r>
            <a:r>
              <a:rPr lang="bg-BG" sz="1200" dirty="0">
                <a:latin typeface="Montserrat Light"/>
              </a:rPr>
              <a:t>която се унищожава при всяко затваряне на програмата, защото е запазена само в масив (второ ниво).</a:t>
            </a:r>
            <a:endParaRPr sz="1200" dirty="0">
              <a:latin typeface="Montserrat Light"/>
            </a:endParaRPr>
          </a:p>
        </p:txBody>
      </p:sp>
      <p:grpSp>
        <p:nvGrpSpPr>
          <p:cNvPr id="2242" name="Google Shape;2242;p61"/>
          <p:cNvGrpSpPr/>
          <p:nvPr/>
        </p:nvGrpSpPr>
        <p:grpSpPr>
          <a:xfrm>
            <a:off x="3636924" y="1720895"/>
            <a:ext cx="76825" cy="76800"/>
            <a:chOff x="3104875" y="1099400"/>
            <a:chExt cx="76825" cy="76800"/>
          </a:xfrm>
        </p:grpSpPr>
        <p:sp>
          <p:nvSpPr>
            <p:cNvPr id="2243" name="Google Shape;2243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6" name="Google Shape;2186;p61"/>
          <p:cNvGrpSpPr/>
          <p:nvPr/>
        </p:nvGrpSpPr>
        <p:grpSpPr>
          <a:xfrm>
            <a:off x="81083" y="1988700"/>
            <a:ext cx="4409424" cy="2349061"/>
            <a:chOff x="233350" y="949250"/>
            <a:chExt cx="7137300" cy="3802300"/>
          </a:xfrm>
        </p:grpSpPr>
        <p:sp>
          <p:nvSpPr>
            <p:cNvPr id="2187" name="Google Shape;2187;p61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61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61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61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61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61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61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61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61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61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61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61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61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61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61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61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61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61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61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61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61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61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61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61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61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61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61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61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61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61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61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61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61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61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61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61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61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61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61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61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61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61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61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61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61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61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61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61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61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61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61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733C9B">
                <a:alpha val="33020"/>
              </a:srgbClr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5" name="Google Shape;2245;p61"/>
          <p:cNvGrpSpPr/>
          <p:nvPr/>
        </p:nvGrpSpPr>
        <p:grpSpPr>
          <a:xfrm>
            <a:off x="5872775" y="1911900"/>
            <a:ext cx="76825" cy="76800"/>
            <a:chOff x="3104875" y="1099400"/>
            <a:chExt cx="76825" cy="76800"/>
          </a:xfrm>
        </p:grpSpPr>
        <p:sp>
          <p:nvSpPr>
            <p:cNvPr id="2246" name="Google Shape;2246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8" name="Google Shape;2248;p61"/>
          <p:cNvGrpSpPr/>
          <p:nvPr/>
        </p:nvGrpSpPr>
        <p:grpSpPr>
          <a:xfrm>
            <a:off x="5242100" y="4237025"/>
            <a:ext cx="76825" cy="76800"/>
            <a:chOff x="3104875" y="1099400"/>
            <a:chExt cx="76825" cy="76800"/>
          </a:xfrm>
        </p:grpSpPr>
        <p:sp>
          <p:nvSpPr>
            <p:cNvPr id="2249" name="Google Shape;2249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6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52" name="Google Shape;2252;p61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1913061">
            <a:off x="6699045" y="856121"/>
            <a:ext cx="861581" cy="814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Картина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507" y="334525"/>
            <a:ext cx="4448175" cy="4533900"/>
          </a:xfrm>
          <a:prstGeom prst="rect">
            <a:avLst/>
          </a:prstGeom>
        </p:spPr>
      </p:pic>
      <p:pic>
        <p:nvPicPr>
          <p:cNvPr id="2184" name="Google Shape;2184;p61"/>
          <p:cNvPicPr preferRelativeResize="0"/>
          <p:nvPr/>
        </p:nvPicPr>
        <p:blipFill rotWithShape="1">
          <a:blip r:embed="rId5">
            <a:alphaModFix/>
          </a:blip>
          <a:srcRect l="25537" t="7152" r="23467" b="5838"/>
          <a:stretch/>
        </p:blipFill>
        <p:spPr>
          <a:xfrm>
            <a:off x="7537596" y="568998"/>
            <a:ext cx="1671077" cy="1603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6870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6" name="Google Shape;1966;p56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3818273" y="3871936"/>
            <a:ext cx="1175233" cy="763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7" name="Google Shape;1967;p56"/>
          <p:cNvGrpSpPr/>
          <p:nvPr/>
        </p:nvGrpSpPr>
        <p:grpSpPr>
          <a:xfrm>
            <a:off x="1203147" y="4649298"/>
            <a:ext cx="76825" cy="76800"/>
            <a:chOff x="3104875" y="1099400"/>
            <a:chExt cx="76825" cy="76800"/>
          </a:xfrm>
        </p:grpSpPr>
        <p:sp>
          <p:nvSpPr>
            <p:cNvPr id="1968" name="Google Shape;1968;p5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5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0" name="Google Shape;1970;p56"/>
          <p:cNvGrpSpPr/>
          <p:nvPr/>
        </p:nvGrpSpPr>
        <p:grpSpPr>
          <a:xfrm>
            <a:off x="5083775" y="1295550"/>
            <a:ext cx="76825" cy="76800"/>
            <a:chOff x="3104875" y="1099400"/>
            <a:chExt cx="76825" cy="76800"/>
          </a:xfrm>
        </p:grpSpPr>
        <p:sp>
          <p:nvSpPr>
            <p:cNvPr id="1971" name="Google Shape;1971;p5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5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3" name="Google Shape;1973;p56"/>
          <p:cNvGrpSpPr/>
          <p:nvPr/>
        </p:nvGrpSpPr>
        <p:grpSpPr>
          <a:xfrm>
            <a:off x="6158550" y="3879375"/>
            <a:ext cx="76825" cy="76800"/>
            <a:chOff x="3104875" y="1099400"/>
            <a:chExt cx="76825" cy="76800"/>
          </a:xfrm>
        </p:grpSpPr>
        <p:sp>
          <p:nvSpPr>
            <p:cNvPr id="1974" name="Google Shape;1974;p5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56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1940;p56"/>
          <p:cNvGrpSpPr/>
          <p:nvPr/>
        </p:nvGrpSpPr>
        <p:grpSpPr>
          <a:xfrm>
            <a:off x="5106546" y="1059662"/>
            <a:ext cx="3504879" cy="3044204"/>
            <a:chOff x="5132202" y="929275"/>
            <a:chExt cx="3246461" cy="2819752"/>
          </a:xfrm>
        </p:grpSpPr>
        <p:grpSp>
          <p:nvGrpSpPr>
            <p:cNvPr id="45" name="Google Shape;1941;p56"/>
            <p:cNvGrpSpPr/>
            <p:nvPr/>
          </p:nvGrpSpPr>
          <p:grpSpPr>
            <a:xfrm>
              <a:off x="5132202" y="929275"/>
              <a:ext cx="3246461" cy="2819752"/>
              <a:chOff x="5132202" y="929275"/>
              <a:chExt cx="3246461" cy="2819752"/>
            </a:xfrm>
          </p:grpSpPr>
          <p:sp>
            <p:nvSpPr>
              <p:cNvPr id="47" name="Google Shape;1942;p56"/>
              <p:cNvSpPr/>
              <p:nvPr/>
            </p:nvSpPr>
            <p:spPr>
              <a:xfrm>
                <a:off x="5132202" y="929275"/>
                <a:ext cx="3246461" cy="2819752"/>
              </a:xfrm>
              <a:custGeom>
                <a:avLst/>
                <a:gdLst/>
                <a:ahLst/>
                <a:cxnLst/>
                <a:rect l="l" t="t" r="r" b="b"/>
                <a:pathLst>
                  <a:path w="168254" h="146139" extrusionOk="0">
                    <a:moveTo>
                      <a:pt x="4437" y="1"/>
                    </a:moveTo>
                    <a:cubicBezTo>
                      <a:pt x="2002" y="1"/>
                      <a:pt x="0" y="1969"/>
                      <a:pt x="0" y="4437"/>
                    </a:cubicBezTo>
                    <a:lnTo>
                      <a:pt x="0" y="141702"/>
                    </a:lnTo>
                    <a:cubicBezTo>
                      <a:pt x="0" y="144137"/>
                      <a:pt x="2002" y="146139"/>
                      <a:pt x="4437" y="146139"/>
                    </a:cubicBezTo>
                    <a:lnTo>
                      <a:pt x="163817" y="146139"/>
                    </a:lnTo>
                    <a:cubicBezTo>
                      <a:pt x="166252" y="146139"/>
                      <a:pt x="168254" y="144137"/>
                      <a:pt x="168254" y="141702"/>
                    </a:cubicBezTo>
                    <a:lnTo>
                      <a:pt x="168254" y="4437"/>
                    </a:lnTo>
                    <a:cubicBezTo>
                      <a:pt x="168254" y="1969"/>
                      <a:pt x="166252" y="1"/>
                      <a:pt x="163817" y="1"/>
                    </a:cubicBezTo>
                    <a:close/>
                  </a:path>
                </a:pathLst>
              </a:custGeom>
              <a:solidFill>
                <a:srgbClr val="733C9B">
                  <a:alpha val="33020"/>
                </a:srgbClr>
              </a:soli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943;p56"/>
              <p:cNvSpPr/>
              <p:nvPr/>
            </p:nvSpPr>
            <p:spPr>
              <a:xfrm>
                <a:off x="5302009" y="1059945"/>
                <a:ext cx="177649" cy="177649"/>
              </a:xfrm>
              <a:custGeom>
                <a:avLst/>
                <a:gdLst/>
                <a:ahLst/>
                <a:cxnLst/>
                <a:rect l="l" t="t" r="r" b="b"/>
                <a:pathLst>
                  <a:path w="9207" h="9207" extrusionOk="0">
                    <a:moveTo>
                      <a:pt x="4603" y="0"/>
                    </a:moveTo>
                    <a:cubicBezTo>
                      <a:pt x="2035" y="0"/>
                      <a:pt x="0" y="2069"/>
                      <a:pt x="0" y="4604"/>
                    </a:cubicBezTo>
                    <a:cubicBezTo>
                      <a:pt x="0" y="7139"/>
                      <a:pt x="2035" y="9207"/>
                      <a:pt x="4603" y="9207"/>
                    </a:cubicBezTo>
                    <a:cubicBezTo>
                      <a:pt x="7139" y="9207"/>
                      <a:pt x="9207" y="7139"/>
                      <a:pt x="9207" y="4604"/>
                    </a:cubicBezTo>
                    <a:cubicBezTo>
                      <a:pt x="9207" y="2069"/>
                      <a:pt x="7139" y="0"/>
                      <a:pt x="46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944;p56"/>
              <p:cNvSpPr/>
              <p:nvPr/>
            </p:nvSpPr>
            <p:spPr>
              <a:xfrm>
                <a:off x="5369582" y="1106294"/>
                <a:ext cx="39285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2036" h="2035" extrusionOk="0">
                    <a:moveTo>
                      <a:pt x="1035" y="0"/>
                    </a:moveTo>
                    <a:cubicBezTo>
                      <a:pt x="468" y="0"/>
                      <a:pt x="1" y="467"/>
                      <a:pt x="1" y="1034"/>
                    </a:cubicBezTo>
                    <a:cubicBezTo>
                      <a:pt x="1" y="1601"/>
                      <a:pt x="468" y="2035"/>
                      <a:pt x="1035" y="2035"/>
                    </a:cubicBezTo>
                    <a:cubicBezTo>
                      <a:pt x="1602" y="2035"/>
                      <a:pt x="2035" y="1601"/>
                      <a:pt x="2035" y="1034"/>
                    </a:cubicBezTo>
                    <a:cubicBezTo>
                      <a:pt x="2035" y="467"/>
                      <a:pt x="1602" y="0"/>
                      <a:pt x="10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945;p56"/>
              <p:cNvSpPr/>
              <p:nvPr/>
            </p:nvSpPr>
            <p:spPr>
              <a:xfrm>
                <a:off x="5356711" y="1148764"/>
                <a:ext cx="68246" cy="39921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2069" extrusionOk="0">
                    <a:moveTo>
                      <a:pt x="1768" y="1"/>
                    </a:moveTo>
                    <a:cubicBezTo>
                      <a:pt x="768" y="1"/>
                      <a:pt x="0" y="801"/>
                      <a:pt x="0" y="1802"/>
                    </a:cubicBezTo>
                    <a:lnTo>
                      <a:pt x="0" y="2069"/>
                    </a:lnTo>
                    <a:lnTo>
                      <a:pt x="3536" y="2069"/>
                    </a:lnTo>
                    <a:lnTo>
                      <a:pt x="3536" y="1802"/>
                    </a:lnTo>
                    <a:cubicBezTo>
                      <a:pt x="3536" y="801"/>
                      <a:pt x="2736" y="1"/>
                      <a:pt x="17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946;p56"/>
              <p:cNvSpPr/>
              <p:nvPr/>
            </p:nvSpPr>
            <p:spPr>
              <a:xfrm>
                <a:off x="5597442" y="1105638"/>
                <a:ext cx="724083" cy="86268"/>
              </a:xfrm>
              <a:custGeom>
                <a:avLst/>
                <a:gdLst/>
                <a:ahLst/>
                <a:cxnLst/>
                <a:rect l="l" t="t" r="r" b="b"/>
                <a:pathLst>
                  <a:path w="37527" h="4471" extrusionOk="0">
                    <a:moveTo>
                      <a:pt x="2235" y="1"/>
                    </a:moveTo>
                    <a:cubicBezTo>
                      <a:pt x="1001" y="1"/>
                      <a:pt x="0" y="1001"/>
                      <a:pt x="0" y="2236"/>
                    </a:cubicBezTo>
                    <a:cubicBezTo>
                      <a:pt x="0" y="3470"/>
                      <a:pt x="1001" y="4471"/>
                      <a:pt x="2235" y="4471"/>
                    </a:cubicBezTo>
                    <a:lnTo>
                      <a:pt x="35292" y="4471"/>
                    </a:lnTo>
                    <a:cubicBezTo>
                      <a:pt x="36526" y="4471"/>
                      <a:pt x="37527" y="3470"/>
                      <a:pt x="37527" y="2236"/>
                    </a:cubicBezTo>
                    <a:cubicBezTo>
                      <a:pt x="37527" y="1001"/>
                      <a:pt x="36526" y="1"/>
                      <a:pt x="352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947;p56"/>
              <p:cNvSpPr/>
              <p:nvPr/>
            </p:nvSpPr>
            <p:spPr>
              <a:xfrm>
                <a:off x="5347466" y="3275383"/>
                <a:ext cx="97845" cy="106219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5505" extrusionOk="0">
                    <a:moveTo>
                      <a:pt x="2169" y="1"/>
                    </a:moveTo>
                    <a:cubicBezTo>
                      <a:pt x="1969" y="1"/>
                      <a:pt x="1835" y="134"/>
                      <a:pt x="1802" y="334"/>
                    </a:cubicBezTo>
                    <a:cubicBezTo>
                      <a:pt x="1769" y="735"/>
                      <a:pt x="1669" y="1135"/>
                      <a:pt x="1502" y="1535"/>
                    </a:cubicBezTo>
                    <a:cubicBezTo>
                      <a:pt x="1402" y="1735"/>
                      <a:pt x="1202" y="1902"/>
                      <a:pt x="968" y="1902"/>
                    </a:cubicBezTo>
                    <a:lnTo>
                      <a:pt x="568" y="1902"/>
                    </a:lnTo>
                    <a:cubicBezTo>
                      <a:pt x="234" y="1902"/>
                      <a:pt x="1" y="2136"/>
                      <a:pt x="1" y="2436"/>
                    </a:cubicBezTo>
                    <a:lnTo>
                      <a:pt x="1" y="5038"/>
                    </a:lnTo>
                    <a:cubicBezTo>
                      <a:pt x="1" y="5305"/>
                      <a:pt x="201" y="5505"/>
                      <a:pt x="468" y="5505"/>
                    </a:cubicBezTo>
                    <a:lnTo>
                      <a:pt x="3770" y="5505"/>
                    </a:lnTo>
                    <a:cubicBezTo>
                      <a:pt x="3970" y="5505"/>
                      <a:pt x="4170" y="5338"/>
                      <a:pt x="4170" y="5105"/>
                    </a:cubicBezTo>
                    <a:cubicBezTo>
                      <a:pt x="4170" y="4938"/>
                      <a:pt x="4070" y="4804"/>
                      <a:pt x="3903" y="4738"/>
                    </a:cubicBezTo>
                    <a:cubicBezTo>
                      <a:pt x="3903" y="4738"/>
                      <a:pt x="3903" y="4704"/>
                      <a:pt x="3903" y="4704"/>
                    </a:cubicBezTo>
                    <a:lnTo>
                      <a:pt x="4037" y="4704"/>
                    </a:lnTo>
                    <a:cubicBezTo>
                      <a:pt x="4304" y="4704"/>
                      <a:pt x="4504" y="4504"/>
                      <a:pt x="4504" y="4237"/>
                    </a:cubicBezTo>
                    <a:cubicBezTo>
                      <a:pt x="4504" y="4037"/>
                      <a:pt x="4370" y="3870"/>
                      <a:pt x="4204" y="3804"/>
                    </a:cubicBezTo>
                    <a:cubicBezTo>
                      <a:pt x="4204" y="3804"/>
                      <a:pt x="4204" y="3804"/>
                      <a:pt x="4204" y="3770"/>
                    </a:cubicBezTo>
                    <a:lnTo>
                      <a:pt x="4337" y="3770"/>
                    </a:lnTo>
                    <a:cubicBezTo>
                      <a:pt x="4604" y="3770"/>
                      <a:pt x="4804" y="3570"/>
                      <a:pt x="4804" y="3303"/>
                    </a:cubicBezTo>
                    <a:cubicBezTo>
                      <a:pt x="4804" y="3103"/>
                      <a:pt x="4704" y="2936"/>
                      <a:pt x="4504" y="2870"/>
                    </a:cubicBezTo>
                    <a:cubicBezTo>
                      <a:pt x="4504" y="2870"/>
                      <a:pt x="4504" y="2836"/>
                      <a:pt x="4504" y="2836"/>
                    </a:cubicBezTo>
                    <a:lnTo>
                      <a:pt x="4571" y="2836"/>
                    </a:lnTo>
                    <a:cubicBezTo>
                      <a:pt x="4837" y="2836"/>
                      <a:pt x="5071" y="2603"/>
                      <a:pt x="5038" y="2336"/>
                    </a:cubicBezTo>
                    <a:cubicBezTo>
                      <a:pt x="5038" y="2069"/>
                      <a:pt x="4837" y="1902"/>
                      <a:pt x="4571" y="1902"/>
                    </a:cubicBezTo>
                    <a:lnTo>
                      <a:pt x="3136" y="1902"/>
                    </a:lnTo>
                    <a:cubicBezTo>
                      <a:pt x="2969" y="1902"/>
                      <a:pt x="2869" y="1769"/>
                      <a:pt x="2869" y="1602"/>
                    </a:cubicBezTo>
                    <a:lnTo>
                      <a:pt x="2903" y="1302"/>
                    </a:lnTo>
                    <a:cubicBezTo>
                      <a:pt x="2936" y="1002"/>
                      <a:pt x="2969" y="635"/>
                      <a:pt x="2803" y="368"/>
                    </a:cubicBezTo>
                    <a:cubicBezTo>
                      <a:pt x="2669" y="168"/>
                      <a:pt x="2436" y="1"/>
                      <a:pt x="21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948;p56"/>
              <p:cNvSpPr/>
              <p:nvPr/>
            </p:nvSpPr>
            <p:spPr>
              <a:xfrm>
                <a:off x="5308856" y="3312083"/>
                <a:ext cx="34770" cy="69520"/>
              </a:xfrm>
              <a:custGeom>
                <a:avLst/>
                <a:gdLst/>
                <a:ahLst/>
                <a:cxnLst/>
                <a:rect l="l" t="t" r="r" b="b"/>
                <a:pathLst>
                  <a:path w="1802" h="3603" extrusionOk="0">
                    <a:moveTo>
                      <a:pt x="401" y="0"/>
                    </a:moveTo>
                    <a:cubicBezTo>
                      <a:pt x="167" y="0"/>
                      <a:pt x="0" y="200"/>
                      <a:pt x="0" y="434"/>
                    </a:cubicBezTo>
                    <a:lnTo>
                      <a:pt x="0" y="3203"/>
                    </a:lnTo>
                    <a:cubicBezTo>
                      <a:pt x="0" y="3436"/>
                      <a:pt x="167" y="3603"/>
                      <a:pt x="401" y="3603"/>
                    </a:cubicBezTo>
                    <a:lnTo>
                      <a:pt x="1401" y="3603"/>
                    </a:lnTo>
                    <a:cubicBezTo>
                      <a:pt x="1635" y="3603"/>
                      <a:pt x="1802" y="3436"/>
                      <a:pt x="1802" y="3203"/>
                    </a:cubicBezTo>
                    <a:lnTo>
                      <a:pt x="1802" y="434"/>
                    </a:lnTo>
                    <a:cubicBezTo>
                      <a:pt x="1802" y="200"/>
                      <a:pt x="1601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949;p56"/>
              <p:cNvSpPr/>
              <p:nvPr/>
            </p:nvSpPr>
            <p:spPr>
              <a:xfrm>
                <a:off x="5536061" y="3312083"/>
                <a:ext cx="97845" cy="106219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5505" extrusionOk="0">
                    <a:moveTo>
                      <a:pt x="1301" y="0"/>
                    </a:moveTo>
                    <a:cubicBezTo>
                      <a:pt x="1068" y="0"/>
                      <a:pt x="901" y="200"/>
                      <a:pt x="901" y="401"/>
                    </a:cubicBezTo>
                    <a:cubicBezTo>
                      <a:pt x="901" y="567"/>
                      <a:pt x="1001" y="734"/>
                      <a:pt x="1134" y="801"/>
                    </a:cubicBezTo>
                    <a:cubicBezTo>
                      <a:pt x="1134" y="801"/>
                      <a:pt x="1168" y="801"/>
                      <a:pt x="1168" y="834"/>
                    </a:cubicBezTo>
                    <a:lnTo>
                      <a:pt x="1001" y="834"/>
                    </a:lnTo>
                    <a:cubicBezTo>
                      <a:pt x="768" y="834"/>
                      <a:pt x="534" y="1034"/>
                      <a:pt x="534" y="1301"/>
                    </a:cubicBezTo>
                    <a:cubicBezTo>
                      <a:pt x="534" y="1501"/>
                      <a:pt x="667" y="1668"/>
                      <a:pt x="834" y="1735"/>
                    </a:cubicBezTo>
                    <a:cubicBezTo>
                      <a:pt x="834" y="1735"/>
                      <a:pt x="834" y="1768"/>
                      <a:pt x="834" y="1768"/>
                    </a:cubicBezTo>
                    <a:lnTo>
                      <a:pt x="701" y="1768"/>
                    </a:lnTo>
                    <a:cubicBezTo>
                      <a:pt x="434" y="1768"/>
                      <a:pt x="234" y="1968"/>
                      <a:pt x="234" y="2235"/>
                    </a:cubicBezTo>
                    <a:cubicBezTo>
                      <a:pt x="234" y="2435"/>
                      <a:pt x="367" y="2602"/>
                      <a:pt x="534" y="2669"/>
                    </a:cubicBezTo>
                    <a:cubicBezTo>
                      <a:pt x="534" y="2702"/>
                      <a:pt x="534" y="2702"/>
                      <a:pt x="534" y="2702"/>
                    </a:cubicBezTo>
                    <a:lnTo>
                      <a:pt x="467" y="2702"/>
                    </a:lnTo>
                    <a:cubicBezTo>
                      <a:pt x="200" y="2702"/>
                      <a:pt x="0" y="2936"/>
                      <a:pt x="0" y="3203"/>
                    </a:cubicBezTo>
                    <a:cubicBezTo>
                      <a:pt x="0" y="3436"/>
                      <a:pt x="234" y="3636"/>
                      <a:pt x="467" y="3636"/>
                    </a:cubicBezTo>
                    <a:lnTo>
                      <a:pt x="1935" y="3636"/>
                    </a:lnTo>
                    <a:cubicBezTo>
                      <a:pt x="2068" y="3636"/>
                      <a:pt x="2202" y="3770"/>
                      <a:pt x="2169" y="3903"/>
                    </a:cubicBezTo>
                    <a:lnTo>
                      <a:pt x="2135" y="4237"/>
                    </a:lnTo>
                    <a:cubicBezTo>
                      <a:pt x="2102" y="4503"/>
                      <a:pt x="2068" y="4870"/>
                      <a:pt x="2235" y="5137"/>
                    </a:cubicBezTo>
                    <a:cubicBezTo>
                      <a:pt x="2369" y="5371"/>
                      <a:pt x="2636" y="5504"/>
                      <a:pt x="2902" y="5504"/>
                    </a:cubicBezTo>
                    <a:cubicBezTo>
                      <a:pt x="3069" y="5504"/>
                      <a:pt x="3236" y="5371"/>
                      <a:pt x="3236" y="5204"/>
                    </a:cubicBezTo>
                    <a:cubicBezTo>
                      <a:pt x="3269" y="4770"/>
                      <a:pt x="3369" y="4370"/>
                      <a:pt x="3536" y="4003"/>
                    </a:cubicBezTo>
                    <a:cubicBezTo>
                      <a:pt x="3636" y="3770"/>
                      <a:pt x="3870" y="3636"/>
                      <a:pt x="4103" y="3636"/>
                    </a:cubicBezTo>
                    <a:lnTo>
                      <a:pt x="4504" y="3636"/>
                    </a:lnTo>
                    <a:cubicBezTo>
                      <a:pt x="4804" y="3636"/>
                      <a:pt x="5071" y="3369"/>
                      <a:pt x="5071" y="3069"/>
                    </a:cubicBezTo>
                    <a:lnTo>
                      <a:pt x="5071" y="467"/>
                    </a:lnTo>
                    <a:cubicBezTo>
                      <a:pt x="5071" y="200"/>
                      <a:pt x="4837" y="0"/>
                      <a:pt x="46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950;p56"/>
              <p:cNvSpPr/>
              <p:nvPr/>
            </p:nvSpPr>
            <p:spPr>
              <a:xfrm>
                <a:off x="5637111" y="3312083"/>
                <a:ext cx="35426" cy="69520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3603" extrusionOk="0">
                    <a:moveTo>
                      <a:pt x="434" y="0"/>
                    </a:moveTo>
                    <a:cubicBezTo>
                      <a:pt x="201" y="0"/>
                      <a:pt x="0" y="200"/>
                      <a:pt x="0" y="434"/>
                    </a:cubicBezTo>
                    <a:lnTo>
                      <a:pt x="0" y="3203"/>
                    </a:lnTo>
                    <a:cubicBezTo>
                      <a:pt x="0" y="3436"/>
                      <a:pt x="201" y="3603"/>
                      <a:pt x="434" y="3603"/>
                    </a:cubicBezTo>
                    <a:lnTo>
                      <a:pt x="1401" y="3603"/>
                    </a:lnTo>
                    <a:cubicBezTo>
                      <a:pt x="1635" y="3603"/>
                      <a:pt x="1835" y="3436"/>
                      <a:pt x="1835" y="3203"/>
                    </a:cubicBezTo>
                    <a:lnTo>
                      <a:pt x="1835" y="434"/>
                    </a:lnTo>
                    <a:cubicBezTo>
                      <a:pt x="1835" y="200"/>
                      <a:pt x="1635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951;p56"/>
              <p:cNvSpPr/>
              <p:nvPr/>
            </p:nvSpPr>
            <p:spPr>
              <a:xfrm>
                <a:off x="5768417" y="3306410"/>
                <a:ext cx="127443" cy="75193"/>
              </a:xfrm>
              <a:custGeom>
                <a:avLst/>
                <a:gdLst/>
                <a:ahLst/>
                <a:cxnLst/>
                <a:rect l="l" t="t" r="r" b="b"/>
                <a:pathLst>
                  <a:path w="6605" h="3897" extrusionOk="0">
                    <a:moveTo>
                      <a:pt x="3697" y="0"/>
                    </a:moveTo>
                    <a:cubicBezTo>
                      <a:pt x="3490" y="0"/>
                      <a:pt x="3303" y="169"/>
                      <a:pt x="3303" y="394"/>
                    </a:cubicBezTo>
                    <a:lnTo>
                      <a:pt x="3303" y="1128"/>
                    </a:lnTo>
                    <a:cubicBezTo>
                      <a:pt x="2035" y="1195"/>
                      <a:pt x="0" y="1662"/>
                      <a:pt x="0" y="3897"/>
                    </a:cubicBezTo>
                    <a:cubicBezTo>
                      <a:pt x="0" y="3897"/>
                      <a:pt x="801" y="2796"/>
                      <a:pt x="3303" y="2563"/>
                    </a:cubicBezTo>
                    <a:lnTo>
                      <a:pt x="3303" y="3230"/>
                    </a:lnTo>
                    <a:cubicBezTo>
                      <a:pt x="3303" y="3458"/>
                      <a:pt x="3496" y="3610"/>
                      <a:pt x="3707" y="3610"/>
                    </a:cubicBezTo>
                    <a:cubicBezTo>
                      <a:pt x="3772" y="3610"/>
                      <a:pt x="3840" y="3595"/>
                      <a:pt x="3903" y="3563"/>
                    </a:cubicBezTo>
                    <a:lnTo>
                      <a:pt x="6338" y="2162"/>
                    </a:lnTo>
                    <a:cubicBezTo>
                      <a:pt x="6605" y="1995"/>
                      <a:pt x="6605" y="1629"/>
                      <a:pt x="6338" y="1462"/>
                    </a:cubicBezTo>
                    <a:lnTo>
                      <a:pt x="3903" y="61"/>
                    </a:lnTo>
                    <a:cubicBezTo>
                      <a:pt x="3836" y="19"/>
                      <a:pt x="3765" y="0"/>
                      <a:pt x="3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952;p56"/>
              <p:cNvSpPr/>
              <p:nvPr/>
            </p:nvSpPr>
            <p:spPr>
              <a:xfrm>
                <a:off x="6005926" y="3312083"/>
                <a:ext cx="105563" cy="8374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434" extrusionOk="0">
                    <a:moveTo>
                      <a:pt x="0" y="0"/>
                    </a:moveTo>
                    <a:lnTo>
                      <a:pt x="0" y="434"/>
                    </a:lnTo>
                    <a:lnTo>
                      <a:pt x="5471" y="434"/>
                    </a:lnTo>
                    <a:lnTo>
                      <a:pt x="54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953;p56"/>
              <p:cNvSpPr/>
              <p:nvPr/>
            </p:nvSpPr>
            <p:spPr>
              <a:xfrm>
                <a:off x="6005926" y="3324953"/>
                <a:ext cx="105563" cy="7737"/>
              </a:xfrm>
              <a:custGeom>
                <a:avLst/>
                <a:gdLst/>
                <a:ahLst/>
                <a:cxnLst/>
                <a:rect l="l" t="t" r="r" b="b"/>
                <a:pathLst>
                  <a:path w="5471" h="401" extrusionOk="0">
                    <a:moveTo>
                      <a:pt x="0" y="0"/>
                    </a:moveTo>
                    <a:lnTo>
                      <a:pt x="0" y="401"/>
                    </a:lnTo>
                    <a:lnTo>
                      <a:pt x="5471" y="401"/>
                    </a:lnTo>
                    <a:lnTo>
                      <a:pt x="54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954;p56"/>
              <p:cNvSpPr/>
              <p:nvPr/>
            </p:nvSpPr>
            <p:spPr>
              <a:xfrm>
                <a:off x="6005926" y="3337187"/>
                <a:ext cx="32840" cy="8374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4" extrusionOk="0">
                    <a:moveTo>
                      <a:pt x="0" y="0"/>
                    </a:moveTo>
                    <a:lnTo>
                      <a:pt x="0" y="434"/>
                    </a:lnTo>
                    <a:lnTo>
                      <a:pt x="1701" y="434"/>
                    </a:lnTo>
                    <a:lnTo>
                      <a:pt x="17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955;p56"/>
              <p:cNvSpPr/>
              <p:nvPr/>
            </p:nvSpPr>
            <p:spPr>
              <a:xfrm>
                <a:off x="6005926" y="3349401"/>
                <a:ext cx="32840" cy="8393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5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701" y="435"/>
                    </a:lnTo>
                    <a:lnTo>
                      <a:pt x="17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956;p56"/>
              <p:cNvSpPr/>
              <p:nvPr/>
            </p:nvSpPr>
            <p:spPr>
              <a:xfrm>
                <a:off x="6005926" y="3362291"/>
                <a:ext cx="32840" cy="7737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01" extrusionOk="0">
                    <a:moveTo>
                      <a:pt x="0" y="0"/>
                    </a:moveTo>
                    <a:lnTo>
                      <a:pt x="0" y="400"/>
                    </a:lnTo>
                    <a:lnTo>
                      <a:pt x="1701" y="400"/>
                    </a:lnTo>
                    <a:lnTo>
                      <a:pt x="17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957;p56"/>
              <p:cNvSpPr/>
              <p:nvPr/>
            </p:nvSpPr>
            <p:spPr>
              <a:xfrm>
                <a:off x="6005926" y="3374505"/>
                <a:ext cx="32840" cy="8393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435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701" y="435"/>
                    </a:lnTo>
                    <a:lnTo>
                      <a:pt x="17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958;p56"/>
              <p:cNvSpPr/>
              <p:nvPr/>
            </p:nvSpPr>
            <p:spPr>
              <a:xfrm>
                <a:off x="6058043" y="3337187"/>
                <a:ext cx="44436" cy="44417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2302" extrusionOk="0">
                    <a:moveTo>
                      <a:pt x="1002" y="0"/>
                    </a:moveTo>
                    <a:cubicBezTo>
                      <a:pt x="868" y="0"/>
                      <a:pt x="768" y="100"/>
                      <a:pt x="768" y="234"/>
                    </a:cubicBezTo>
                    <a:lnTo>
                      <a:pt x="768" y="534"/>
                    </a:lnTo>
                    <a:cubicBezTo>
                      <a:pt x="768" y="667"/>
                      <a:pt x="668" y="767"/>
                      <a:pt x="535" y="767"/>
                    </a:cubicBezTo>
                    <a:lnTo>
                      <a:pt x="234" y="767"/>
                    </a:lnTo>
                    <a:cubicBezTo>
                      <a:pt x="101" y="767"/>
                      <a:pt x="1" y="867"/>
                      <a:pt x="1" y="1001"/>
                    </a:cubicBezTo>
                    <a:lnTo>
                      <a:pt x="1" y="1301"/>
                    </a:lnTo>
                    <a:cubicBezTo>
                      <a:pt x="1" y="1435"/>
                      <a:pt x="101" y="1535"/>
                      <a:pt x="234" y="1535"/>
                    </a:cubicBezTo>
                    <a:lnTo>
                      <a:pt x="535" y="1535"/>
                    </a:lnTo>
                    <a:cubicBezTo>
                      <a:pt x="668" y="1535"/>
                      <a:pt x="768" y="1668"/>
                      <a:pt x="768" y="1801"/>
                    </a:cubicBezTo>
                    <a:lnTo>
                      <a:pt x="768" y="2068"/>
                    </a:lnTo>
                    <a:cubicBezTo>
                      <a:pt x="768" y="2202"/>
                      <a:pt x="868" y="2302"/>
                      <a:pt x="1002" y="2302"/>
                    </a:cubicBezTo>
                    <a:lnTo>
                      <a:pt x="1302" y="2302"/>
                    </a:lnTo>
                    <a:cubicBezTo>
                      <a:pt x="1435" y="2302"/>
                      <a:pt x="1535" y="2202"/>
                      <a:pt x="1535" y="2068"/>
                    </a:cubicBezTo>
                    <a:lnTo>
                      <a:pt x="1535" y="1801"/>
                    </a:lnTo>
                    <a:cubicBezTo>
                      <a:pt x="1535" y="1668"/>
                      <a:pt x="1635" y="1535"/>
                      <a:pt x="1802" y="1535"/>
                    </a:cubicBezTo>
                    <a:lnTo>
                      <a:pt x="2069" y="1535"/>
                    </a:lnTo>
                    <a:cubicBezTo>
                      <a:pt x="2203" y="1535"/>
                      <a:pt x="2303" y="1435"/>
                      <a:pt x="2303" y="1301"/>
                    </a:cubicBezTo>
                    <a:lnTo>
                      <a:pt x="2303" y="1001"/>
                    </a:lnTo>
                    <a:cubicBezTo>
                      <a:pt x="2303" y="867"/>
                      <a:pt x="2203" y="767"/>
                      <a:pt x="2069" y="767"/>
                    </a:cubicBezTo>
                    <a:lnTo>
                      <a:pt x="1802" y="767"/>
                    </a:lnTo>
                    <a:cubicBezTo>
                      <a:pt x="1669" y="767"/>
                      <a:pt x="1535" y="667"/>
                      <a:pt x="1535" y="534"/>
                    </a:cubicBezTo>
                    <a:lnTo>
                      <a:pt x="1535" y="234"/>
                    </a:lnTo>
                    <a:cubicBezTo>
                      <a:pt x="1535" y="100"/>
                      <a:pt x="1435" y="0"/>
                      <a:pt x="13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959;p56"/>
              <p:cNvSpPr/>
              <p:nvPr/>
            </p:nvSpPr>
            <p:spPr>
              <a:xfrm>
                <a:off x="6244708" y="333975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34" y="1"/>
                    </a:moveTo>
                    <a:cubicBezTo>
                      <a:pt x="201" y="1"/>
                      <a:pt x="1" y="167"/>
                      <a:pt x="1" y="401"/>
                    </a:cubicBezTo>
                    <a:cubicBezTo>
                      <a:pt x="1" y="634"/>
                      <a:pt x="201" y="835"/>
                      <a:pt x="434" y="835"/>
                    </a:cubicBezTo>
                    <a:cubicBezTo>
                      <a:pt x="634" y="835"/>
                      <a:pt x="834" y="634"/>
                      <a:pt x="834" y="401"/>
                    </a:cubicBezTo>
                    <a:cubicBezTo>
                      <a:pt x="834" y="167"/>
                      <a:pt x="634" y="1"/>
                      <a:pt x="4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960;p56"/>
              <p:cNvSpPr/>
              <p:nvPr/>
            </p:nvSpPr>
            <p:spPr>
              <a:xfrm>
                <a:off x="6278186" y="333975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00" y="1"/>
                    </a:moveTo>
                    <a:cubicBezTo>
                      <a:pt x="167" y="1"/>
                      <a:pt x="0" y="167"/>
                      <a:pt x="0" y="401"/>
                    </a:cubicBezTo>
                    <a:cubicBezTo>
                      <a:pt x="0" y="634"/>
                      <a:pt x="167" y="835"/>
                      <a:pt x="400" y="835"/>
                    </a:cubicBezTo>
                    <a:cubicBezTo>
                      <a:pt x="634" y="835"/>
                      <a:pt x="834" y="634"/>
                      <a:pt x="834" y="401"/>
                    </a:cubicBezTo>
                    <a:cubicBezTo>
                      <a:pt x="834" y="167"/>
                      <a:pt x="634" y="1"/>
                      <a:pt x="4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961;p56"/>
              <p:cNvSpPr/>
              <p:nvPr/>
            </p:nvSpPr>
            <p:spPr>
              <a:xfrm>
                <a:off x="6311007" y="3339753"/>
                <a:ext cx="16111" cy="16111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35" extrusionOk="0">
                    <a:moveTo>
                      <a:pt x="434" y="1"/>
                    </a:moveTo>
                    <a:cubicBezTo>
                      <a:pt x="200" y="1"/>
                      <a:pt x="0" y="167"/>
                      <a:pt x="0" y="401"/>
                    </a:cubicBezTo>
                    <a:cubicBezTo>
                      <a:pt x="0" y="634"/>
                      <a:pt x="200" y="835"/>
                      <a:pt x="434" y="835"/>
                    </a:cubicBezTo>
                    <a:cubicBezTo>
                      <a:pt x="667" y="835"/>
                      <a:pt x="834" y="634"/>
                      <a:pt x="834" y="401"/>
                    </a:cubicBezTo>
                    <a:cubicBezTo>
                      <a:pt x="834" y="167"/>
                      <a:pt x="667" y="1"/>
                      <a:pt x="4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962;p56"/>
              <p:cNvSpPr/>
              <p:nvPr/>
            </p:nvSpPr>
            <p:spPr>
              <a:xfrm>
                <a:off x="5244615" y="3603661"/>
                <a:ext cx="3004463" cy="17385"/>
              </a:xfrm>
              <a:custGeom>
                <a:avLst/>
                <a:gdLst/>
                <a:ahLst/>
                <a:cxnLst/>
                <a:rect l="l" t="t" r="r" b="b"/>
                <a:pathLst>
                  <a:path w="155712" h="901" extrusionOk="0">
                    <a:moveTo>
                      <a:pt x="434" y="0"/>
                    </a:moveTo>
                    <a:cubicBezTo>
                      <a:pt x="200" y="0"/>
                      <a:pt x="0" y="200"/>
                      <a:pt x="0" y="467"/>
                    </a:cubicBezTo>
                    <a:cubicBezTo>
                      <a:pt x="0" y="701"/>
                      <a:pt x="200" y="901"/>
                      <a:pt x="434" y="901"/>
                    </a:cubicBezTo>
                    <a:lnTo>
                      <a:pt x="155278" y="901"/>
                    </a:lnTo>
                    <a:cubicBezTo>
                      <a:pt x="155511" y="901"/>
                      <a:pt x="155711" y="701"/>
                      <a:pt x="155711" y="467"/>
                    </a:cubicBezTo>
                    <a:cubicBezTo>
                      <a:pt x="155711" y="200"/>
                      <a:pt x="155511" y="0"/>
                      <a:pt x="1552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" name="Google Shape;1963;p56"/>
            <p:cNvSpPr/>
            <p:nvPr/>
          </p:nvSpPr>
          <p:spPr>
            <a:xfrm>
              <a:off x="5250638" y="1371475"/>
              <a:ext cx="3004463" cy="1813113"/>
            </a:xfrm>
            <a:custGeom>
              <a:avLst/>
              <a:gdLst/>
              <a:ahLst/>
              <a:cxnLst/>
              <a:rect l="l" t="t" r="r" b="b"/>
              <a:pathLst>
                <a:path w="155712" h="93968" extrusionOk="0">
                  <a:moveTo>
                    <a:pt x="0" y="0"/>
                  </a:moveTo>
                  <a:lnTo>
                    <a:pt x="0" y="93968"/>
                  </a:lnTo>
                  <a:lnTo>
                    <a:pt x="155711" y="93968"/>
                  </a:lnTo>
                  <a:lnTo>
                    <a:pt x="155711" y="0"/>
                  </a:lnTo>
                  <a:close/>
                </a:path>
              </a:pathLst>
            </a:custGeom>
            <a:solidFill>
              <a:srgbClr val="F1F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Картина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35" y="643151"/>
            <a:ext cx="4371975" cy="2295525"/>
          </a:xfrm>
          <a:prstGeom prst="rect">
            <a:avLst/>
          </a:prstGeom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4409" y="1572928"/>
            <a:ext cx="3250634" cy="1927367"/>
          </a:xfrm>
          <a:prstGeom prst="rect">
            <a:avLst/>
          </a:prstGeom>
        </p:spPr>
      </p:pic>
      <p:sp>
        <p:nvSpPr>
          <p:cNvPr id="8" name="Текстово поле 7"/>
          <p:cNvSpPr txBox="1"/>
          <p:nvPr/>
        </p:nvSpPr>
        <p:spPr>
          <a:xfrm>
            <a:off x="723398" y="3069613"/>
            <a:ext cx="30557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Montserrat Light"/>
              </a:rPr>
              <a:t>Ctrl + K + C = Comment</a:t>
            </a:r>
            <a:endParaRPr lang="bg-BG" dirty="0">
              <a:solidFill>
                <a:schemeClr val="tx1"/>
              </a:solidFill>
              <a:latin typeface="Montserrat Light"/>
            </a:endParaRPr>
          </a:p>
          <a:p>
            <a:r>
              <a:rPr lang="en-US" dirty="0">
                <a:solidFill>
                  <a:schemeClr val="tx1"/>
                </a:solidFill>
                <a:latin typeface="Montserrat Light"/>
              </a:rPr>
              <a:t>Ctrl + K + U = </a:t>
            </a:r>
            <a:r>
              <a:rPr lang="en-US" dirty="0" err="1">
                <a:solidFill>
                  <a:schemeClr val="tx1"/>
                </a:solidFill>
                <a:latin typeface="Montserrat Light"/>
              </a:rPr>
              <a:t>UnComment</a:t>
            </a:r>
            <a:r>
              <a:rPr lang="en-US" dirty="0">
                <a:solidFill>
                  <a:schemeClr val="tx1"/>
                </a:solidFill>
                <a:latin typeface="Montserrat Light"/>
              </a:rPr>
              <a:t> </a:t>
            </a:r>
            <a:endParaRPr lang="bg-BG" dirty="0">
              <a:solidFill>
                <a:schemeClr val="tx1"/>
              </a:solidFill>
              <a:latin typeface="Montserrat Light"/>
            </a:endParaRPr>
          </a:p>
          <a:p>
            <a:endParaRPr lang="en-US" dirty="0">
              <a:solidFill>
                <a:schemeClr val="tx1"/>
              </a:solidFill>
              <a:latin typeface="Montserrat Light"/>
            </a:endParaRPr>
          </a:p>
          <a:p>
            <a:r>
              <a:rPr lang="en-US" dirty="0">
                <a:solidFill>
                  <a:schemeClr val="tx1"/>
                </a:solidFill>
                <a:latin typeface="Montserrat Light"/>
              </a:rPr>
              <a:t>- </a:t>
            </a:r>
            <a:r>
              <a:rPr lang="bg-BG" dirty="0">
                <a:solidFill>
                  <a:schemeClr val="tx1"/>
                </a:solidFill>
                <a:latin typeface="Montserrat Light"/>
              </a:rPr>
              <a:t>При </a:t>
            </a:r>
            <a:r>
              <a:rPr lang="bg-BG" dirty="0" err="1">
                <a:solidFill>
                  <a:schemeClr val="tx1"/>
                </a:solidFill>
                <a:latin typeface="Montserrat Light"/>
              </a:rPr>
              <a:t>разкоментиране</a:t>
            </a:r>
            <a:r>
              <a:rPr lang="bg-BG" dirty="0">
                <a:solidFill>
                  <a:schemeClr val="tx1"/>
                </a:solidFill>
                <a:latin typeface="Montserrat Light"/>
              </a:rPr>
              <a:t> понякога главните букви стават малки, което води до грешки! </a:t>
            </a:r>
          </a:p>
        </p:txBody>
      </p:sp>
      <p:sp>
        <p:nvSpPr>
          <p:cNvPr id="9" name="Текстово поле 8"/>
          <p:cNvSpPr txBox="1"/>
          <p:nvPr/>
        </p:nvSpPr>
        <p:spPr>
          <a:xfrm>
            <a:off x="4828378" y="339118"/>
            <a:ext cx="2205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>
                <a:solidFill>
                  <a:schemeClr val="tx1"/>
                </a:solidFill>
                <a:latin typeface="Montserrat Light"/>
              </a:rPr>
              <a:t>Тестване</a:t>
            </a:r>
            <a:r>
              <a:rPr lang="bg-BG" dirty="0">
                <a:latin typeface="Montserrat Light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054075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74" y="934947"/>
            <a:ext cx="7669568" cy="4089115"/>
          </a:xfrm>
          <a:prstGeom prst="rect">
            <a:avLst/>
          </a:prstGeom>
        </p:spPr>
      </p:pic>
      <p:sp>
        <p:nvSpPr>
          <p:cNvPr id="5" name="Текстово поле 4"/>
          <p:cNvSpPr txBox="1"/>
          <p:nvPr/>
        </p:nvSpPr>
        <p:spPr>
          <a:xfrm>
            <a:off x="3678906" y="513707"/>
            <a:ext cx="1787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rgbClr val="FF0000"/>
                </a:solidFill>
                <a:latin typeface="Montserrat Light"/>
              </a:rPr>
              <a:t>ДЕБЪГЕРЪТ</a:t>
            </a:r>
          </a:p>
        </p:txBody>
      </p:sp>
      <p:sp>
        <p:nvSpPr>
          <p:cNvPr id="2" name="Текстово поле 1"/>
          <p:cNvSpPr txBox="1"/>
          <p:nvPr/>
        </p:nvSpPr>
        <p:spPr>
          <a:xfrm>
            <a:off x="737974" y="1931541"/>
            <a:ext cx="1561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ontserrat Light"/>
              </a:rPr>
              <a:t>breakpoint</a:t>
            </a:r>
            <a:endParaRPr lang="bg-BG" dirty="0">
              <a:solidFill>
                <a:srgbClr val="FF0000"/>
              </a:solidFill>
              <a:latin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859788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2" name="Google Shape;2262;p62"/>
          <p:cNvGrpSpPr/>
          <p:nvPr/>
        </p:nvGrpSpPr>
        <p:grpSpPr>
          <a:xfrm>
            <a:off x="2219893" y="853672"/>
            <a:ext cx="76825" cy="76800"/>
            <a:chOff x="3104875" y="1099400"/>
            <a:chExt cx="76825" cy="76800"/>
          </a:xfrm>
        </p:grpSpPr>
        <p:sp>
          <p:nvSpPr>
            <p:cNvPr id="2263" name="Google Shape;2263;p6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6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5" name="Google Shape;2265;p62"/>
          <p:cNvGrpSpPr/>
          <p:nvPr/>
        </p:nvGrpSpPr>
        <p:grpSpPr>
          <a:xfrm>
            <a:off x="6574175" y="1112200"/>
            <a:ext cx="76825" cy="76800"/>
            <a:chOff x="3104875" y="1099400"/>
            <a:chExt cx="76825" cy="76800"/>
          </a:xfrm>
        </p:grpSpPr>
        <p:sp>
          <p:nvSpPr>
            <p:cNvPr id="2266" name="Google Shape;2266;p6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6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8" name="Google Shape;2268;p62"/>
          <p:cNvGrpSpPr/>
          <p:nvPr/>
        </p:nvGrpSpPr>
        <p:grpSpPr>
          <a:xfrm>
            <a:off x="8314592" y="2656796"/>
            <a:ext cx="76825" cy="76800"/>
            <a:chOff x="3104875" y="1099400"/>
            <a:chExt cx="76825" cy="76800"/>
          </a:xfrm>
        </p:grpSpPr>
        <p:sp>
          <p:nvSpPr>
            <p:cNvPr id="2269" name="Google Shape;2269;p6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62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71" name="Google Shape;2271;p62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7329790" y="3297388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2" name="Google Shape;2272;p62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666284" y="1145274"/>
            <a:ext cx="1920000" cy="18427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Подзаглавие 2"/>
          <p:cNvSpPr>
            <a:spLocks noGrp="1"/>
          </p:cNvSpPr>
          <p:nvPr>
            <p:ph type="subTitle" idx="3"/>
          </p:nvPr>
        </p:nvSpPr>
        <p:spPr>
          <a:xfrm>
            <a:off x="3307065" y="2463270"/>
            <a:ext cx="2992470" cy="2129950"/>
          </a:xfrm>
        </p:spPr>
        <p:txBody>
          <a:bodyPr/>
          <a:lstStyle/>
          <a:p>
            <a:pPr algn="ctr"/>
            <a:r>
              <a:rPr lang="bg-BG" sz="3200" dirty="0">
                <a:latin typeface="Montserrat Light"/>
              </a:rPr>
              <a:t>БЛАГОДАРЯ!</a:t>
            </a:r>
          </a:p>
          <a:p>
            <a:pPr algn="ctr"/>
            <a:endParaRPr lang="bg-BG" sz="3200" dirty="0">
              <a:latin typeface="Montserrat Light"/>
              <a:sym typeface="Wingdings" panose="05000000000000000000" pitchFamily="2" charset="2"/>
            </a:endParaRPr>
          </a:p>
          <a:p>
            <a:pPr algn="ctr"/>
            <a:r>
              <a:rPr lang="bg-BG" sz="3200" dirty="0">
                <a:latin typeface="Montserrat Light"/>
                <a:sym typeface="Wingdings" panose="05000000000000000000" pitchFamily="2" charset="2"/>
              </a:rPr>
              <a:t></a:t>
            </a:r>
            <a:endParaRPr lang="bg-BG" sz="3200" dirty="0">
              <a:latin typeface="Montserrat Light"/>
            </a:endParaRPr>
          </a:p>
          <a:p>
            <a:pPr algn="ctr"/>
            <a:endParaRPr lang="bg-BG" sz="3200" dirty="0">
              <a:latin typeface="Montserrat Light"/>
            </a:endParaRPr>
          </a:p>
          <a:p>
            <a:pPr algn="ctr"/>
            <a:endParaRPr lang="bg-BG" sz="3200" dirty="0">
              <a:latin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763010058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27173A"/>
      </a:lt1>
      <a:dk2>
        <a:srgbClr val="AE77D6"/>
      </a:dk2>
      <a:lt2>
        <a:srgbClr val="5A1387"/>
      </a:lt2>
      <a:accent1>
        <a:srgbClr val="76F3FB"/>
      </a:accent1>
      <a:accent2>
        <a:srgbClr val="729B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151</Words>
  <Application>Microsoft Office PowerPoint</Application>
  <PresentationFormat>On-screen Show (16:9)</PresentationFormat>
  <Paragraphs>30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Montserrat Light</vt:lpstr>
      <vt:lpstr>Nunito Light</vt:lpstr>
      <vt:lpstr>Arial</vt:lpstr>
      <vt:lpstr>Bebas Neue</vt:lpstr>
      <vt:lpstr>Montserrat Black</vt:lpstr>
      <vt:lpstr>Montserrat</vt:lpstr>
      <vt:lpstr>Anaheim</vt:lpstr>
      <vt:lpstr>Artificial Intelligence (AI) Technology Consulting by Slidesgo</vt:lpstr>
      <vt:lpstr>Анализ и проектиране (C#) на примерни приложения</vt:lpstr>
      <vt:lpstr>PowerPoint Presentation</vt:lpstr>
      <vt:lpstr>PowerPoint Presentation</vt:lpstr>
      <vt:lpstr>Приложения:</vt:lpstr>
      <vt:lpstr>Конзолно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 – Graphic User Interface</vt:lpstr>
      <vt:lpstr>PowerPoint Presentation</vt:lpstr>
      <vt:lpstr>PowerPoint Presentation</vt:lpstr>
      <vt:lpstr>Благодарение на Save създадохме демонстративно ПОДОБИЕ на локална БД във VS, която се унищожава при всяко затваряне на програмата, защото е запазена само в масив (второ ниво).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и проектиране (C#) на примерни приложения</dc:title>
  <cp:lastModifiedBy>hp</cp:lastModifiedBy>
  <cp:revision>68</cp:revision>
  <dcterms:modified xsi:type="dcterms:W3CDTF">2026-09-01T21:15:46Z</dcterms:modified>
</cp:coreProperties>
</file>