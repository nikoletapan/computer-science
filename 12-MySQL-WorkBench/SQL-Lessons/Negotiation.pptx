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1"/>
  </p:notesMasterIdLst>
  <p:sldIdLst>
    <p:sldId id="256" r:id="rId2"/>
    <p:sldId id="257" r:id="rId3"/>
    <p:sldId id="265" r:id="rId4"/>
    <p:sldId id="259" r:id="rId5"/>
    <p:sldId id="307" r:id="rId6"/>
    <p:sldId id="304" r:id="rId7"/>
    <p:sldId id="305" r:id="rId8"/>
    <p:sldId id="260" r:id="rId9"/>
    <p:sldId id="258" r:id="rId10"/>
  </p:sldIdLst>
  <p:sldSz cx="9144000" cy="5143500" type="screen16x9"/>
  <p:notesSz cx="6858000" cy="9144000"/>
  <p:embeddedFontLst>
    <p:embeddedFont>
      <p:font typeface="Fjalla One" panose="020B0604020202020204" charset="0"/>
      <p:regular r:id="rId12"/>
    </p:embeddedFont>
    <p:embeddedFont>
      <p:font typeface="Barlow Semi Condensed Medium" panose="020B0604020202020204" charset="0"/>
      <p:regular r:id="rId13"/>
      <p:bold r:id="rId14"/>
      <p:italic r:id="rId15"/>
      <p:boldItalic r:id="rId16"/>
    </p:embeddedFont>
    <p:embeddedFont>
      <p:font typeface="Barlow Semi Condensed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132232-476A-4F1B-AB76-39E558B22BF2}">
  <a:tblStyle styleId="{D9132232-476A-4F1B-AB76-39E558B22B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604385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7111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6981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0804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152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g8714a43093_1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2" name="Google Shape;2972;g8714a43093_1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7329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4231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g8714a43093_1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2" name="Google Shape;2972;g8714a43093_1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1552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17504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929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CUSTOM_8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>
            <a:spLocks noGrp="1"/>
          </p:cNvSpPr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7"/>
          <p:cNvSpPr txBox="1">
            <a:spLocks noGrp="1"/>
          </p:cNvSpPr>
          <p:nvPr>
            <p:ph type="subTitle" idx="1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3" name="Google Shape;763;p17"/>
          <p:cNvSpPr txBox="1">
            <a:spLocks noGrp="1"/>
          </p:cNvSpPr>
          <p:nvPr>
            <p:ph type="subTitle" idx="2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4" name="Google Shape;764;p17"/>
          <p:cNvSpPr txBox="1">
            <a:spLocks noGrp="1"/>
          </p:cNvSpPr>
          <p:nvPr>
            <p:ph type="subTitle" idx="3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5" name="Google Shape;765;p17"/>
          <p:cNvSpPr txBox="1">
            <a:spLocks noGrp="1"/>
          </p:cNvSpPr>
          <p:nvPr>
            <p:ph type="subTitle" idx="4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6" name="Google Shape;766;p17"/>
          <p:cNvSpPr txBox="1">
            <a:spLocks noGrp="1"/>
          </p:cNvSpPr>
          <p:nvPr>
            <p:ph type="subTitle" idx="5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7" name="Google Shape;767;p17"/>
          <p:cNvSpPr txBox="1">
            <a:spLocks noGrp="1"/>
          </p:cNvSpPr>
          <p:nvPr>
            <p:ph type="subTitle" idx="6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8" name="Google Shape;768;p17"/>
          <p:cNvSpPr txBox="1">
            <a:spLocks noGrp="1"/>
          </p:cNvSpPr>
          <p:nvPr>
            <p:ph type="subTitle" idx="7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9" name="Google Shape;769;p17"/>
          <p:cNvSpPr txBox="1">
            <a:spLocks noGrp="1"/>
          </p:cNvSpPr>
          <p:nvPr>
            <p:ph type="subTitle" idx="8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0" name="Google Shape;770;p17"/>
          <p:cNvSpPr txBox="1">
            <a:spLocks noGrp="1"/>
          </p:cNvSpPr>
          <p:nvPr>
            <p:ph type="subTitle" idx="9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1" name="Google Shape;771;p17"/>
          <p:cNvSpPr txBox="1">
            <a:spLocks noGrp="1"/>
          </p:cNvSpPr>
          <p:nvPr>
            <p:ph type="subTitle" idx="13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2" name="Google Shape;772;p17"/>
          <p:cNvSpPr txBox="1">
            <a:spLocks noGrp="1"/>
          </p:cNvSpPr>
          <p:nvPr>
            <p:ph type="subTitle" idx="14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3" name="Google Shape;773;p17"/>
          <p:cNvSpPr txBox="1">
            <a:spLocks noGrp="1"/>
          </p:cNvSpPr>
          <p:nvPr>
            <p:ph type="subTitle" idx="15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5" name="Google Shape;775;p17"/>
          <p:cNvCxnSpPr/>
          <p:nvPr/>
        </p:nvCxnSpPr>
        <p:spPr>
          <a:xfrm rot="10800000" flipH="1">
            <a:off x="1562083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5" r:id="rId5"/>
    <p:sldLayoutId id="2147483658" r:id="rId6"/>
    <p:sldLayoutId id="2147483659" r:id="rId7"/>
    <p:sldLayoutId id="2147483663" r:id="rId8"/>
    <p:sldLayoutId id="2147483669" r:id="rId9"/>
    <p:sldLayoutId id="2147483673" r:id="rId10"/>
    <p:sldLayoutId id="2147483674" r:id="rId11"/>
    <p:sldLayoutId id="2147483675" r:id="rId12"/>
    <p:sldLayoutId id="214748367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5000" dirty="0" smtClean="0">
                <a:solidFill>
                  <a:schemeClr val="dk2"/>
                </a:solidFill>
              </a:rPr>
              <a:t>Преговор</a:t>
            </a:r>
            <a:br>
              <a:rPr lang="bg-BG" sz="5000" dirty="0" smtClean="0">
                <a:solidFill>
                  <a:schemeClr val="dk2"/>
                </a:solidFill>
              </a:rPr>
            </a:br>
            <a:endParaRPr sz="5000" dirty="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2300" dirty="0" smtClean="0">
                <a:solidFill>
                  <a:schemeClr val="accent1"/>
                </a:solidFill>
              </a:rPr>
              <a:t>Н. Панайотова</a:t>
            </a:r>
            <a:endParaRPr sz="23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2523650" y="173941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Въпроси:</a:t>
            </a:r>
            <a:endParaRPr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91" name="Google Shape;1891;p36"/>
          <p:cNvSpPr txBox="1">
            <a:spLocks noGrp="1"/>
          </p:cNvSpPr>
          <p:nvPr>
            <p:ph type="body" idx="1"/>
          </p:nvPr>
        </p:nvSpPr>
        <p:spPr>
          <a:xfrm>
            <a:off x="313126" y="1037556"/>
            <a:ext cx="7705500" cy="35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bg-BG" sz="1400" dirty="0">
                <a:latin typeface="+mn-lt"/>
              </a:rPr>
              <a:t>Софтуер и </a:t>
            </a:r>
            <a:r>
              <a:rPr lang="bg-BG" sz="1400" dirty="0" smtClean="0">
                <a:latin typeface="+mn-lt"/>
              </a:rPr>
              <a:t>Хардуер </a:t>
            </a:r>
            <a:r>
              <a:rPr lang="en-US" sz="1400" dirty="0" smtClean="0">
                <a:latin typeface="+mn-lt"/>
              </a:rPr>
              <a:t>(Soft vs. Hard).</a:t>
            </a:r>
            <a:endParaRPr lang="bg-BG" sz="1400" dirty="0">
              <a:latin typeface="+mn-lt"/>
            </a:endParaRPr>
          </a:p>
          <a:p>
            <a:r>
              <a:rPr lang="bg-BG" sz="1400" dirty="0">
                <a:latin typeface="+mn-lt"/>
              </a:rPr>
              <a:t>Хардуер -&gt; Системен Софтуер -&gt; Приложен софтуер</a:t>
            </a:r>
            <a:endParaRPr lang="en-US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BIOS, OS = Operating system, </a:t>
            </a:r>
            <a:r>
              <a:rPr lang="bg-BG" sz="1400" dirty="0">
                <a:latin typeface="+mn-lt"/>
              </a:rPr>
              <a:t>Разлики между </a:t>
            </a:r>
            <a:r>
              <a:rPr lang="en-US" sz="1400" dirty="0">
                <a:latin typeface="+mn-lt"/>
              </a:rPr>
              <a:t>M$ = </a:t>
            </a:r>
            <a:r>
              <a:rPr lang="en-US" sz="1400" dirty="0" err="1">
                <a:latin typeface="+mn-lt"/>
              </a:rPr>
              <a:t>MicroSoft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Windows (</a:t>
            </a:r>
            <a:r>
              <a:rPr lang="bg-BG" sz="1400" dirty="0" smtClean="0">
                <a:latin typeface="+mn-lt"/>
              </a:rPr>
              <a:t>Интерфейсни прозорци) и </a:t>
            </a:r>
            <a:r>
              <a:rPr lang="en-US" sz="1400" dirty="0">
                <a:latin typeface="+mn-lt"/>
              </a:rPr>
              <a:t>Linux (Linus Torvalds), </a:t>
            </a:r>
            <a:r>
              <a:rPr lang="bg-BG" sz="1400" dirty="0">
                <a:latin typeface="+mn-lt"/>
              </a:rPr>
              <a:t>платен/лицензиран </a:t>
            </a:r>
            <a:r>
              <a:rPr lang="en-US" sz="1400" dirty="0">
                <a:latin typeface="+mn-lt"/>
              </a:rPr>
              <a:t>vs. </a:t>
            </a:r>
            <a:r>
              <a:rPr lang="bg-BG" sz="1400" dirty="0">
                <a:latin typeface="+mn-lt"/>
              </a:rPr>
              <a:t>безплатен/</a:t>
            </a:r>
            <a:r>
              <a:rPr lang="en-US" sz="1400" dirty="0">
                <a:latin typeface="+mn-lt"/>
              </a:rPr>
              <a:t>freeware </a:t>
            </a:r>
            <a:r>
              <a:rPr lang="bg-BG" sz="1400" dirty="0">
                <a:latin typeface="+mn-lt"/>
              </a:rPr>
              <a:t>и </a:t>
            </a:r>
            <a:r>
              <a:rPr lang="en-US" sz="1400" dirty="0" err="1">
                <a:latin typeface="+mn-lt"/>
              </a:rPr>
              <a:t>OpenSource</a:t>
            </a:r>
            <a:r>
              <a:rPr lang="en-US" sz="1400" dirty="0" smtClean="0">
                <a:latin typeface="+mn-lt"/>
              </a:rPr>
              <a:t>. </a:t>
            </a:r>
            <a:r>
              <a:rPr lang="bg-BG" sz="1400" dirty="0" smtClean="0">
                <a:latin typeface="+mn-lt"/>
              </a:rPr>
              <a:t>Коя е по-лека и бърза, и защо?</a:t>
            </a:r>
            <a:endParaRPr lang="bg-BG" sz="1400" dirty="0">
              <a:latin typeface="+mn-lt"/>
            </a:endParaRPr>
          </a:p>
          <a:p>
            <a:r>
              <a:rPr lang="bg-BG" sz="1400" dirty="0">
                <a:latin typeface="+mn-lt"/>
              </a:rPr>
              <a:t>Езици от ниско ниво и от високо ниво</a:t>
            </a:r>
          </a:p>
          <a:p>
            <a:r>
              <a:rPr lang="bg-BG" sz="1400" dirty="0">
                <a:latin typeface="+mn-lt"/>
              </a:rPr>
              <a:t>Машинни езици (0</a:t>
            </a:r>
            <a:r>
              <a:rPr lang="en-US" sz="1400" dirty="0">
                <a:latin typeface="+mn-lt"/>
              </a:rPr>
              <a:t>/</a:t>
            </a:r>
            <a:r>
              <a:rPr lang="bg-BG" sz="1400" dirty="0">
                <a:latin typeface="+mn-lt"/>
              </a:rPr>
              <a:t>1), Асемблер, </a:t>
            </a:r>
            <a:r>
              <a:rPr lang="en-US" sz="1400" dirty="0">
                <a:latin typeface="+mn-lt"/>
              </a:rPr>
              <a:t>C, C++</a:t>
            </a:r>
            <a:r>
              <a:rPr lang="bg-BG" sz="1400" dirty="0">
                <a:latin typeface="+mn-lt"/>
              </a:rPr>
              <a:t> (</a:t>
            </a:r>
            <a:r>
              <a:rPr lang="en-US" sz="1400" dirty="0">
                <a:latin typeface="+mn-lt"/>
              </a:rPr>
              <a:t>OS</a:t>
            </a:r>
            <a:r>
              <a:rPr lang="bg-BG" sz="1400" dirty="0">
                <a:latin typeface="+mn-lt"/>
              </a:rPr>
              <a:t>)</a:t>
            </a:r>
            <a:r>
              <a:rPr lang="en-US" sz="1400" dirty="0">
                <a:latin typeface="+mn-lt"/>
              </a:rPr>
              <a:t>, C#, SQL, HTML (Internet).</a:t>
            </a:r>
          </a:p>
          <a:p>
            <a:r>
              <a:rPr lang="bg-BG" sz="1400" dirty="0">
                <a:latin typeface="+mn-lt"/>
              </a:rPr>
              <a:t>Разлика между </a:t>
            </a:r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информация</a:t>
            </a:r>
            <a:r>
              <a:rPr lang="bg-BG" sz="1400" dirty="0">
                <a:latin typeface="+mn-lt"/>
              </a:rPr>
              <a:t> и </a:t>
            </a:r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данни</a:t>
            </a:r>
            <a:r>
              <a:rPr lang="bg-BG" sz="1400" dirty="0">
                <a:latin typeface="+mn-lt"/>
              </a:rPr>
              <a:t>:</a:t>
            </a:r>
            <a:br>
              <a:rPr lang="bg-BG" sz="1400" dirty="0">
                <a:latin typeface="+mn-lt"/>
              </a:rPr>
            </a:br>
            <a:r>
              <a:rPr lang="bg-BG" sz="1400" dirty="0">
                <a:latin typeface="+mn-lt"/>
              </a:rPr>
              <a:t>- информацията, въведена в електронен вид, се нарича данни.</a:t>
            </a:r>
          </a:p>
          <a:p>
            <a:r>
              <a:rPr lang="bg-BG" sz="1400" dirty="0">
                <a:latin typeface="+mn-lt"/>
              </a:rPr>
              <a:t>! Разлика между </a:t>
            </a:r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синтаксис</a:t>
            </a:r>
            <a:r>
              <a:rPr lang="bg-BG" sz="1400" dirty="0">
                <a:latin typeface="+mn-lt"/>
              </a:rPr>
              <a:t> и </a:t>
            </a:r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семантика</a:t>
            </a:r>
            <a:r>
              <a:rPr lang="bg-BG" sz="1400" dirty="0">
                <a:latin typeface="+mn-lt"/>
              </a:rPr>
              <a:t>:</a:t>
            </a:r>
            <a:br>
              <a:rPr lang="bg-BG" sz="1400" dirty="0">
                <a:latin typeface="+mn-lt"/>
              </a:rPr>
            </a:br>
            <a:r>
              <a:rPr lang="bg-BG" sz="1400" dirty="0">
                <a:latin typeface="+mn-lt"/>
              </a:rPr>
              <a:t>- синтаксис = правила за конструкция на изречение/команда</a:t>
            </a:r>
            <a:br>
              <a:rPr lang="bg-BG" sz="1400" dirty="0">
                <a:latin typeface="+mn-lt"/>
              </a:rPr>
            </a:br>
            <a:r>
              <a:rPr lang="bg-BG" sz="1400" dirty="0">
                <a:latin typeface="+mn-lt"/>
              </a:rPr>
              <a:t>- семантика = </a:t>
            </a:r>
            <a:r>
              <a:rPr lang="bg-BG" sz="1400" dirty="0" smtClean="0">
                <a:latin typeface="+mn-lt"/>
              </a:rPr>
              <a:t>смисъл.</a:t>
            </a:r>
          </a:p>
          <a:p>
            <a:r>
              <a:rPr lang="bg-BG" sz="1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Писане </a:t>
            </a:r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на код </a:t>
            </a:r>
            <a:r>
              <a:rPr lang="en-US" sz="1400" dirty="0">
                <a:latin typeface="+mn-lt"/>
              </a:rPr>
              <a:t>(SQL, HTML, CSS) </a:t>
            </a:r>
            <a:r>
              <a:rPr lang="bg-BG" sz="1400" dirty="0">
                <a:latin typeface="+mn-lt"/>
              </a:rPr>
              <a:t>!= </a:t>
            </a:r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програмиране</a:t>
            </a:r>
            <a:r>
              <a:rPr lang="en-US" sz="1400" dirty="0">
                <a:latin typeface="+mn-lt"/>
              </a:rPr>
              <a:t> (C#, PHP, Java, JS).</a:t>
            </a:r>
          </a:p>
          <a:p>
            <a:r>
              <a:rPr lang="bg-BG" sz="1400" dirty="0">
                <a:latin typeface="+mn-lt"/>
              </a:rPr>
              <a:t>Конвенции</a:t>
            </a:r>
            <a:r>
              <a:rPr lang="en-US" sz="1400" dirty="0">
                <a:latin typeface="+mn-lt"/>
              </a:rPr>
              <a:t> = </a:t>
            </a:r>
            <a:r>
              <a:rPr lang="bg-BG" sz="1400" dirty="0">
                <a:latin typeface="+mn-lt"/>
              </a:rPr>
              <a:t>формат на изписване:</a:t>
            </a:r>
            <a:br>
              <a:rPr lang="bg-BG" sz="1400" dirty="0">
                <a:latin typeface="+mn-lt"/>
              </a:rPr>
            </a:br>
            <a:r>
              <a:rPr lang="bg-BG" sz="1400" dirty="0">
                <a:latin typeface="+mn-lt"/>
              </a:rPr>
              <a:t>- </a:t>
            </a:r>
            <a:r>
              <a:rPr lang="en-US" sz="1400" dirty="0" err="1">
                <a:latin typeface="+mn-lt"/>
              </a:rPr>
              <a:t>camelCase</a:t>
            </a:r>
            <a:r>
              <a:rPr lang="en-US" sz="1400" dirty="0">
                <a:latin typeface="+mn-lt"/>
              </a:rPr>
              <a:t> (</a:t>
            </a:r>
            <a:r>
              <a:rPr lang="bg-BG" sz="1400" dirty="0">
                <a:latin typeface="+mn-lt"/>
              </a:rPr>
              <a:t>променливи в </a:t>
            </a:r>
            <a:r>
              <a:rPr lang="en-US" sz="1400" dirty="0">
                <a:latin typeface="+mn-lt"/>
              </a:rPr>
              <a:t>C#)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- </a:t>
            </a:r>
            <a:r>
              <a:rPr lang="en-US" sz="1400" dirty="0" err="1">
                <a:latin typeface="+mn-lt"/>
              </a:rPr>
              <a:t>PascalCase</a:t>
            </a:r>
            <a:r>
              <a:rPr lang="en-US" sz="1400" dirty="0">
                <a:latin typeface="+mn-lt"/>
              </a:rPr>
              <a:t> (</a:t>
            </a:r>
            <a:r>
              <a:rPr lang="bg-BG" sz="1400" dirty="0">
                <a:latin typeface="+mn-lt"/>
              </a:rPr>
              <a:t>методи в </a:t>
            </a:r>
            <a:r>
              <a:rPr lang="en-US" sz="1400" dirty="0">
                <a:latin typeface="+mn-lt"/>
              </a:rPr>
              <a:t>C#)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- </a:t>
            </a:r>
            <a:r>
              <a:rPr lang="en-US" sz="1400" dirty="0" err="1">
                <a:latin typeface="+mn-lt"/>
              </a:rPr>
              <a:t>snake_case</a:t>
            </a:r>
            <a:r>
              <a:rPr lang="en-US" sz="1400" dirty="0">
                <a:latin typeface="+mn-lt"/>
              </a:rPr>
              <a:t> (C, C++, Java, PHP, Python)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- </a:t>
            </a:r>
            <a:r>
              <a:rPr lang="en-US" sz="1400" dirty="0" err="1">
                <a:latin typeface="+mn-lt"/>
              </a:rPr>
              <a:t>kebap</a:t>
            </a:r>
            <a:r>
              <a:rPr lang="en-US" sz="1400" dirty="0">
                <a:latin typeface="+mn-lt"/>
              </a:rPr>
              <a:t>-case (JS, CSS, URL, HTML)</a:t>
            </a:r>
            <a:endParaRPr lang="bg-BG" sz="1400" dirty="0">
              <a:latin typeface="+mn-lt"/>
            </a:endParaRPr>
          </a:p>
        </p:txBody>
      </p:sp>
      <p:grpSp>
        <p:nvGrpSpPr>
          <p:cNvPr id="4" name="Google Shape;3815;p64"/>
          <p:cNvGrpSpPr/>
          <p:nvPr/>
        </p:nvGrpSpPr>
        <p:grpSpPr>
          <a:xfrm>
            <a:off x="6791219" y="2649027"/>
            <a:ext cx="2261082" cy="2330573"/>
            <a:chOff x="1171725" y="542675"/>
            <a:chExt cx="5016950" cy="4578200"/>
          </a:xfrm>
        </p:grpSpPr>
        <p:sp>
          <p:nvSpPr>
            <p:cNvPr id="5" name="Google Shape;3816;p64"/>
            <p:cNvSpPr/>
            <p:nvPr/>
          </p:nvSpPr>
          <p:spPr>
            <a:xfrm>
              <a:off x="1171725" y="542775"/>
              <a:ext cx="5016950" cy="4577925"/>
            </a:xfrm>
            <a:custGeom>
              <a:avLst/>
              <a:gdLst/>
              <a:ahLst/>
              <a:cxnLst/>
              <a:rect l="l" t="t" r="r" b="b"/>
              <a:pathLst>
                <a:path w="200678" h="183117" extrusionOk="0">
                  <a:moveTo>
                    <a:pt x="147944" y="1"/>
                  </a:moveTo>
                  <a:cubicBezTo>
                    <a:pt x="128902" y="1"/>
                    <a:pt x="116374" y="16962"/>
                    <a:pt x="88848" y="22980"/>
                  </a:cubicBezTo>
                  <a:cubicBezTo>
                    <a:pt x="56060" y="30148"/>
                    <a:pt x="46096" y="27030"/>
                    <a:pt x="23048" y="51171"/>
                  </a:cubicBezTo>
                  <a:cubicBezTo>
                    <a:pt x="1" y="75311"/>
                    <a:pt x="5304" y="121085"/>
                    <a:pt x="34491" y="150176"/>
                  </a:cubicBezTo>
                  <a:cubicBezTo>
                    <a:pt x="63711" y="179299"/>
                    <a:pt x="92448" y="182578"/>
                    <a:pt x="92448" y="182578"/>
                  </a:cubicBezTo>
                  <a:cubicBezTo>
                    <a:pt x="92448" y="182578"/>
                    <a:pt x="95800" y="183116"/>
                    <a:pt x="101224" y="183116"/>
                  </a:cubicBezTo>
                  <a:cubicBezTo>
                    <a:pt x="113079" y="183116"/>
                    <a:pt x="134832" y="180544"/>
                    <a:pt x="153136" y="164159"/>
                  </a:cubicBezTo>
                  <a:cubicBezTo>
                    <a:pt x="179816" y="140243"/>
                    <a:pt x="187145" y="101381"/>
                    <a:pt x="193928" y="70104"/>
                  </a:cubicBezTo>
                  <a:cubicBezTo>
                    <a:pt x="200678" y="38795"/>
                    <a:pt x="186309" y="10958"/>
                    <a:pt x="159726" y="2054"/>
                  </a:cubicBezTo>
                  <a:cubicBezTo>
                    <a:pt x="155461" y="620"/>
                    <a:pt x="151583" y="1"/>
                    <a:pt x="147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817;p64"/>
            <p:cNvSpPr/>
            <p:nvPr/>
          </p:nvSpPr>
          <p:spPr>
            <a:xfrm>
              <a:off x="1388700" y="542675"/>
              <a:ext cx="4672200" cy="4578200"/>
            </a:xfrm>
            <a:custGeom>
              <a:avLst/>
              <a:gdLst/>
              <a:ahLst/>
              <a:cxnLst/>
              <a:rect l="l" t="t" r="r" b="b"/>
              <a:pathLst>
                <a:path w="186888" h="183128" extrusionOk="0">
                  <a:moveTo>
                    <a:pt x="139282" y="1"/>
                  </a:moveTo>
                  <a:cubicBezTo>
                    <a:pt x="120220" y="1"/>
                    <a:pt x="107716" y="16973"/>
                    <a:pt x="80169" y="22984"/>
                  </a:cubicBezTo>
                  <a:cubicBezTo>
                    <a:pt x="47381" y="30152"/>
                    <a:pt x="37417" y="27034"/>
                    <a:pt x="14369" y="51175"/>
                  </a:cubicBezTo>
                  <a:cubicBezTo>
                    <a:pt x="4661" y="61332"/>
                    <a:pt x="0" y="75283"/>
                    <a:pt x="0" y="90230"/>
                  </a:cubicBezTo>
                  <a:cubicBezTo>
                    <a:pt x="0" y="110835"/>
                    <a:pt x="8904" y="133304"/>
                    <a:pt x="25812" y="150180"/>
                  </a:cubicBezTo>
                  <a:cubicBezTo>
                    <a:pt x="55032" y="179303"/>
                    <a:pt x="83769" y="182582"/>
                    <a:pt x="83769" y="182582"/>
                  </a:cubicBezTo>
                  <a:cubicBezTo>
                    <a:pt x="83769" y="182582"/>
                    <a:pt x="87112" y="183128"/>
                    <a:pt x="92544" y="183128"/>
                  </a:cubicBezTo>
                  <a:cubicBezTo>
                    <a:pt x="104373" y="183128"/>
                    <a:pt x="126135" y="180556"/>
                    <a:pt x="144457" y="164163"/>
                  </a:cubicBezTo>
                  <a:cubicBezTo>
                    <a:pt x="171137" y="140247"/>
                    <a:pt x="178466" y="101385"/>
                    <a:pt x="185249" y="70108"/>
                  </a:cubicBezTo>
                  <a:cubicBezTo>
                    <a:pt x="186374" y="64901"/>
                    <a:pt x="186888" y="59790"/>
                    <a:pt x="186888" y="54871"/>
                  </a:cubicBezTo>
                  <a:cubicBezTo>
                    <a:pt x="186888" y="30088"/>
                    <a:pt x="173194" y="9483"/>
                    <a:pt x="151047" y="2058"/>
                  </a:cubicBezTo>
                  <a:cubicBezTo>
                    <a:pt x="146772" y="612"/>
                    <a:pt x="142914" y="1"/>
                    <a:pt x="1392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818;p64"/>
            <p:cNvSpPr/>
            <p:nvPr/>
          </p:nvSpPr>
          <p:spPr>
            <a:xfrm>
              <a:off x="1698100" y="4799425"/>
              <a:ext cx="3900725" cy="255575"/>
            </a:xfrm>
            <a:custGeom>
              <a:avLst/>
              <a:gdLst/>
              <a:ahLst/>
              <a:cxnLst/>
              <a:rect l="l" t="t" r="r" b="b"/>
              <a:pathLst>
                <a:path w="156029" h="10223" extrusionOk="0">
                  <a:moveTo>
                    <a:pt x="78014" y="0"/>
                  </a:moveTo>
                  <a:cubicBezTo>
                    <a:pt x="34941" y="0"/>
                    <a:pt x="0" y="2282"/>
                    <a:pt x="0" y="5111"/>
                  </a:cubicBezTo>
                  <a:cubicBezTo>
                    <a:pt x="0" y="7908"/>
                    <a:pt x="34941" y="10222"/>
                    <a:pt x="78014" y="10222"/>
                  </a:cubicBezTo>
                  <a:cubicBezTo>
                    <a:pt x="121088" y="10222"/>
                    <a:pt x="156029" y="7908"/>
                    <a:pt x="156029" y="5111"/>
                  </a:cubicBezTo>
                  <a:cubicBezTo>
                    <a:pt x="156029" y="2282"/>
                    <a:pt x="121088" y="0"/>
                    <a:pt x="78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819;p64"/>
            <p:cNvSpPr/>
            <p:nvPr/>
          </p:nvSpPr>
          <p:spPr>
            <a:xfrm>
              <a:off x="2634300" y="1148600"/>
              <a:ext cx="3007925" cy="1915850"/>
            </a:xfrm>
            <a:custGeom>
              <a:avLst/>
              <a:gdLst/>
              <a:ahLst/>
              <a:cxnLst/>
              <a:rect l="l" t="t" r="r" b="b"/>
              <a:pathLst>
                <a:path w="120317" h="76634" extrusionOk="0">
                  <a:moveTo>
                    <a:pt x="1190" y="1"/>
                  </a:moveTo>
                  <a:cubicBezTo>
                    <a:pt x="1061" y="1"/>
                    <a:pt x="965" y="97"/>
                    <a:pt x="965" y="226"/>
                  </a:cubicBezTo>
                  <a:cubicBezTo>
                    <a:pt x="965" y="322"/>
                    <a:pt x="1061" y="419"/>
                    <a:pt x="1190" y="419"/>
                  </a:cubicBezTo>
                  <a:lnTo>
                    <a:pt x="2475" y="419"/>
                  </a:lnTo>
                  <a:cubicBezTo>
                    <a:pt x="2572" y="419"/>
                    <a:pt x="2668" y="322"/>
                    <a:pt x="2668" y="226"/>
                  </a:cubicBezTo>
                  <a:cubicBezTo>
                    <a:pt x="2668" y="97"/>
                    <a:pt x="2572" y="1"/>
                    <a:pt x="2475" y="1"/>
                  </a:cubicBezTo>
                  <a:close/>
                  <a:moveTo>
                    <a:pt x="3729" y="1"/>
                  </a:moveTo>
                  <a:cubicBezTo>
                    <a:pt x="3633" y="1"/>
                    <a:pt x="3536" y="97"/>
                    <a:pt x="3536" y="226"/>
                  </a:cubicBezTo>
                  <a:cubicBezTo>
                    <a:pt x="3536" y="322"/>
                    <a:pt x="3633" y="419"/>
                    <a:pt x="3729" y="419"/>
                  </a:cubicBezTo>
                  <a:lnTo>
                    <a:pt x="5015" y="419"/>
                  </a:lnTo>
                  <a:cubicBezTo>
                    <a:pt x="5143" y="419"/>
                    <a:pt x="5240" y="322"/>
                    <a:pt x="5240" y="226"/>
                  </a:cubicBezTo>
                  <a:cubicBezTo>
                    <a:pt x="5240" y="97"/>
                    <a:pt x="5143" y="1"/>
                    <a:pt x="5015" y="1"/>
                  </a:cubicBezTo>
                  <a:close/>
                  <a:moveTo>
                    <a:pt x="6301" y="1"/>
                  </a:moveTo>
                  <a:cubicBezTo>
                    <a:pt x="6172" y="1"/>
                    <a:pt x="6076" y="97"/>
                    <a:pt x="6076" y="226"/>
                  </a:cubicBezTo>
                  <a:cubicBezTo>
                    <a:pt x="6076" y="322"/>
                    <a:pt x="6172" y="419"/>
                    <a:pt x="6301" y="419"/>
                  </a:cubicBezTo>
                  <a:lnTo>
                    <a:pt x="7554" y="419"/>
                  </a:lnTo>
                  <a:cubicBezTo>
                    <a:pt x="7683" y="419"/>
                    <a:pt x="7779" y="322"/>
                    <a:pt x="7779" y="226"/>
                  </a:cubicBezTo>
                  <a:cubicBezTo>
                    <a:pt x="7779" y="97"/>
                    <a:pt x="7683" y="1"/>
                    <a:pt x="7554" y="1"/>
                  </a:cubicBezTo>
                  <a:close/>
                  <a:moveTo>
                    <a:pt x="8840" y="1"/>
                  </a:moveTo>
                  <a:cubicBezTo>
                    <a:pt x="8711" y="1"/>
                    <a:pt x="8615" y="97"/>
                    <a:pt x="8615" y="226"/>
                  </a:cubicBezTo>
                  <a:cubicBezTo>
                    <a:pt x="8615" y="322"/>
                    <a:pt x="8711" y="419"/>
                    <a:pt x="8840" y="419"/>
                  </a:cubicBezTo>
                  <a:lnTo>
                    <a:pt x="10126" y="419"/>
                  </a:lnTo>
                  <a:cubicBezTo>
                    <a:pt x="10222" y="419"/>
                    <a:pt x="10319" y="322"/>
                    <a:pt x="10319" y="226"/>
                  </a:cubicBezTo>
                  <a:cubicBezTo>
                    <a:pt x="10319" y="97"/>
                    <a:pt x="10222" y="1"/>
                    <a:pt x="10126" y="1"/>
                  </a:cubicBezTo>
                  <a:close/>
                  <a:moveTo>
                    <a:pt x="11379" y="1"/>
                  </a:moveTo>
                  <a:cubicBezTo>
                    <a:pt x="11283" y="1"/>
                    <a:pt x="11187" y="97"/>
                    <a:pt x="11187" y="226"/>
                  </a:cubicBezTo>
                  <a:cubicBezTo>
                    <a:pt x="11187" y="322"/>
                    <a:pt x="11283" y="419"/>
                    <a:pt x="11379" y="419"/>
                  </a:cubicBezTo>
                  <a:lnTo>
                    <a:pt x="12665" y="419"/>
                  </a:lnTo>
                  <a:cubicBezTo>
                    <a:pt x="12794" y="419"/>
                    <a:pt x="12890" y="322"/>
                    <a:pt x="12890" y="226"/>
                  </a:cubicBezTo>
                  <a:cubicBezTo>
                    <a:pt x="12890" y="97"/>
                    <a:pt x="12794" y="1"/>
                    <a:pt x="12665" y="1"/>
                  </a:cubicBezTo>
                  <a:close/>
                  <a:moveTo>
                    <a:pt x="13951" y="1"/>
                  </a:moveTo>
                  <a:cubicBezTo>
                    <a:pt x="13822" y="1"/>
                    <a:pt x="13726" y="97"/>
                    <a:pt x="13726" y="226"/>
                  </a:cubicBezTo>
                  <a:cubicBezTo>
                    <a:pt x="13726" y="322"/>
                    <a:pt x="13822" y="419"/>
                    <a:pt x="13951" y="419"/>
                  </a:cubicBezTo>
                  <a:lnTo>
                    <a:pt x="15205" y="419"/>
                  </a:lnTo>
                  <a:cubicBezTo>
                    <a:pt x="15333" y="419"/>
                    <a:pt x="15430" y="322"/>
                    <a:pt x="15430" y="226"/>
                  </a:cubicBezTo>
                  <a:cubicBezTo>
                    <a:pt x="15430" y="97"/>
                    <a:pt x="15333" y="1"/>
                    <a:pt x="15205" y="1"/>
                  </a:cubicBezTo>
                  <a:close/>
                  <a:moveTo>
                    <a:pt x="16490" y="1"/>
                  </a:moveTo>
                  <a:cubicBezTo>
                    <a:pt x="16362" y="1"/>
                    <a:pt x="16265" y="97"/>
                    <a:pt x="16265" y="226"/>
                  </a:cubicBezTo>
                  <a:cubicBezTo>
                    <a:pt x="16265" y="322"/>
                    <a:pt x="16362" y="419"/>
                    <a:pt x="16490" y="419"/>
                  </a:cubicBezTo>
                  <a:lnTo>
                    <a:pt x="17776" y="419"/>
                  </a:lnTo>
                  <a:cubicBezTo>
                    <a:pt x="17873" y="419"/>
                    <a:pt x="17969" y="322"/>
                    <a:pt x="17969" y="226"/>
                  </a:cubicBezTo>
                  <a:cubicBezTo>
                    <a:pt x="17969" y="97"/>
                    <a:pt x="17873" y="1"/>
                    <a:pt x="17776" y="1"/>
                  </a:cubicBezTo>
                  <a:close/>
                  <a:moveTo>
                    <a:pt x="19030" y="1"/>
                  </a:moveTo>
                  <a:cubicBezTo>
                    <a:pt x="18933" y="1"/>
                    <a:pt x="18837" y="97"/>
                    <a:pt x="18837" y="226"/>
                  </a:cubicBezTo>
                  <a:cubicBezTo>
                    <a:pt x="18837" y="322"/>
                    <a:pt x="18933" y="419"/>
                    <a:pt x="19030" y="419"/>
                  </a:cubicBezTo>
                  <a:lnTo>
                    <a:pt x="20316" y="419"/>
                  </a:lnTo>
                  <a:cubicBezTo>
                    <a:pt x="20444" y="419"/>
                    <a:pt x="20541" y="322"/>
                    <a:pt x="20541" y="226"/>
                  </a:cubicBezTo>
                  <a:cubicBezTo>
                    <a:pt x="20541" y="97"/>
                    <a:pt x="20444" y="1"/>
                    <a:pt x="20316" y="1"/>
                  </a:cubicBezTo>
                  <a:close/>
                  <a:moveTo>
                    <a:pt x="21601" y="1"/>
                  </a:moveTo>
                  <a:cubicBezTo>
                    <a:pt x="21473" y="1"/>
                    <a:pt x="21376" y="97"/>
                    <a:pt x="21376" y="226"/>
                  </a:cubicBezTo>
                  <a:cubicBezTo>
                    <a:pt x="21376" y="322"/>
                    <a:pt x="21473" y="419"/>
                    <a:pt x="21601" y="419"/>
                  </a:cubicBezTo>
                  <a:lnTo>
                    <a:pt x="22855" y="419"/>
                  </a:lnTo>
                  <a:cubicBezTo>
                    <a:pt x="22984" y="419"/>
                    <a:pt x="23080" y="322"/>
                    <a:pt x="23080" y="226"/>
                  </a:cubicBezTo>
                  <a:cubicBezTo>
                    <a:pt x="23080" y="97"/>
                    <a:pt x="22984" y="1"/>
                    <a:pt x="22855" y="1"/>
                  </a:cubicBezTo>
                  <a:close/>
                  <a:moveTo>
                    <a:pt x="24141" y="1"/>
                  </a:moveTo>
                  <a:cubicBezTo>
                    <a:pt x="24012" y="1"/>
                    <a:pt x="23916" y="97"/>
                    <a:pt x="23916" y="226"/>
                  </a:cubicBezTo>
                  <a:cubicBezTo>
                    <a:pt x="23916" y="322"/>
                    <a:pt x="24012" y="419"/>
                    <a:pt x="24141" y="419"/>
                  </a:cubicBezTo>
                  <a:lnTo>
                    <a:pt x="25426" y="419"/>
                  </a:lnTo>
                  <a:cubicBezTo>
                    <a:pt x="25523" y="419"/>
                    <a:pt x="25619" y="322"/>
                    <a:pt x="25619" y="226"/>
                  </a:cubicBezTo>
                  <a:cubicBezTo>
                    <a:pt x="25619" y="97"/>
                    <a:pt x="25523" y="1"/>
                    <a:pt x="25426" y="1"/>
                  </a:cubicBezTo>
                  <a:close/>
                  <a:moveTo>
                    <a:pt x="26680" y="1"/>
                  </a:moveTo>
                  <a:cubicBezTo>
                    <a:pt x="26584" y="1"/>
                    <a:pt x="26487" y="97"/>
                    <a:pt x="26487" y="226"/>
                  </a:cubicBezTo>
                  <a:cubicBezTo>
                    <a:pt x="26487" y="322"/>
                    <a:pt x="26584" y="419"/>
                    <a:pt x="26680" y="419"/>
                  </a:cubicBezTo>
                  <a:lnTo>
                    <a:pt x="27966" y="419"/>
                  </a:lnTo>
                  <a:cubicBezTo>
                    <a:pt x="28094" y="419"/>
                    <a:pt x="28191" y="322"/>
                    <a:pt x="28191" y="226"/>
                  </a:cubicBezTo>
                  <a:cubicBezTo>
                    <a:pt x="28191" y="97"/>
                    <a:pt x="28094" y="1"/>
                    <a:pt x="27966" y="1"/>
                  </a:cubicBezTo>
                  <a:close/>
                  <a:moveTo>
                    <a:pt x="29252" y="1"/>
                  </a:moveTo>
                  <a:cubicBezTo>
                    <a:pt x="29123" y="1"/>
                    <a:pt x="29027" y="97"/>
                    <a:pt x="29027" y="226"/>
                  </a:cubicBezTo>
                  <a:cubicBezTo>
                    <a:pt x="29027" y="322"/>
                    <a:pt x="29123" y="419"/>
                    <a:pt x="29252" y="419"/>
                  </a:cubicBezTo>
                  <a:lnTo>
                    <a:pt x="30505" y="419"/>
                  </a:lnTo>
                  <a:cubicBezTo>
                    <a:pt x="30634" y="419"/>
                    <a:pt x="30730" y="322"/>
                    <a:pt x="30730" y="226"/>
                  </a:cubicBezTo>
                  <a:cubicBezTo>
                    <a:pt x="30730" y="97"/>
                    <a:pt x="30634" y="1"/>
                    <a:pt x="30505" y="1"/>
                  </a:cubicBezTo>
                  <a:close/>
                  <a:moveTo>
                    <a:pt x="31791" y="1"/>
                  </a:moveTo>
                  <a:cubicBezTo>
                    <a:pt x="31662" y="1"/>
                    <a:pt x="31598" y="97"/>
                    <a:pt x="31598" y="226"/>
                  </a:cubicBezTo>
                  <a:cubicBezTo>
                    <a:pt x="31598" y="322"/>
                    <a:pt x="31662" y="419"/>
                    <a:pt x="31791" y="419"/>
                  </a:cubicBezTo>
                  <a:lnTo>
                    <a:pt x="33077" y="419"/>
                  </a:lnTo>
                  <a:cubicBezTo>
                    <a:pt x="33173" y="419"/>
                    <a:pt x="33270" y="322"/>
                    <a:pt x="33270" y="226"/>
                  </a:cubicBezTo>
                  <a:cubicBezTo>
                    <a:pt x="33270" y="97"/>
                    <a:pt x="33173" y="1"/>
                    <a:pt x="33077" y="1"/>
                  </a:cubicBezTo>
                  <a:close/>
                  <a:moveTo>
                    <a:pt x="34330" y="1"/>
                  </a:moveTo>
                  <a:cubicBezTo>
                    <a:pt x="34234" y="1"/>
                    <a:pt x="34138" y="97"/>
                    <a:pt x="34138" y="226"/>
                  </a:cubicBezTo>
                  <a:cubicBezTo>
                    <a:pt x="34138" y="322"/>
                    <a:pt x="34234" y="419"/>
                    <a:pt x="34330" y="419"/>
                  </a:cubicBezTo>
                  <a:lnTo>
                    <a:pt x="35616" y="419"/>
                  </a:lnTo>
                  <a:cubicBezTo>
                    <a:pt x="35745" y="419"/>
                    <a:pt x="35841" y="322"/>
                    <a:pt x="35841" y="226"/>
                  </a:cubicBezTo>
                  <a:cubicBezTo>
                    <a:pt x="35841" y="97"/>
                    <a:pt x="35745" y="1"/>
                    <a:pt x="35616" y="1"/>
                  </a:cubicBezTo>
                  <a:close/>
                  <a:moveTo>
                    <a:pt x="36902" y="1"/>
                  </a:moveTo>
                  <a:cubicBezTo>
                    <a:pt x="36773" y="1"/>
                    <a:pt x="36677" y="97"/>
                    <a:pt x="36677" y="226"/>
                  </a:cubicBezTo>
                  <a:cubicBezTo>
                    <a:pt x="36677" y="322"/>
                    <a:pt x="36773" y="419"/>
                    <a:pt x="36902" y="419"/>
                  </a:cubicBezTo>
                  <a:lnTo>
                    <a:pt x="38188" y="419"/>
                  </a:lnTo>
                  <a:cubicBezTo>
                    <a:pt x="38284" y="419"/>
                    <a:pt x="38381" y="322"/>
                    <a:pt x="38381" y="226"/>
                  </a:cubicBezTo>
                  <a:cubicBezTo>
                    <a:pt x="38381" y="97"/>
                    <a:pt x="38284" y="1"/>
                    <a:pt x="38188" y="1"/>
                  </a:cubicBezTo>
                  <a:close/>
                  <a:moveTo>
                    <a:pt x="39441" y="1"/>
                  </a:moveTo>
                  <a:cubicBezTo>
                    <a:pt x="39345" y="1"/>
                    <a:pt x="39249" y="97"/>
                    <a:pt x="39249" y="226"/>
                  </a:cubicBezTo>
                  <a:cubicBezTo>
                    <a:pt x="39249" y="322"/>
                    <a:pt x="39345" y="419"/>
                    <a:pt x="39441" y="419"/>
                  </a:cubicBezTo>
                  <a:lnTo>
                    <a:pt x="40727" y="419"/>
                  </a:lnTo>
                  <a:cubicBezTo>
                    <a:pt x="40856" y="419"/>
                    <a:pt x="40920" y="322"/>
                    <a:pt x="40920" y="226"/>
                  </a:cubicBezTo>
                  <a:cubicBezTo>
                    <a:pt x="40920" y="97"/>
                    <a:pt x="40856" y="1"/>
                    <a:pt x="40727" y="1"/>
                  </a:cubicBezTo>
                  <a:close/>
                  <a:moveTo>
                    <a:pt x="42013" y="1"/>
                  </a:moveTo>
                  <a:cubicBezTo>
                    <a:pt x="41884" y="1"/>
                    <a:pt x="41788" y="97"/>
                    <a:pt x="41788" y="226"/>
                  </a:cubicBezTo>
                  <a:cubicBezTo>
                    <a:pt x="41788" y="322"/>
                    <a:pt x="41884" y="419"/>
                    <a:pt x="42013" y="419"/>
                  </a:cubicBezTo>
                  <a:lnTo>
                    <a:pt x="43267" y="419"/>
                  </a:lnTo>
                  <a:cubicBezTo>
                    <a:pt x="43395" y="419"/>
                    <a:pt x="43492" y="322"/>
                    <a:pt x="43492" y="226"/>
                  </a:cubicBezTo>
                  <a:cubicBezTo>
                    <a:pt x="43492" y="97"/>
                    <a:pt x="43395" y="1"/>
                    <a:pt x="43267" y="1"/>
                  </a:cubicBezTo>
                  <a:close/>
                  <a:moveTo>
                    <a:pt x="44552" y="1"/>
                  </a:moveTo>
                  <a:cubicBezTo>
                    <a:pt x="44424" y="1"/>
                    <a:pt x="44327" y="97"/>
                    <a:pt x="44327" y="226"/>
                  </a:cubicBezTo>
                  <a:cubicBezTo>
                    <a:pt x="44327" y="322"/>
                    <a:pt x="44424" y="419"/>
                    <a:pt x="44552" y="419"/>
                  </a:cubicBezTo>
                  <a:lnTo>
                    <a:pt x="45838" y="419"/>
                  </a:lnTo>
                  <a:cubicBezTo>
                    <a:pt x="45935" y="419"/>
                    <a:pt x="46031" y="322"/>
                    <a:pt x="46031" y="226"/>
                  </a:cubicBezTo>
                  <a:cubicBezTo>
                    <a:pt x="46031" y="97"/>
                    <a:pt x="45935" y="1"/>
                    <a:pt x="45838" y="1"/>
                  </a:cubicBezTo>
                  <a:close/>
                  <a:moveTo>
                    <a:pt x="47092" y="1"/>
                  </a:moveTo>
                  <a:cubicBezTo>
                    <a:pt x="46995" y="1"/>
                    <a:pt x="46899" y="97"/>
                    <a:pt x="46899" y="226"/>
                  </a:cubicBezTo>
                  <a:cubicBezTo>
                    <a:pt x="46899" y="322"/>
                    <a:pt x="46995" y="419"/>
                    <a:pt x="47092" y="419"/>
                  </a:cubicBezTo>
                  <a:lnTo>
                    <a:pt x="48378" y="419"/>
                  </a:lnTo>
                  <a:cubicBezTo>
                    <a:pt x="48506" y="419"/>
                    <a:pt x="48603" y="322"/>
                    <a:pt x="48603" y="226"/>
                  </a:cubicBezTo>
                  <a:cubicBezTo>
                    <a:pt x="48603" y="97"/>
                    <a:pt x="48506" y="1"/>
                    <a:pt x="48378" y="1"/>
                  </a:cubicBezTo>
                  <a:close/>
                  <a:moveTo>
                    <a:pt x="49663" y="1"/>
                  </a:moveTo>
                  <a:cubicBezTo>
                    <a:pt x="49535" y="1"/>
                    <a:pt x="49438" y="97"/>
                    <a:pt x="49438" y="226"/>
                  </a:cubicBezTo>
                  <a:cubicBezTo>
                    <a:pt x="49438" y="322"/>
                    <a:pt x="49535" y="419"/>
                    <a:pt x="49663" y="419"/>
                  </a:cubicBezTo>
                  <a:lnTo>
                    <a:pt x="50917" y="419"/>
                  </a:lnTo>
                  <a:cubicBezTo>
                    <a:pt x="51046" y="419"/>
                    <a:pt x="51142" y="322"/>
                    <a:pt x="51142" y="226"/>
                  </a:cubicBezTo>
                  <a:cubicBezTo>
                    <a:pt x="51142" y="97"/>
                    <a:pt x="51046" y="1"/>
                    <a:pt x="50917" y="1"/>
                  </a:cubicBezTo>
                  <a:close/>
                  <a:moveTo>
                    <a:pt x="52203" y="1"/>
                  </a:moveTo>
                  <a:cubicBezTo>
                    <a:pt x="52074" y="1"/>
                    <a:pt x="51978" y="97"/>
                    <a:pt x="51978" y="226"/>
                  </a:cubicBezTo>
                  <a:cubicBezTo>
                    <a:pt x="51978" y="322"/>
                    <a:pt x="52074" y="419"/>
                    <a:pt x="52203" y="419"/>
                  </a:cubicBezTo>
                  <a:lnTo>
                    <a:pt x="53489" y="419"/>
                  </a:lnTo>
                  <a:cubicBezTo>
                    <a:pt x="53585" y="419"/>
                    <a:pt x="53681" y="322"/>
                    <a:pt x="53681" y="226"/>
                  </a:cubicBezTo>
                  <a:cubicBezTo>
                    <a:pt x="53681" y="97"/>
                    <a:pt x="53585" y="1"/>
                    <a:pt x="53489" y="1"/>
                  </a:cubicBezTo>
                  <a:close/>
                  <a:moveTo>
                    <a:pt x="54742" y="1"/>
                  </a:moveTo>
                  <a:cubicBezTo>
                    <a:pt x="54646" y="1"/>
                    <a:pt x="54549" y="97"/>
                    <a:pt x="54549" y="226"/>
                  </a:cubicBezTo>
                  <a:cubicBezTo>
                    <a:pt x="54549" y="322"/>
                    <a:pt x="54646" y="419"/>
                    <a:pt x="54742" y="419"/>
                  </a:cubicBezTo>
                  <a:lnTo>
                    <a:pt x="56028" y="419"/>
                  </a:lnTo>
                  <a:cubicBezTo>
                    <a:pt x="56157" y="419"/>
                    <a:pt x="56253" y="322"/>
                    <a:pt x="56253" y="226"/>
                  </a:cubicBezTo>
                  <a:cubicBezTo>
                    <a:pt x="56253" y="97"/>
                    <a:pt x="56157" y="1"/>
                    <a:pt x="56028" y="1"/>
                  </a:cubicBezTo>
                  <a:close/>
                  <a:moveTo>
                    <a:pt x="57314" y="1"/>
                  </a:moveTo>
                  <a:cubicBezTo>
                    <a:pt x="57185" y="1"/>
                    <a:pt x="57089" y="97"/>
                    <a:pt x="57089" y="226"/>
                  </a:cubicBezTo>
                  <a:cubicBezTo>
                    <a:pt x="57089" y="322"/>
                    <a:pt x="57185" y="419"/>
                    <a:pt x="57314" y="419"/>
                  </a:cubicBezTo>
                  <a:lnTo>
                    <a:pt x="58567" y="419"/>
                  </a:lnTo>
                  <a:cubicBezTo>
                    <a:pt x="58696" y="419"/>
                    <a:pt x="58792" y="322"/>
                    <a:pt x="58792" y="226"/>
                  </a:cubicBezTo>
                  <a:cubicBezTo>
                    <a:pt x="58792" y="97"/>
                    <a:pt x="58696" y="1"/>
                    <a:pt x="58567" y="1"/>
                  </a:cubicBezTo>
                  <a:close/>
                  <a:moveTo>
                    <a:pt x="59853" y="1"/>
                  </a:moveTo>
                  <a:cubicBezTo>
                    <a:pt x="59725" y="1"/>
                    <a:pt x="59628" y="97"/>
                    <a:pt x="59628" y="226"/>
                  </a:cubicBezTo>
                  <a:cubicBezTo>
                    <a:pt x="59628" y="322"/>
                    <a:pt x="59725" y="419"/>
                    <a:pt x="59853" y="419"/>
                  </a:cubicBezTo>
                  <a:lnTo>
                    <a:pt x="61139" y="419"/>
                  </a:lnTo>
                  <a:cubicBezTo>
                    <a:pt x="61235" y="419"/>
                    <a:pt x="61332" y="322"/>
                    <a:pt x="61332" y="226"/>
                  </a:cubicBezTo>
                  <a:cubicBezTo>
                    <a:pt x="61332" y="97"/>
                    <a:pt x="61235" y="1"/>
                    <a:pt x="61139" y="1"/>
                  </a:cubicBezTo>
                  <a:close/>
                  <a:moveTo>
                    <a:pt x="62393" y="1"/>
                  </a:moveTo>
                  <a:cubicBezTo>
                    <a:pt x="62296" y="1"/>
                    <a:pt x="62200" y="97"/>
                    <a:pt x="62200" y="226"/>
                  </a:cubicBezTo>
                  <a:cubicBezTo>
                    <a:pt x="62200" y="322"/>
                    <a:pt x="62296" y="419"/>
                    <a:pt x="62393" y="419"/>
                  </a:cubicBezTo>
                  <a:lnTo>
                    <a:pt x="63678" y="419"/>
                  </a:lnTo>
                  <a:cubicBezTo>
                    <a:pt x="63807" y="419"/>
                    <a:pt x="63903" y="322"/>
                    <a:pt x="63903" y="226"/>
                  </a:cubicBezTo>
                  <a:cubicBezTo>
                    <a:pt x="63903" y="97"/>
                    <a:pt x="63807" y="1"/>
                    <a:pt x="63678" y="1"/>
                  </a:cubicBezTo>
                  <a:close/>
                  <a:moveTo>
                    <a:pt x="64964" y="1"/>
                  </a:moveTo>
                  <a:cubicBezTo>
                    <a:pt x="64835" y="1"/>
                    <a:pt x="64739" y="97"/>
                    <a:pt x="64739" y="226"/>
                  </a:cubicBezTo>
                  <a:cubicBezTo>
                    <a:pt x="64739" y="322"/>
                    <a:pt x="64835" y="419"/>
                    <a:pt x="64964" y="419"/>
                  </a:cubicBezTo>
                  <a:lnTo>
                    <a:pt x="66218" y="419"/>
                  </a:lnTo>
                  <a:cubicBezTo>
                    <a:pt x="66346" y="419"/>
                    <a:pt x="66443" y="322"/>
                    <a:pt x="66443" y="226"/>
                  </a:cubicBezTo>
                  <a:cubicBezTo>
                    <a:pt x="66443" y="97"/>
                    <a:pt x="66346" y="1"/>
                    <a:pt x="66218" y="1"/>
                  </a:cubicBezTo>
                  <a:close/>
                  <a:moveTo>
                    <a:pt x="67503" y="1"/>
                  </a:moveTo>
                  <a:cubicBezTo>
                    <a:pt x="67375" y="1"/>
                    <a:pt x="67278" y="97"/>
                    <a:pt x="67278" y="226"/>
                  </a:cubicBezTo>
                  <a:cubicBezTo>
                    <a:pt x="67278" y="322"/>
                    <a:pt x="67375" y="419"/>
                    <a:pt x="67503" y="419"/>
                  </a:cubicBezTo>
                  <a:lnTo>
                    <a:pt x="68789" y="419"/>
                  </a:lnTo>
                  <a:cubicBezTo>
                    <a:pt x="68886" y="419"/>
                    <a:pt x="68982" y="322"/>
                    <a:pt x="68982" y="226"/>
                  </a:cubicBezTo>
                  <a:cubicBezTo>
                    <a:pt x="68982" y="97"/>
                    <a:pt x="68886" y="1"/>
                    <a:pt x="68789" y="1"/>
                  </a:cubicBezTo>
                  <a:close/>
                  <a:moveTo>
                    <a:pt x="70043" y="1"/>
                  </a:moveTo>
                  <a:cubicBezTo>
                    <a:pt x="69946" y="1"/>
                    <a:pt x="69850" y="97"/>
                    <a:pt x="69850" y="226"/>
                  </a:cubicBezTo>
                  <a:cubicBezTo>
                    <a:pt x="69850" y="322"/>
                    <a:pt x="69946" y="419"/>
                    <a:pt x="70043" y="419"/>
                  </a:cubicBezTo>
                  <a:lnTo>
                    <a:pt x="71329" y="419"/>
                  </a:lnTo>
                  <a:cubicBezTo>
                    <a:pt x="71457" y="419"/>
                    <a:pt x="71554" y="322"/>
                    <a:pt x="71554" y="226"/>
                  </a:cubicBezTo>
                  <a:cubicBezTo>
                    <a:pt x="71554" y="97"/>
                    <a:pt x="71457" y="1"/>
                    <a:pt x="71329" y="1"/>
                  </a:cubicBezTo>
                  <a:close/>
                  <a:moveTo>
                    <a:pt x="72614" y="1"/>
                  </a:moveTo>
                  <a:cubicBezTo>
                    <a:pt x="72486" y="1"/>
                    <a:pt x="72389" y="97"/>
                    <a:pt x="72389" y="226"/>
                  </a:cubicBezTo>
                  <a:cubicBezTo>
                    <a:pt x="72389" y="322"/>
                    <a:pt x="72486" y="419"/>
                    <a:pt x="72614" y="419"/>
                  </a:cubicBezTo>
                  <a:lnTo>
                    <a:pt x="73868" y="419"/>
                  </a:lnTo>
                  <a:cubicBezTo>
                    <a:pt x="73997" y="419"/>
                    <a:pt x="74093" y="322"/>
                    <a:pt x="74093" y="226"/>
                  </a:cubicBezTo>
                  <a:cubicBezTo>
                    <a:pt x="74093" y="97"/>
                    <a:pt x="73997" y="1"/>
                    <a:pt x="73868" y="1"/>
                  </a:cubicBezTo>
                  <a:close/>
                  <a:moveTo>
                    <a:pt x="75154" y="1"/>
                  </a:moveTo>
                  <a:cubicBezTo>
                    <a:pt x="75025" y="1"/>
                    <a:pt x="74961" y="97"/>
                    <a:pt x="74961" y="226"/>
                  </a:cubicBezTo>
                  <a:cubicBezTo>
                    <a:pt x="74961" y="322"/>
                    <a:pt x="75025" y="419"/>
                    <a:pt x="75154" y="419"/>
                  </a:cubicBezTo>
                  <a:lnTo>
                    <a:pt x="76440" y="419"/>
                  </a:lnTo>
                  <a:cubicBezTo>
                    <a:pt x="76536" y="419"/>
                    <a:pt x="76632" y="322"/>
                    <a:pt x="76632" y="226"/>
                  </a:cubicBezTo>
                  <a:cubicBezTo>
                    <a:pt x="76632" y="97"/>
                    <a:pt x="76536" y="1"/>
                    <a:pt x="76440" y="1"/>
                  </a:cubicBezTo>
                  <a:close/>
                  <a:moveTo>
                    <a:pt x="77693" y="1"/>
                  </a:moveTo>
                  <a:cubicBezTo>
                    <a:pt x="77597" y="1"/>
                    <a:pt x="77500" y="97"/>
                    <a:pt x="77500" y="226"/>
                  </a:cubicBezTo>
                  <a:cubicBezTo>
                    <a:pt x="77500" y="322"/>
                    <a:pt x="77597" y="419"/>
                    <a:pt x="77693" y="419"/>
                  </a:cubicBezTo>
                  <a:lnTo>
                    <a:pt x="78979" y="419"/>
                  </a:lnTo>
                  <a:cubicBezTo>
                    <a:pt x="79108" y="419"/>
                    <a:pt x="79204" y="322"/>
                    <a:pt x="79204" y="226"/>
                  </a:cubicBezTo>
                  <a:cubicBezTo>
                    <a:pt x="79204" y="97"/>
                    <a:pt x="79108" y="1"/>
                    <a:pt x="78979" y="1"/>
                  </a:cubicBezTo>
                  <a:close/>
                  <a:moveTo>
                    <a:pt x="80265" y="1"/>
                  </a:moveTo>
                  <a:cubicBezTo>
                    <a:pt x="80136" y="1"/>
                    <a:pt x="80040" y="97"/>
                    <a:pt x="80040" y="226"/>
                  </a:cubicBezTo>
                  <a:cubicBezTo>
                    <a:pt x="80040" y="322"/>
                    <a:pt x="80136" y="419"/>
                    <a:pt x="80265" y="419"/>
                  </a:cubicBezTo>
                  <a:lnTo>
                    <a:pt x="81518" y="419"/>
                  </a:lnTo>
                  <a:cubicBezTo>
                    <a:pt x="81647" y="419"/>
                    <a:pt x="81743" y="322"/>
                    <a:pt x="81743" y="226"/>
                  </a:cubicBezTo>
                  <a:cubicBezTo>
                    <a:pt x="81743" y="97"/>
                    <a:pt x="81647" y="1"/>
                    <a:pt x="81518" y="1"/>
                  </a:cubicBezTo>
                  <a:close/>
                  <a:moveTo>
                    <a:pt x="82804" y="1"/>
                  </a:moveTo>
                  <a:cubicBezTo>
                    <a:pt x="82708" y="1"/>
                    <a:pt x="82611" y="97"/>
                    <a:pt x="82611" y="226"/>
                  </a:cubicBezTo>
                  <a:cubicBezTo>
                    <a:pt x="82611" y="322"/>
                    <a:pt x="82708" y="419"/>
                    <a:pt x="82804" y="419"/>
                  </a:cubicBezTo>
                  <a:lnTo>
                    <a:pt x="84090" y="419"/>
                  </a:lnTo>
                  <a:cubicBezTo>
                    <a:pt x="84186" y="419"/>
                    <a:pt x="84283" y="322"/>
                    <a:pt x="84283" y="226"/>
                  </a:cubicBezTo>
                  <a:cubicBezTo>
                    <a:pt x="84283" y="97"/>
                    <a:pt x="84186" y="1"/>
                    <a:pt x="84090" y="1"/>
                  </a:cubicBezTo>
                  <a:close/>
                  <a:moveTo>
                    <a:pt x="85376" y="1"/>
                  </a:moveTo>
                  <a:cubicBezTo>
                    <a:pt x="85247" y="1"/>
                    <a:pt x="85151" y="97"/>
                    <a:pt x="85151" y="226"/>
                  </a:cubicBezTo>
                  <a:cubicBezTo>
                    <a:pt x="85151" y="322"/>
                    <a:pt x="85247" y="419"/>
                    <a:pt x="85376" y="419"/>
                  </a:cubicBezTo>
                  <a:lnTo>
                    <a:pt x="86629" y="419"/>
                  </a:lnTo>
                  <a:cubicBezTo>
                    <a:pt x="86758" y="419"/>
                    <a:pt x="86854" y="322"/>
                    <a:pt x="86854" y="226"/>
                  </a:cubicBezTo>
                  <a:cubicBezTo>
                    <a:pt x="86854" y="97"/>
                    <a:pt x="86758" y="1"/>
                    <a:pt x="86629" y="1"/>
                  </a:cubicBezTo>
                  <a:close/>
                  <a:moveTo>
                    <a:pt x="87915" y="1"/>
                  </a:moveTo>
                  <a:cubicBezTo>
                    <a:pt x="87787" y="1"/>
                    <a:pt x="87690" y="97"/>
                    <a:pt x="87690" y="226"/>
                  </a:cubicBezTo>
                  <a:cubicBezTo>
                    <a:pt x="87690" y="259"/>
                    <a:pt x="87702" y="293"/>
                    <a:pt x="87722" y="322"/>
                  </a:cubicBezTo>
                  <a:lnTo>
                    <a:pt x="87722" y="322"/>
                  </a:lnTo>
                  <a:lnTo>
                    <a:pt x="87722" y="1479"/>
                  </a:lnTo>
                  <a:cubicBezTo>
                    <a:pt x="87722" y="1608"/>
                    <a:pt x="87819" y="1704"/>
                    <a:pt x="87915" y="1704"/>
                  </a:cubicBezTo>
                  <a:cubicBezTo>
                    <a:pt x="88044" y="1704"/>
                    <a:pt x="88140" y="1608"/>
                    <a:pt x="88140" y="1479"/>
                  </a:cubicBezTo>
                  <a:lnTo>
                    <a:pt x="88140" y="226"/>
                  </a:lnTo>
                  <a:cubicBezTo>
                    <a:pt x="88140" y="161"/>
                    <a:pt x="88108" y="97"/>
                    <a:pt x="88076" y="65"/>
                  </a:cubicBezTo>
                  <a:cubicBezTo>
                    <a:pt x="88044" y="33"/>
                    <a:pt x="87979" y="1"/>
                    <a:pt x="87915" y="1"/>
                  </a:cubicBezTo>
                  <a:close/>
                  <a:moveTo>
                    <a:pt x="193" y="290"/>
                  </a:moveTo>
                  <a:cubicBezTo>
                    <a:pt x="97" y="290"/>
                    <a:pt x="0" y="386"/>
                    <a:pt x="0" y="515"/>
                  </a:cubicBezTo>
                  <a:lnTo>
                    <a:pt x="0" y="1769"/>
                  </a:lnTo>
                  <a:cubicBezTo>
                    <a:pt x="0" y="1897"/>
                    <a:pt x="97" y="1994"/>
                    <a:pt x="193" y="1994"/>
                  </a:cubicBezTo>
                  <a:cubicBezTo>
                    <a:pt x="322" y="1994"/>
                    <a:pt x="418" y="1897"/>
                    <a:pt x="418" y="1769"/>
                  </a:cubicBezTo>
                  <a:lnTo>
                    <a:pt x="418" y="515"/>
                  </a:lnTo>
                  <a:cubicBezTo>
                    <a:pt x="418" y="386"/>
                    <a:pt x="322" y="290"/>
                    <a:pt x="193" y="290"/>
                  </a:cubicBezTo>
                  <a:close/>
                  <a:moveTo>
                    <a:pt x="87915" y="2540"/>
                  </a:moveTo>
                  <a:cubicBezTo>
                    <a:pt x="87819" y="2540"/>
                    <a:pt x="87722" y="2637"/>
                    <a:pt x="87722" y="2765"/>
                  </a:cubicBezTo>
                  <a:lnTo>
                    <a:pt x="87722" y="4019"/>
                  </a:lnTo>
                  <a:cubicBezTo>
                    <a:pt x="87722" y="4147"/>
                    <a:pt x="87819" y="4244"/>
                    <a:pt x="87915" y="4244"/>
                  </a:cubicBezTo>
                  <a:cubicBezTo>
                    <a:pt x="88044" y="4244"/>
                    <a:pt x="88140" y="4147"/>
                    <a:pt x="88140" y="4019"/>
                  </a:cubicBezTo>
                  <a:lnTo>
                    <a:pt x="88140" y="2765"/>
                  </a:lnTo>
                  <a:cubicBezTo>
                    <a:pt x="88140" y="2637"/>
                    <a:pt x="88044" y="2540"/>
                    <a:pt x="87915" y="2540"/>
                  </a:cubicBezTo>
                  <a:close/>
                  <a:moveTo>
                    <a:pt x="193" y="2829"/>
                  </a:moveTo>
                  <a:cubicBezTo>
                    <a:pt x="97" y="2829"/>
                    <a:pt x="0" y="2926"/>
                    <a:pt x="0" y="3054"/>
                  </a:cubicBezTo>
                  <a:lnTo>
                    <a:pt x="0" y="4340"/>
                  </a:lnTo>
                  <a:cubicBezTo>
                    <a:pt x="0" y="4437"/>
                    <a:pt x="97" y="4533"/>
                    <a:pt x="193" y="4533"/>
                  </a:cubicBezTo>
                  <a:cubicBezTo>
                    <a:pt x="322" y="4533"/>
                    <a:pt x="418" y="4437"/>
                    <a:pt x="418" y="4340"/>
                  </a:cubicBezTo>
                  <a:lnTo>
                    <a:pt x="418" y="3054"/>
                  </a:lnTo>
                  <a:cubicBezTo>
                    <a:pt x="418" y="2926"/>
                    <a:pt x="322" y="2829"/>
                    <a:pt x="193" y="2829"/>
                  </a:cubicBezTo>
                  <a:close/>
                  <a:moveTo>
                    <a:pt x="87915" y="5080"/>
                  </a:moveTo>
                  <a:cubicBezTo>
                    <a:pt x="87819" y="5080"/>
                    <a:pt x="87722" y="5176"/>
                    <a:pt x="87722" y="5305"/>
                  </a:cubicBezTo>
                  <a:lnTo>
                    <a:pt x="87722" y="6590"/>
                  </a:lnTo>
                  <a:cubicBezTo>
                    <a:pt x="87722" y="6687"/>
                    <a:pt x="87819" y="6783"/>
                    <a:pt x="87915" y="6783"/>
                  </a:cubicBezTo>
                  <a:cubicBezTo>
                    <a:pt x="88044" y="6783"/>
                    <a:pt x="88140" y="6687"/>
                    <a:pt x="88140" y="6590"/>
                  </a:cubicBezTo>
                  <a:lnTo>
                    <a:pt x="88140" y="5305"/>
                  </a:lnTo>
                  <a:cubicBezTo>
                    <a:pt x="88140" y="5176"/>
                    <a:pt x="88044" y="5080"/>
                    <a:pt x="87915" y="5080"/>
                  </a:cubicBezTo>
                  <a:close/>
                  <a:moveTo>
                    <a:pt x="193" y="5401"/>
                  </a:moveTo>
                  <a:cubicBezTo>
                    <a:pt x="97" y="5401"/>
                    <a:pt x="0" y="5497"/>
                    <a:pt x="0" y="5594"/>
                  </a:cubicBezTo>
                  <a:lnTo>
                    <a:pt x="0" y="6880"/>
                  </a:lnTo>
                  <a:cubicBezTo>
                    <a:pt x="0" y="7008"/>
                    <a:pt x="97" y="7105"/>
                    <a:pt x="193" y="7105"/>
                  </a:cubicBezTo>
                  <a:cubicBezTo>
                    <a:pt x="322" y="7105"/>
                    <a:pt x="418" y="7008"/>
                    <a:pt x="418" y="6880"/>
                  </a:cubicBezTo>
                  <a:lnTo>
                    <a:pt x="418" y="5594"/>
                  </a:lnTo>
                  <a:cubicBezTo>
                    <a:pt x="418" y="5497"/>
                    <a:pt x="322" y="5401"/>
                    <a:pt x="193" y="5401"/>
                  </a:cubicBezTo>
                  <a:close/>
                  <a:moveTo>
                    <a:pt x="87915" y="7651"/>
                  </a:moveTo>
                  <a:cubicBezTo>
                    <a:pt x="87819" y="7651"/>
                    <a:pt x="87722" y="7748"/>
                    <a:pt x="87722" y="7844"/>
                  </a:cubicBezTo>
                  <a:lnTo>
                    <a:pt x="87722" y="9130"/>
                  </a:lnTo>
                  <a:cubicBezTo>
                    <a:pt x="87722" y="9258"/>
                    <a:pt x="87819" y="9355"/>
                    <a:pt x="87915" y="9355"/>
                  </a:cubicBezTo>
                  <a:cubicBezTo>
                    <a:pt x="88044" y="9355"/>
                    <a:pt x="88140" y="9258"/>
                    <a:pt x="88140" y="9130"/>
                  </a:cubicBezTo>
                  <a:lnTo>
                    <a:pt x="88140" y="7844"/>
                  </a:lnTo>
                  <a:cubicBezTo>
                    <a:pt x="88140" y="7748"/>
                    <a:pt x="88044" y="7651"/>
                    <a:pt x="87915" y="7651"/>
                  </a:cubicBezTo>
                  <a:close/>
                  <a:moveTo>
                    <a:pt x="193" y="7940"/>
                  </a:moveTo>
                  <a:cubicBezTo>
                    <a:pt x="97" y="7940"/>
                    <a:pt x="0" y="8037"/>
                    <a:pt x="0" y="8165"/>
                  </a:cubicBezTo>
                  <a:lnTo>
                    <a:pt x="0" y="9419"/>
                  </a:lnTo>
                  <a:cubicBezTo>
                    <a:pt x="0" y="9548"/>
                    <a:pt x="97" y="9644"/>
                    <a:pt x="193" y="9644"/>
                  </a:cubicBezTo>
                  <a:cubicBezTo>
                    <a:pt x="322" y="9644"/>
                    <a:pt x="418" y="9548"/>
                    <a:pt x="418" y="9419"/>
                  </a:cubicBezTo>
                  <a:lnTo>
                    <a:pt x="418" y="8165"/>
                  </a:lnTo>
                  <a:cubicBezTo>
                    <a:pt x="418" y="8037"/>
                    <a:pt x="322" y="7940"/>
                    <a:pt x="193" y="7940"/>
                  </a:cubicBezTo>
                  <a:close/>
                  <a:moveTo>
                    <a:pt x="87915" y="10191"/>
                  </a:moveTo>
                  <a:cubicBezTo>
                    <a:pt x="87819" y="10191"/>
                    <a:pt x="87722" y="10287"/>
                    <a:pt x="87722" y="10416"/>
                  </a:cubicBezTo>
                  <a:lnTo>
                    <a:pt x="87722" y="11669"/>
                  </a:lnTo>
                  <a:cubicBezTo>
                    <a:pt x="87722" y="11798"/>
                    <a:pt x="87819" y="11894"/>
                    <a:pt x="87915" y="11894"/>
                  </a:cubicBezTo>
                  <a:cubicBezTo>
                    <a:pt x="88044" y="11894"/>
                    <a:pt x="88140" y="11798"/>
                    <a:pt x="88140" y="11669"/>
                  </a:cubicBezTo>
                  <a:lnTo>
                    <a:pt x="88140" y="10416"/>
                  </a:lnTo>
                  <a:cubicBezTo>
                    <a:pt x="88140" y="10287"/>
                    <a:pt x="88044" y="10191"/>
                    <a:pt x="87915" y="10191"/>
                  </a:cubicBezTo>
                  <a:close/>
                  <a:moveTo>
                    <a:pt x="193" y="10480"/>
                  </a:moveTo>
                  <a:cubicBezTo>
                    <a:pt x="97" y="10480"/>
                    <a:pt x="0" y="10576"/>
                    <a:pt x="0" y="10705"/>
                  </a:cubicBezTo>
                  <a:lnTo>
                    <a:pt x="0" y="11991"/>
                  </a:lnTo>
                  <a:cubicBezTo>
                    <a:pt x="0" y="12087"/>
                    <a:pt x="97" y="12183"/>
                    <a:pt x="193" y="12183"/>
                  </a:cubicBezTo>
                  <a:cubicBezTo>
                    <a:pt x="322" y="12183"/>
                    <a:pt x="418" y="12087"/>
                    <a:pt x="418" y="11991"/>
                  </a:cubicBezTo>
                  <a:lnTo>
                    <a:pt x="418" y="10705"/>
                  </a:lnTo>
                  <a:cubicBezTo>
                    <a:pt x="418" y="10576"/>
                    <a:pt x="322" y="10480"/>
                    <a:pt x="193" y="10480"/>
                  </a:cubicBezTo>
                  <a:close/>
                  <a:moveTo>
                    <a:pt x="87915" y="12730"/>
                  </a:moveTo>
                  <a:cubicBezTo>
                    <a:pt x="87819" y="12730"/>
                    <a:pt x="87722" y="12826"/>
                    <a:pt x="87722" y="12955"/>
                  </a:cubicBezTo>
                  <a:lnTo>
                    <a:pt x="87722" y="14241"/>
                  </a:lnTo>
                  <a:cubicBezTo>
                    <a:pt x="87722" y="14337"/>
                    <a:pt x="87819" y="14434"/>
                    <a:pt x="87915" y="14434"/>
                  </a:cubicBezTo>
                  <a:cubicBezTo>
                    <a:pt x="88044" y="14434"/>
                    <a:pt x="88140" y="14337"/>
                    <a:pt x="88140" y="14241"/>
                  </a:cubicBezTo>
                  <a:lnTo>
                    <a:pt x="88140" y="12955"/>
                  </a:lnTo>
                  <a:cubicBezTo>
                    <a:pt x="88140" y="12826"/>
                    <a:pt x="88044" y="12730"/>
                    <a:pt x="87915" y="12730"/>
                  </a:cubicBezTo>
                  <a:close/>
                  <a:moveTo>
                    <a:pt x="193" y="13051"/>
                  </a:moveTo>
                  <a:cubicBezTo>
                    <a:pt x="97" y="13051"/>
                    <a:pt x="0" y="13148"/>
                    <a:pt x="0" y="13244"/>
                  </a:cubicBezTo>
                  <a:lnTo>
                    <a:pt x="0" y="14530"/>
                  </a:lnTo>
                  <a:cubicBezTo>
                    <a:pt x="0" y="14659"/>
                    <a:pt x="97" y="14755"/>
                    <a:pt x="193" y="14755"/>
                  </a:cubicBezTo>
                  <a:cubicBezTo>
                    <a:pt x="322" y="14755"/>
                    <a:pt x="418" y="14659"/>
                    <a:pt x="418" y="14530"/>
                  </a:cubicBezTo>
                  <a:lnTo>
                    <a:pt x="418" y="13244"/>
                  </a:lnTo>
                  <a:cubicBezTo>
                    <a:pt x="418" y="13148"/>
                    <a:pt x="322" y="13051"/>
                    <a:pt x="193" y="13051"/>
                  </a:cubicBezTo>
                  <a:close/>
                  <a:moveTo>
                    <a:pt x="87915" y="15302"/>
                  </a:moveTo>
                  <a:cubicBezTo>
                    <a:pt x="87819" y="15302"/>
                    <a:pt x="87722" y="15398"/>
                    <a:pt x="87722" y="15494"/>
                  </a:cubicBezTo>
                  <a:lnTo>
                    <a:pt x="87722" y="16780"/>
                  </a:lnTo>
                  <a:cubicBezTo>
                    <a:pt x="87722" y="16909"/>
                    <a:pt x="87819" y="17005"/>
                    <a:pt x="87915" y="17005"/>
                  </a:cubicBezTo>
                  <a:cubicBezTo>
                    <a:pt x="88044" y="17005"/>
                    <a:pt x="88140" y="16909"/>
                    <a:pt x="88140" y="16780"/>
                  </a:cubicBezTo>
                  <a:lnTo>
                    <a:pt x="88140" y="15494"/>
                  </a:lnTo>
                  <a:cubicBezTo>
                    <a:pt x="88140" y="15398"/>
                    <a:pt x="88044" y="15302"/>
                    <a:pt x="87915" y="15302"/>
                  </a:cubicBezTo>
                  <a:close/>
                  <a:moveTo>
                    <a:pt x="193" y="15591"/>
                  </a:moveTo>
                  <a:cubicBezTo>
                    <a:pt x="97" y="15591"/>
                    <a:pt x="0" y="15687"/>
                    <a:pt x="0" y="15816"/>
                  </a:cubicBezTo>
                  <a:lnTo>
                    <a:pt x="0" y="17069"/>
                  </a:lnTo>
                  <a:cubicBezTo>
                    <a:pt x="0" y="17198"/>
                    <a:pt x="97" y="17294"/>
                    <a:pt x="193" y="17294"/>
                  </a:cubicBezTo>
                  <a:cubicBezTo>
                    <a:pt x="322" y="17294"/>
                    <a:pt x="418" y="17198"/>
                    <a:pt x="418" y="17069"/>
                  </a:cubicBezTo>
                  <a:lnTo>
                    <a:pt x="418" y="15816"/>
                  </a:lnTo>
                  <a:cubicBezTo>
                    <a:pt x="418" y="15687"/>
                    <a:pt x="322" y="15591"/>
                    <a:pt x="193" y="15591"/>
                  </a:cubicBezTo>
                  <a:close/>
                  <a:moveTo>
                    <a:pt x="87915" y="17841"/>
                  </a:moveTo>
                  <a:cubicBezTo>
                    <a:pt x="87819" y="17841"/>
                    <a:pt x="87722" y="17937"/>
                    <a:pt x="87722" y="18066"/>
                  </a:cubicBezTo>
                  <a:lnTo>
                    <a:pt x="87722" y="19320"/>
                  </a:lnTo>
                  <a:cubicBezTo>
                    <a:pt x="87722" y="19448"/>
                    <a:pt x="87819" y="19545"/>
                    <a:pt x="87915" y="19545"/>
                  </a:cubicBezTo>
                  <a:cubicBezTo>
                    <a:pt x="88044" y="19545"/>
                    <a:pt x="88140" y="19448"/>
                    <a:pt x="88140" y="19320"/>
                  </a:cubicBezTo>
                  <a:lnTo>
                    <a:pt x="88140" y="18066"/>
                  </a:lnTo>
                  <a:cubicBezTo>
                    <a:pt x="88140" y="17937"/>
                    <a:pt x="88044" y="17841"/>
                    <a:pt x="87915" y="17841"/>
                  </a:cubicBezTo>
                  <a:close/>
                  <a:moveTo>
                    <a:pt x="193" y="18130"/>
                  </a:moveTo>
                  <a:cubicBezTo>
                    <a:pt x="97" y="18130"/>
                    <a:pt x="0" y="18227"/>
                    <a:pt x="0" y="18355"/>
                  </a:cubicBezTo>
                  <a:lnTo>
                    <a:pt x="0" y="19641"/>
                  </a:lnTo>
                  <a:cubicBezTo>
                    <a:pt x="0" y="19737"/>
                    <a:pt x="97" y="19834"/>
                    <a:pt x="193" y="19834"/>
                  </a:cubicBezTo>
                  <a:cubicBezTo>
                    <a:pt x="322" y="19834"/>
                    <a:pt x="418" y="19737"/>
                    <a:pt x="418" y="19641"/>
                  </a:cubicBezTo>
                  <a:lnTo>
                    <a:pt x="418" y="18355"/>
                  </a:lnTo>
                  <a:cubicBezTo>
                    <a:pt x="418" y="18227"/>
                    <a:pt x="322" y="18130"/>
                    <a:pt x="193" y="18130"/>
                  </a:cubicBezTo>
                  <a:close/>
                  <a:moveTo>
                    <a:pt x="87915" y="20380"/>
                  </a:moveTo>
                  <a:cubicBezTo>
                    <a:pt x="87819" y="20380"/>
                    <a:pt x="87722" y="20477"/>
                    <a:pt x="87722" y="20605"/>
                  </a:cubicBezTo>
                  <a:lnTo>
                    <a:pt x="87722" y="21891"/>
                  </a:lnTo>
                  <a:cubicBezTo>
                    <a:pt x="87722" y="21988"/>
                    <a:pt x="87819" y="22084"/>
                    <a:pt x="87915" y="22084"/>
                  </a:cubicBezTo>
                  <a:cubicBezTo>
                    <a:pt x="88044" y="22084"/>
                    <a:pt x="88140" y="21988"/>
                    <a:pt x="88140" y="21891"/>
                  </a:cubicBezTo>
                  <a:lnTo>
                    <a:pt x="88140" y="20605"/>
                  </a:lnTo>
                  <a:cubicBezTo>
                    <a:pt x="88140" y="20477"/>
                    <a:pt x="88044" y="20380"/>
                    <a:pt x="87915" y="20380"/>
                  </a:cubicBezTo>
                  <a:close/>
                  <a:moveTo>
                    <a:pt x="193" y="20702"/>
                  </a:moveTo>
                  <a:cubicBezTo>
                    <a:pt x="97" y="20702"/>
                    <a:pt x="0" y="20798"/>
                    <a:pt x="0" y="20895"/>
                  </a:cubicBezTo>
                  <a:lnTo>
                    <a:pt x="0" y="22180"/>
                  </a:lnTo>
                  <a:cubicBezTo>
                    <a:pt x="0" y="22309"/>
                    <a:pt x="97" y="22405"/>
                    <a:pt x="193" y="22405"/>
                  </a:cubicBezTo>
                  <a:cubicBezTo>
                    <a:pt x="322" y="22405"/>
                    <a:pt x="418" y="22309"/>
                    <a:pt x="418" y="22180"/>
                  </a:cubicBezTo>
                  <a:lnTo>
                    <a:pt x="418" y="20895"/>
                  </a:lnTo>
                  <a:cubicBezTo>
                    <a:pt x="418" y="20798"/>
                    <a:pt x="322" y="20702"/>
                    <a:pt x="193" y="20702"/>
                  </a:cubicBezTo>
                  <a:close/>
                  <a:moveTo>
                    <a:pt x="87915" y="22952"/>
                  </a:moveTo>
                  <a:cubicBezTo>
                    <a:pt x="87819" y="22952"/>
                    <a:pt x="87722" y="23048"/>
                    <a:pt x="87722" y="23145"/>
                  </a:cubicBezTo>
                  <a:lnTo>
                    <a:pt x="87722" y="24431"/>
                  </a:lnTo>
                  <a:cubicBezTo>
                    <a:pt x="87722" y="24559"/>
                    <a:pt x="87819" y="24656"/>
                    <a:pt x="87915" y="24656"/>
                  </a:cubicBezTo>
                  <a:cubicBezTo>
                    <a:pt x="88044" y="24656"/>
                    <a:pt x="88140" y="24559"/>
                    <a:pt x="88140" y="24431"/>
                  </a:cubicBezTo>
                  <a:lnTo>
                    <a:pt x="88140" y="23145"/>
                  </a:lnTo>
                  <a:cubicBezTo>
                    <a:pt x="88140" y="23048"/>
                    <a:pt x="88044" y="22952"/>
                    <a:pt x="87915" y="22952"/>
                  </a:cubicBezTo>
                  <a:close/>
                  <a:moveTo>
                    <a:pt x="193" y="23241"/>
                  </a:moveTo>
                  <a:cubicBezTo>
                    <a:pt x="97" y="23241"/>
                    <a:pt x="0" y="23338"/>
                    <a:pt x="0" y="23466"/>
                  </a:cubicBezTo>
                  <a:lnTo>
                    <a:pt x="0" y="24720"/>
                  </a:lnTo>
                  <a:cubicBezTo>
                    <a:pt x="0" y="24848"/>
                    <a:pt x="97" y="24945"/>
                    <a:pt x="193" y="24945"/>
                  </a:cubicBezTo>
                  <a:cubicBezTo>
                    <a:pt x="322" y="24945"/>
                    <a:pt x="418" y="24848"/>
                    <a:pt x="418" y="24720"/>
                  </a:cubicBezTo>
                  <a:lnTo>
                    <a:pt x="418" y="23466"/>
                  </a:lnTo>
                  <a:cubicBezTo>
                    <a:pt x="418" y="23338"/>
                    <a:pt x="322" y="23241"/>
                    <a:pt x="193" y="23241"/>
                  </a:cubicBezTo>
                  <a:close/>
                  <a:moveTo>
                    <a:pt x="87915" y="25491"/>
                  </a:moveTo>
                  <a:cubicBezTo>
                    <a:pt x="87819" y="25491"/>
                    <a:pt x="87722" y="25588"/>
                    <a:pt x="87722" y="25716"/>
                  </a:cubicBezTo>
                  <a:lnTo>
                    <a:pt x="87722" y="26970"/>
                  </a:lnTo>
                  <a:cubicBezTo>
                    <a:pt x="87722" y="27099"/>
                    <a:pt x="87819" y="27195"/>
                    <a:pt x="87915" y="27195"/>
                  </a:cubicBezTo>
                  <a:cubicBezTo>
                    <a:pt x="88044" y="27195"/>
                    <a:pt x="88140" y="27099"/>
                    <a:pt x="88140" y="26970"/>
                  </a:cubicBezTo>
                  <a:lnTo>
                    <a:pt x="88140" y="25716"/>
                  </a:lnTo>
                  <a:cubicBezTo>
                    <a:pt x="88140" y="25588"/>
                    <a:pt x="88044" y="25491"/>
                    <a:pt x="87915" y="25491"/>
                  </a:cubicBezTo>
                  <a:close/>
                  <a:moveTo>
                    <a:pt x="193" y="25813"/>
                  </a:moveTo>
                  <a:cubicBezTo>
                    <a:pt x="97" y="25813"/>
                    <a:pt x="0" y="25909"/>
                    <a:pt x="0" y="26006"/>
                  </a:cubicBezTo>
                  <a:lnTo>
                    <a:pt x="0" y="27291"/>
                  </a:lnTo>
                  <a:cubicBezTo>
                    <a:pt x="0" y="27388"/>
                    <a:pt x="97" y="27484"/>
                    <a:pt x="193" y="27484"/>
                  </a:cubicBezTo>
                  <a:cubicBezTo>
                    <a:pt x="322" y="27484"/>
                    <a:pt x="418" y="27388"/>
                    <a:pt x="418" y="27291"/>
                  </a:cubicBezTo>
                  <a:lnTo>
                    <a:pt x="418" y="26006"/>
                  </a:lnTo>
                  <a:cubicBezTo>
                    <a:pt x="418" y="25909"/>
                    <a:pt x="322" y="25813"/>
                    <a:pt x="193" y="25813"/>
                  </a:cubicBezTo>
                  <a:close/>
                  <a:moveTo>
                    <a:pt x="87915" y="28063"/>
                  </a:moveTo>
                  <a:cubicBezTo>
                    <a:pt x="87819" y="28063"/>
                    <a:pt x="87722" y="28127"/>
                    <a:pt x="87722" y="28256"/>
                  </a:cubicBezTo>
                  <a:lnTo>
                    <a:pt x="87722" y="29542"/>
                  </a:lnTo>
                  <a:cubicBezTo>
                    <a:pt x="87722" y="29638"/>
                    <a:pt x="87819" y="29734"/>
                    <a:pt x="87915" y="29734"/>
                  </a:cubicBezTo>
                  <a:cubicBezTo>
                    <a:pt x="88044" y="29734"/>
                    <a:pt x="88140" y="29638"/>
                    <a:pt x="88140" y="29542"/>
                  </a:cubicBezTo>
                  <a:lnTo>
                    <a:pt x="88140" y="28256"/>
                  </a:lnTo>
                  <a:cubicBezTo>
                    <a:pt x="88140" y="28127"/>
                    <a:pt x="88044" y="28063"/>
                    <a:pt x="87915" y="28063"/>
                  </a:cubicBezTo>
                  <a:close/>
                  <a:moveTo>
                    <a:pt x="193" y="28352"/>
                  </a:moveTo>
                  <a:cubicBezTo>
                    <a:pt x="97" y="28352"/>
                    <a:pt x="0" y="28449"/>
                    <a:pt x="0" y="28577"/>
                  </a:cubicBezTo>
                  <a:lnTo>
                    <a:pt x="0" y="29831"/>
                  </a:lnTo>
                  <a:cubicBezTo>
                    <a:pt x="0" y="29959"/>
                    <a:pt x="97" y="30056"/>
                    <a:pt x="193" y="30056"/>
                  </a:cubicBezTo>
                  <a:cubicBezTo>
                    <a:pt x="322" y="30056"/>
                    <a:pt x="418" y="29959"/>
                    <a:pt x="418" y="29831"/>
                  </a:cubicBezTo>
                  <a:lnTo>
                    <a:pt x="418" y="28577"/>
                  </a:lnTo>
                  <a:cubicBezTo>
                    <a:pt x="418" y="28449"/>
                    <a:pt x="322" y="28352"/>
                    <a:pt x="193" y="28352"/>
                  </a:cubicBezTo>
                  <a:close/>
                  <a:moveTo>
                    <a:pt x="87915" y="30602"/>
                  </a:moveTo>
                  <a:cubicBezTo>
                    <a:pt x="87819" y="30602"/>
                    <a:pt x="87722" y="30699"/>
                    <a:pt x="87722" y="30795"/>
                  </a:cubicBezTo>
                  <a:lnTo>
                    <a:pt x="87722" y="32081"/>
                  </a:lnTo>
                  <a:cubicBezTo>
                    <a:pt x="87722" y="32210"/>
                    <a:pt x="87819" y="32306"/>
                    <a:pt x="87915" y="32306"/>
                  </a:cubicBezTo>
                  <a:cubicBezTo>
                    <a:pt x="88044" y="32306"/>
                    <a:pt x="88140" y="32210"/>
                    <a:pt x="88140" y="32081"/>
                  </a:cubicBezTo>
                  <a:lnTo>
                    <a:pt x="88140" y="30795"/>
                  </a:lnTo>
                  <a:cubicBezTo>
                    <a:pt x="88140" y="30699"/>
                    <a:pt x="88044" y="30602"/>
                    <a:pt x="87915" y="30602"/>
                  </a:cubicBezTo>
                  <a:close/>
                  <a:moveTo>
                    <a:pt x="193" y="30892"/>
                  </a:moveTo>
                  <a:cubicBezTo>
                    <a:pt x="97" y="30892"/>
                    <a:pt x="0" y="30988"/>
                    <a:pt x="0" y="31117"/>
                  </a:cubicBezTo>
                  <a:lnTo>
                    <a:pt x="0" y="32402"/>
                  </a:lnTo>
                  <a:cubicBezTo>
                    <a:pt x="0" y="32499"/>
                    <a:pt x="97" y="32595"/>
                    <a:pt x="193" y="32595"/>
                  </a:cubicBezTo>
                  <a:cubicBezTo>
                    <a:pt x="322" y="32595"/>
                    <a:pt x="418" y="32499"/>
                    <a:pt x="418" y="32402"/>
                  </a:cubicBezTo>
                  <a:lnTo>
                    <a:pt x="418" y="31117"/>
                  </a:lnTo>
                  <a:cubicBezTo>
                    <a:pt x="418" y="30988"/>
                    <a:pt x="322" y="30892"/>
                    <a:pt x="193" y="30892"/>
                  </a:cubicBezTo>
                  <a:close/>
                  <a:moveTo>
                    <a:pt x="87915" y="33142"/>
                  </a:moveTo>
                  <a:cubicBezTo>
                    <a:pt x="87819" y="33142"/>
                    <a:pt x="87722" y="33238"/>
                    <a:pt x="87722" y="33367"/>
                  </a:cubicBezTo>
                  <a:lnTo>
                    <a:pt x="87722" y="33592"/>
                  </a:lnTo>
                  <a:cubicBezTo>
                    <a:pt x="87722" y="33656"/>
                    <a:pt x="87722" y="33720"/>
                    <a:pt x="87787" y="33752"/>
                  </a:cubicBezTo>
                  <a:cubicBezTo>
                    <a:pt x="87819" y="33785"/>
                    <a:pt x="87883" y="33817"/>
                    <a:pt x="87915" y="33817"/>
                  </a:cubicBezTo>
                  <a:lnTo>
                    <a:pt x="88944" y="33817"/>
                  </a:lnTo>
                  <a:cubicBezTo>
                    <a:pt x="89072" y="33817"/>
                    <a:pt x="89169" y="33720"/>
                    <a:pt x="89169" y="33592"/>
                  </a:cubicBezTo>
                  <a:cubicBezTo>
                    <a:pt x="89169" y="33495"/>
                    <a:pt x="89072" y="33399"/>
                    <a:pt x="88944" y="33399"/>
                  </a:cubicBezTo>
                  <a:lnTo>
                    <a:pt x="88140" y="33399"/>
                  </a:lnTo>
                  <a:lnTo>
                    <a:pt x="88140" y="33367"/>
                  </a:lnTo>
                  <a:cubicBezTo>
                    <a:pt x="88140" y="33238"/>
                    <a:pt x="88044" y="33142"/>
                    <a:pt x="87915" y="33142"/>
                  </a:cubicBezTo>
                  <a:close/>
                  <a:moveTo>
                    <a:pt x="90230" y="33399"/>
                  </a:moveTo>
                  <a:cubicBezTo>
                    <a:pt x="90101" y="33399"/>
                    <a:pt x="90005" y="33495"/>
                    <a:pt x="90005" y="33592"/>
                  </a:cubicBezTo>
                  <a:cubicBezTo>
                    <a:pt x="90005" y="33720"/>
                    <a:pt x="90101" y="33817"/>
                    <a:pt x="90230" y="33817"/>
                  </a:cubicBezTo>
                  <a:lnTo>
                    <a:pt x="91515" y="33817"/>
                  </a:lnTo>
                  <a:cubicBezTo>
                    <a:pt x="91612" y="33817"/>
                    <a:pt x="91708" y="33720"/>
                    <a:pt x="91708" y="33592"/>
                  </a:cubicBezTo>
                  <a:cubicBezTo>
                    <a:pt x="91708" y="33495"/>
                    <a:pt x="91612" y="33399"/>
                    <a:pt x="91515" y="33399"/>
                  </a:cubicBezTo>
                  <a:close/>
                  <a:moveTo>
                    <a:pt x="92769" y="33399"/>
                  </a:moveTo>
                  <a:cubicBezTo>
                    <a:pt x="92673" y="33399"/>
                    <a:pt x="92576" y="33495"/>
                    <a:pt x="92576" y="33592"/>
                  </a:cubicBezTo>
                  <a:cubicBezTo>
                    <a:pt x="92576" y="33720"/>
                    <a:pt x="92673" y="33817"/>
                    <a:pt x="92769" y="33817"/>
                  </a:cubicBezTo>
                  <a:lnTo>
                    <a:pt x="94055" y="33817"/>
                  </a:lnTo>
                  <a:cubicBezTo>
                    <a:pt x="94183" y="33817"/>
                    <a:pt x="94280" y="33720"/>
                    <a:pt x="94280" y="33592"/>
                  </a:cubicBezTo>
                  <a:cubicBezTo>
                    <a:pt x="94280" y="33495"/>
                    <a:pt x="94183" y="33399"/>
                    <a:pt x="94055" y="33399"/>
                  </a:cubicBezTo>
                  <a:close/>
                  <a:moveTo>
                    <a:pt x="95341" y="33399"/>
                  </a:moveTo>
                  <a:cubicBezTo>
                    <a:pt x="95212" y="33399"/>
                    <a:pt x="95115" y="33495"/>
                    <a:pt x="95115" y="33592"/>
                  </a:cubicBezTo>
                  <a:cubicBezTo>
                    <a:pt x="95115" y="33720"/>
                    <a:pt x="95212" y="33817"/>
                    <a:pt x="95341" y="33817"/>
                  </a:cubicBezTo>
                  <a:lnTo>
                    <a:pt x="96594" y="33817"/>
                  </a:lnTo>
                  <a:cubicBezTo>
                    <a:pt x="96723" y="33817"/>
                    <a:pt x="96819" y="33720"/>
                    <a:pt x="96819" y="33592"/>
                  </a:cubicBezTo>
                  <a:cubicBezTo>
                    <a:pt x="96819" y="33495"/>
                    <a:pt x="96723" y="33399"/>
                    <a:pt x="96594" y="33399"/>
                  </a:cubicBezTo>
                  <a:close/>
                  <a:moveTo>
                    <a:pt x="97880" y="33399"/>
                  </a:moveTo>
                  <a:cubicBezTo>
                    <a:pt x="97751" y="33399"/>
                    <a:pt x="97655" y="33495"/>
                    <a:pt x="97655" y="33592"/>
                  </a:cubicBezTo>
                  <a:cubicBezTo>
                    <a:pt x="97655" y="33720"/>
                    <a:pt x="97751" y="33817"/>
                    <a:pt x="97880" y="33817"/>
                  </a:cubicBezTo>
                  <a:lnTo>
                    <a:pt x="99166" y="33817"/>
                  </a:lnTo>
                  <a:cubicBezTo>
                    <a:pt x="99262" y="33817"/>
                    <a:pt x="99359" y="33720"/>
                    <a:pt x="99359" y="33592"/>
                  </a:cubicBezTo>
                  <a:cubicBezTo>
                    <a:pt x="99359" y="33495"/>
                    <a:pt x="99262" y="33399"/>
                    <a:pt x="99166" y="33399"/>
                  </a:cubicBezTo>
                  <a:close/>
                  <a:moveTo>
                    <a:pt x="100419" y="33399"/>
                  </a:moveTo>
                  <a:cubicBezTo>
                    <a:pt x="100323" y="33399"/>
                    <a:pt x="100226" y="33495"/>
                    <a:pt x="100226" y="33592"/>
                  </a:cubicBezTo>
                  <a:cubicBezTo>
                    <a:pt x="100226" y="33720"/>
                    <a:pt x="100323" y="33817"/>
                    <a:pt x="100419" y="33817"/>
                  </a:cubicBezTo>
                  <a:lnTo>
                    <a:pt x="101705" y="33817"/>
                  </a:lnTo>
                  <a:cubicBezTo>
                    <a:pt x="101834" y="33817"/>
                    <a:pt x="101930" y="33720"/>
                    <a:pt x="101930" y="33592"/>
                  </a:cubicBezTo>
                  <a:cubicBezTo>
                    <a:pt x="101930" y="33495"/>
                    <a:pt x="101834" y="33399"/>
                    <a:pt x="101705" y="33399"/>
                  </a:cubicBezTo>
                  <a:close/>
                  <a:moveTo>
                    <a:pt x="102991" y="33399"/>
                  </a:moveTo>
                  <a:cubicBezTo>
                    <a:pt x="102862" y="33399"/>
                    <a:pt x="102766" y="33495"/>
                    <a:pt x="102766" y="33592"/>
                  </a:cubicBezTo>
                  <a:cubicBezTo>
                    <a:pt x="102766" y="33720"/>
                    <a:pt x="102862" y="33817"/>
                    <a:pt x="102991" y="33817"/>
                  </a:cubicBezTo>
                  <a:lnTo>
                    <a:pt x="104245" y="33817"/>
                  </a:lnTo>
                  <a:cubicBezTo>
                    <a:pt x="104373" y="33817"/>
                    <a:pt x="104470" y="33720"/>
                    <a:pt x="104470" y="33592"/>
                  </a:cubicBezTo>
                  <a:cubicBezTo>
                    <a:pt x="104470" y="33495"/>
                    <a:pt x="104373" y="33399"/>
                    <a:pt x="104245" y="33399"/>
                  </a:cubicBezTo>
                  <a:close/>
                  <a:moveTo>
                    <a:pt x="105530" y="33399"/>
                  </a:moveTo>
                  <a:cubicBezTo>
                    <a:pt x="105434" y="33399"/>
                    <a:pt x="105337" y="33495"/>
                    <a:pt x="105337" y="33592"/>
                  </a:cubicBezTo>
                  <a:cubicBezTo>
                    <a:pt x="105337" y="33720"/>
                    <a:pt x="105434" y="33817"/>
                    <a:pt x="105530" y="33817"/>
                  </a:cubicBezTo>
                  <a:lnTo>
                    <a:pt x="106816" y="33817"/>
                  </a:lnTo>
                  <a:cubicBezTo>
                    <a:pt x="106912" y="33817"/>
                    <a:pt x="107009" y="33720"/>
                    <a:pt x="107009" y="33592"/>
                  </a:cubicBezTo>
                  <a:cubicBezTo>
                    <a:pt x="107009" y="33495"/>
                    <a:pt x="106912" y="33399"/>
                    <a:pt x="106816" y="33399"/>
                  </a:cubicBezTo>
                  <a:close/>
                  <a:moveTo>
                    <a:pt x="108102" y="33399"/>
                  </a:moveTo>
                  <a:cubicBezTo>
                    <a:pt x="107973" y="33399"/>
                    <a:pt x="107877" y="33495"/>
                    <a:pt x="107877" y="33592"/>
                  </a:cubicBezTo>
                  <a:cubicBezTo>
                    <a:pt x="107877" y="33720"/>
                    <a:pt x="107973" y="33817"/>
                    <a:pt x="108102" y="33817"/>
                  </a:cubicBezTo>
                  <a:lnTo>
                    <a:pt x="109355" y="33817"/>
                  </a:lnTo>
                  <a:cubicBezTo>
                    <a:pt x="109484" y="33817"/>
                    <a:pt x="109580" y="33720"/>
                    <a:pt x="109580" y="33592"/>
                  </a:cubicBezTo>
                  <a:cubicBezTo>
                    <a:pt x="109580" y="33495"/>
                    <a:pt x="109484" y="33399"/>
                    <a:pt x="109355" y="33399"/>
                  </a:cubicBezTo>
                  <a:close/>
                  <a:moveTo>
                    <a:pt x="110641" y="33399"/>
                  </a:moveTo>
                  <a:cubicBezTo>
                    <a:pt x="110513" y="33399"/>
                    <a:pt x="110416" y="33495"/>
                    <a:pt x="110416" y="33592"/>
                  </a:cubicBezTo>
                  <a:cubicBezTo>
                    <a:pt x="110416" y="33720"/>
                    <a:pt x="110513" y="33817"/>
                    <a:pt x="110641" y="33817"/>
                  </a:cubicBezTo>
                  <a:lnTo>
                    <a:pt x="111927" y="33817"/>
                  </a:lnTo>
                  <a:cubicBezTo>
                    <a:pt x="112023" y="33817"/>
                    <a:pt x="112120" y="33720"/>
                    <a:pt x="112120" y="33592"/>
                  </a:cubicBezTo>
                  <a:cubicBezTo>
                    <a:pt x="112120" y="33495"/>
                    <a:pt x="112023" y="33399"/>
                    <a:pt x="111927" y="33399"/>
                  </a:cubicBezTo>
                  <a:close/>
                  <a:moveTo>
                    <a:pt x="113181" y="33399"/>
                  </a:moveTo>
                  <a:cubicBezTo>
                    <a:pt x="113084" y="33399"/>
                    <a:pt x="112988" y="33495"/>
                    <a:pt x="112988" y="33592"/>
                  </a:cubicBezTo>
                  <a:cubicBezTo>
                    <a:pt x="112988" y="33720"/>
                    <a:pt x="113084" y="33817"/>
                    <a:pt x="113181" y="33817"/>
                  </a:cubicBezTo>
                  <a:lnTo>
                    <a:pt x="114466" y="33817"/>
                  </a:lnTo>
                  <a:cubicBezTo>
                    <a:pt x="114595" y="33817"/>
                    <a:pt x="114691" y="33720"/>
                    <a:pt x="114691" y="33592"/>
                  </a:cubicBezTo>
                  <a:cubicBezTo>
                    <a:pt x="114691" y="33495"/>
                    <a:pt x="114595" y="33399"/>
                    <a:pt x="114466" y="33399"/>
                  </a:cubicBezTo>
                  <a:close/>
                  <a:moveTo>
                    <a:pt x="115752" y="33399"/>
                  </a:moveTo>
                  <a:cubicBezTo>
                    <a:pt x="115624" y="33399"/>
                    <a:pt x="115527" y="33495"/>
                    <a:pt x="115527" y="33592"/>
                  </a:cubicBezTo>
                  <a:cubicBezTo>
                    <a:pt x="115527" y="33720"/>
                    <a:pt x="115624" y="33817"/>
                    <a:pt x="115752" y="33817"/>
                  </a:cubicBezTo>
                  <a:lnTo>
                    <a:pt x="117006" y="33817"/>
                  </a:lnTo>
                  <a:cubicBezTo>
                    <a:pt x="117134" y="33817"/>
                    <a:pt x="117231" y="33720"/>
                    <a:pt x="117231" y="33592"/>
                  </a:cubicBezTo>
                  <a:cubicBezTo>
                    <a:pt x="117231" y="33495"/>
                    <a:pt x="117134" y="33399"/>
                    <a:pt x="117006" y="33399"/>
                  </a:cubicBezTo>
                  <a:close/>
                  <a:moveTo>
                    <a:pt x="118292" y="33399"/>
                  </a:moveTo>
                  <a:cubicBezTo>
                    <a:pt x="118163" y="33399"/>
                    <a:pt x="118067" y="33495"/>
                    <a:pt x="118067" y="33592"/>
                  </a:cubicBezTo>
                  <a:cubicBezTo>
                    <a:pt x="118067" y="33720"/>
                    <a:pt x="118163" y="33817"/>
                    <a:pt x="118292" y="33817"/>
                  </a:cubicBezTo>
                  <a:lnTo>
                    <a:pt x="119577" y="33817"/>
                  </a:lnTo>
                  <a:cubicBezTo>
                    <a:pt x="119674" y="33817"/>
                    <a:pt x="119770" y="33720"/>
                    <a:pt x="119770" y="33592"/>
                  </a:cubicBezTo>
                  <a:cubicBezTo>
                    <a:pt x="119770" y="33495"/>
                    <a:pt x="119674" y="33399"/>
                    <a:pt x="119577" y="33399"/>
                  </a:cubicBezTo>
                  <a:close/>
                  <a:moveTo>
                    <a:pt x="193" y="33463"/>
                  </a:moveTo>
                  <a:cubicBezTo>
                    <a:pt x="97" y="33463"/>
                    <a:pt x="0" y="33560"/>
                    <a:pt x="0" y="33656"/>
                  </a:cubicBezTo>
                  <a:lnTo>
                    <a:pt x="0" y="34942"/>
                  </a:lnTo>
                  <a:cubicBezTo>
                    <a:pt x="0" y="35070"/>
                    <a:pt x="97" y="35167"/>
                    <a:pt x="193" y="35167"/>
                  </a:cubicBezTo>
                  <a:cubicBezTo>
                    <a:pt x="322" y="35167"/>
                    <a:pt x="418" y="35070"/>
                    <a:pt x="418" y="34942"/>
                  </a:cubicBezTo>
                  <a:lnTo>
                    <a:pt x="418" y="33656"/>
                  </a:lnTo>
                  <a:cubicBezTo>
                    <a:pt x="418" y="33560"/>
                    <a:pt x="322" y="33463"/>
                    <a:pt x="193" y="33463"/>
                  </a:cubicBezTo>
                  <a:close/>
                  <a:moveTo>
                    <a:pt x="120092" y="34138"/>
                  </a:moveTo>
                  <a:cubicBezTo>
                    <a:pt x="119995" y="34138"/>
                    <a:pt x="119899" y="34235"/>
                    <a:pt x="119899" y="34331"/>
                  </a:cubicBezTo>
                  <a:lnTo>
                    <a:pt x="119899" y="35617"/>
                  </a:lnTo>
                  <a:cubicBezTo>
                    <a:pt x="119899" y="35745"/>
                    <a:pt x="119995" y="35842"/>
                    <a:pt x="120092" y="35842"/>
                  </a:cubicBezTo>
                  <a:cubicBezTo>
                    <a:pt x="120220" y="35842"/>
                    <a:pt x="120317" y="35745"/>
                    <a:pt x="120317" y="35617"/>
                  </a:cubicBezTo>
                  <a:lnTo>
                    <a:pt x="120317" y="34331"/>
                  </a:lnTo>
                  <a:cubicBezTo>
                    <a:pt x="120317" y="34235"/>
                    <a:pt x="120220" y="34138"/>
                    <a:pt x="120092" y="34138"/>
                  </a:cubicBezTo>
                  <a:close/>
                  <a:moveTo>
                    <a:pt x="193" y="36003"/>
                  </a:moveTo>
                  <a:cubicBezTo>
                    <a:pt x="97" y="36003"/>
                    <a:pt x="0" y="36099"/>
                    <a:pt x="0" y="36228"/>
                  </a:cubicBezTo>
                  <a:lnTo>
                    <a:pt x="0" y="37481"/>
                  </a:lnTo>
                  <a:cubicBezTo>
                    <a:pt x="0" y="37610"/>
                    <a:pt x="97" y="37706"/>
                    <a:pt x="193" y="37706"/>
                  </a:cubicBezTo>
                  <a:cubicBezTo>
                    <a:pt x="322" y="37706"/>
                    <a:pt x="418" y="37610"/>
                    <a:pt x="418" y="37481"/>
                  </a:cubicBezTo>
                  <a:lnTo>
                    <a:pt x="418" y="36228"/>
                  </a:lnTo>
                  <a:cubicBezTo>
                    <a:pt x="418" y="36099"/>
                    <a:pt x="322" y="36003"/>
                    <a:pt x="193" y="36003"/>
                  </a:cubicBezTo>
                  <a:close/>
                  <a:moveTo>
                    <a:pt x="120092" y="36678"/>
                  </a:moveTo>
                  <a:cubicBezTo>
                    <a:pt x="119995" y="36678"/>
                    <a:pt x="119899" y="36774"/>
                    <a:pt x="119899" y="36903"/>
                  </a:cubicBezTo>
                  <a:lnTo>
                    <a:pt x="119899" y="38156"/>
                  </a:lnTo>
                  <a:cubicBezTo>
                    <a:pt x="119899" y="38285"/>
                    <a:pt x="119995" y="38381"/>
                    <a:pt x="120092" y="38381"/>
                  </a:cubicBezTo>
                  <a:cubicBezTo>
                    <a:pt x="120220" y="38381"/>
                    <a:pt x="120317" y="38285"/>
                    <a:pt x="120317" y="38156"/>
                  </a:cubicBezTo>
                  <a:lnTo>
                    <a:pt x="120317" y="36903"/>
                  </a:lnTo>
                  <a:cubicBezTo>
                    <a:pt x="120317" y="36774"/>
                    <a:pt x="120220" y="36678"/>
                    <a:pt x="120092" y="36678"/>
                  </a:cubicBezTo>
                  <a:close/>
                  <a:moveTo>
                    <a:pt x="193" y="38542"/>
                  </a:moveTo>
                  <a:cubicBezTo>
                    <a:pt x="97" y="38542"/>
                    <a:pt x="0" y="38638"/>
                    <a:pt x="0" y="38767"/>
                  </a:cubicBezTo>
                  <a:lnTo>
                    <a:pt x="0" y="40053"/>
                  </a:lnTo>
                  <a:cubicBezTo>
                    <a:pt x="0" y="40149"/>
                    <a:pt x="97" y="40246"/>
                    <a:pt x="193" y="40246"/>
                  </a:cubicBezTo>
                  <a:cubicBezTo>
                    <a:pt x="322" y="40246"/>
                    <a:pt x="418" y="40149"/>
                    <a:pt x="418" y="40053"/>
                  </a:cubicBezTo>
                  <a:lnTo>
                    <a:pt x="418" y="38767"/>
                  </a:lnTo>
                  <a:cubicBezTo>
                    <a:pt x="418" y="38638"/>
                    <a:pt x="322" y="38542"/>
                    <a:pt x="193" y="38542"/>
                  </a:cubicBezTo>
                  <a:close/>
                  <a:moveTo>
                    <a:pt x="120092" y="39249"/>
                  </a:moveTo>
                  <a:cubicBezTo>
                    <a:pt x="119995" y="39249"/>
                    <a:pt x="119899" y="39313"/>
                    <a:pt x="119899" y="39442"/>
                  </a:cubicBezTo>
                  <a:lnTo>
                    <a:pt x="119899" y="40728"/>
                  </a:lnTo>
                  <a:cubicBezTo>
                    <a:pt x="119899" y="40824"/>
                    <a:pt x="119995" y="40921"/>
                    <a:pt x="120092" y="40921"/>
                  </a:cubicBezTo>
                  <a:cubicBezTo>
                    <a:pt x="120220" y="40921"/>
                    <a:pt x="120317" y="40824"/>
                    <a:pt x="120317" y="40728"/>
                  </a:cubicBezTo>
                  <a:lnTo>
                    <a:pt x="120317" y="39442"/>
                  </a:lnTo>
                  <a:cubicBezTo>
                    <a:pt x="120317" y="39313"/>
                    <a:pt x="120220" y="39249"/>
                    <a:pt x="120092" y="39249"/>
                  </a:cubicBezTo>
                  <a:close/>
                  <a:moveTo>
                    <a:pt x="193" y="41114"/>
                  </a:moveTo>
                  <a:cubicBezTo>
                    <a:pt x="97" y="41114"/>
                    <a:pt x="0" y="41210"/>
                    <a:pt x="0" y="41306"/>
                  </a:cubicBezTo>
                  <a:lnTo>
                    <a:pt x="0" y="42592"/>
                  </a:lnTo>
                  <a:cubicBezTo>
                    <a:pt x="0" y="42721"/>
                    <a:pt x="97" y="42817"/>
                    <a:pt x="193" y="42817"/>
                  </a:cubicBezTo>
                  <a:cubicBezTo>
                    <a:pt x="322" y="42817"/>
                    <a:pt x="418" y="42721"/>
                    <a:pt x="418" y="42592"/>
                  </a:cubicBezTo>
                  <a:lnTo>
                    <a:pt x="418" y="41306"/>
                  </a:lnTo>
                  <a:cubicBezTo>
                    <a:pt x="418" y="41210"/>
                    <a:pt x="322" y="41114"/>
                    <a:pt x="193" y="41114"/>
                  </a:cubicBezTo>
                  <a:close/>
                  <a:moveTo>
                    <a:pt x="120092" y="41789"/>
                  </a:moveTo>
                  <a:cubicBezTo>
                    <a:pt x="119995" y="41789"/>
                    <a:pt x="119899" y="41885"/>
                    <a:pt x="119899" y="41981"/>
                  </a:cubicBezTo>
                  <a:lnTo>
                    <a:pt x="119899" y="43267"/>
                  </a:lnTo>
                  <a:cubicBezTo>
                    <a:pt x="119899" y="43396"/>
                    <a:pt x="119995" y="43492"/>
                    <a:pt x="120092" y="43492"/>
                  </a:cubicBezTo>
                  <a:cubicBezTo>
                    <a:pt x="120220" y="43492"/>
                    <a:pt x="120317" y="43396"/>
                    <a:pt x="120317" y="43267"/>
                  </a:cubicBezTo>
                  <a:lnTo>
                    <a:pt x="120317" y="41981"/>
                  </a:lnTo>
                  <a:cubicBezTo>
                    <a:pt x="120317" y="41885"/>
                    <a:pt x="120220" y="41789"/>
                    <a:pt x="120092" y="41789"/>
                  </a:cubicBezTo>
                  <a:close/>
                  <a:moveTo>
                    <a:pt x="193" y="43653"/>
                  </a:moveTo>
                  <a:cubicBezTo>
                    <a:pt x="97" y="43653"/>
                    <a:pt x="0" y="43749"/>
                    <a:pt x="0" y="43878"/>
                  </a:cubicBezTo>
                  <a:lnTo>
                    <a:pt x="0" y="45132"/>
                  </a:lnTo>
                  <a:cubicBezTo>
                    <a:pt x="0" y="45260"/>
                    <a:pt x="97" y="45357"/>
                    <a:pt x="193" y="45357"/>
                  </a:cubicBezTo>
                  <a:cubicBezTo>
                    <a:pt x="322" y="45357"/>
                    <a:pt x="418" y="45260"/>
                    <a:pt x="418" y="45132"/>
                  </a:cubicBezTo>
                  <a:lnTo>
                    <a:pt x="418" y="43878"/>
                  </a:lnTo>
                  <a:cubicBezTo>
                    <a:pt x="418" y="43749"/>
                    <a:pt x="322" y="43653"/>
                    <a:pt x="193" y="43653"/>
                  </a:cubicBezTo>
                  <a:close/>
                  <a:moveTo>
                    <a:pt x="120092" y="44328"/>
                  </a:moveTo>
                  <a:cubicBezTo>
                    <a:pt x="119995" y="44328"/>
                    <a:pt x="119899" y="44424"/>
                    <a:pt x="119899" y="44553"/>
                  </a:cubicBezTo>
                  <a:lnTo>
                    <a:pt x="119899" y="45839"/>
                  </a:lnTo>
                  <a:cubicBezTo>
                    <a:pt x="119899" y="45935"/>
                    <a:pt x="119995" y="46032"/>
                    <a:pt x="120092" y="46032"/>
                  </a:cubicBezTo>
                  <a:cubicBezTo>
                    <a:pt x="120220" y="46032"/>
                    <a:pt x="120317" y="45935"/>
                    <a:pt x="120317" y="45839"/>
                  </a:cubicBezTo>
                  <a:lnTo>
                    <a:pt x="120317" y="44553"/>
                  </a:lnTo>
                  <a:cubicBezTo>
                    <a:pt x="120317" y="44424"/>
                    <a:pt x="120220" y="44328"/>
                    <a:pt x="120092" y="44328"/>
                  </a:cubicBezTo>
                  <a:close/>
                  <a:moveTo>
                    <a:pt x="120092" y="46900"/>
                  </a:moveTo>
                  <a:cubicBezTo>
                    <a:pt x="119995" y="46900"/>
                    <a:pt x="119899" y="46996"/>
                    <a:pt x="119899" y="47092"/>
                  </a:cubicBezTo>
                  <a:lnTo>
                    <a:pt x="119899" y="48378"/>
                  </a:lnTo>
                  <a:cubicBezTo>
                    <a:pt x="119899" y="48507"/>
                    <a:pt x="119995" y="48571"/>
                    <a:pt x="120092" y="48571"/>
                  </a:cubicBezTo>
                  <a:cubicBezTo>
                    <a:pt x="120220" y="48571"/>
                    <a:pt x="120317" y="48507"/>
                    <a:pt x="120317" y="48378"/>
                  </a:cubicBezTo>
                  <a:lnTo>
                    <a:pt x="120317" y="47092"/>
                  </a:lnTo>
                  <a:cubicBezTo>
                    <a:pt x="120317" y="46996"/>
                    <a:pt x="120220" y="46900"/>
                    <a:pt x="120092" y="46900"/>
                  </a:cubicBezTo>
                  <a:close/>
                  <a:moveTo>
                    <a:pt x="120092" y="49439"/>
                  </a:moveTo>
                  <a:cubicBezTo>
                    <a:pt x="119995" y="49439"/>
                    <a:pt x="119899" y="49535"/>
                    <a:pt x="119899" y="49664"/>
                  </a:cubicBezTo>
                  <a:lnTo>
                    <a:pt x="119899" y="50918"/>
                  </a:lnTo>
                  <a:cubicBezTo>
                    <a:pt x="119899" y="51046"/>
                    <a:pt x="119995" y="51143"/>
                    <a:pt x="120092" y="51143"/>
                  </a:cubicBezTo>
                  <a:cubicBezTo>
                    <a:pt x="120220" y="51143"/>
                    <a:pt x="120317" y="51046"/>
                    <a:pt x="120317" y="50918"/>
                  </a:cubicBezTo>
                  <a:lnTo>
                    <a:pt x="120317" y="49664"/>
                  </a:lnTo>
                  <a:cubicBezTo>
                    <a:pt x="120317" y="49535"/>
                    <a:pt x="120220" y="49439"/>
                    <a:pt x="120092" y="49439"/>
                  </a:cubicBezTo>
                  <a:close/>
                  <a:moveTo>
                    <a:pt x="120092" y="51978"/>
                  </a:moveTo>
                  <a:cubicBezTo>
                    <a:pt x="119995" y="51978"/>
                    <a:pt x="119899" y="52075"/>
                    <a:pt x="119899" y="52203"/>
                  </a:cubicBezTo>
                  <a:lnTo>
                    <a:pt x="119899" y="53489"/>
                  </a:lnTo>
                  <a:cubicBezTo>
                    <a:pt x="119899" y="53586"/>
                    <a:pt x="119995" y="53682"/>
                    <a:pt x="120092" y="53682"/>
                  </a:cubicBezTo>
                  <a:cubicBezTo>
                    <a:pt x="120220" y="53682"/>
                    <a:pt x="120317" y="53586"/>
                    <a:pt x="120317" y="53489"/>
                  </a:cubicBezTo>
                  <a:lnTo>
                    <a:pt x="120317" y="52203"/>
                  </a:lnTo>
                  <a:cubicBezTo>
                    <a:pt x="120317" y="52075"/>
                    <a:pt x="120220" y="51978"/>
                    <a:pt x="120092" y="51978"/>
                  </a:cubicBezTo>
                  <a:close/>
                  <a:moveTo>
                    <a:pt x="120092" y="54550"/>
                  </a:moveTo>
                  <a:cubicBezTo>
                    <a:pt x="119995" y="54550"/>
                    <a:pt x="119899" y="54646"/>
                    <a:pt x="119899" y="54743"/>
                  </a:cubicBezTo>
                  <a:lnTo>
                    <a:pt x="119899" y="56029"/>
                  </a:lnTo>
                  <a:cubicBezTo>
                    <a:pt x="119899" y="56157"/>
                    <a:pt x="119995" y="56254"/>
                    <a:pt x="120092" y="56254"/>
                  </a:cubicBezTo>
                  <a:cubicBezTo>
                    <a:pt x="120220" y="56254"/>
                    <a:pt x="120317" y="56157"/>
                    <a:pt x="120317" y="56029"/>
                  </a:cubicBezTo>
                  <a:lnTo>
                    <a:pt x="120317" y="54743"/>
                  </a:lnTo>
                  <a:cubicBezTo>
                    <a:pt x="120317" y="54646"/>
                    <a:pt x="120220" y="54550"/>
                    <a:pt x="120092" y="54550"/>
                  </a:cubicBezTo>
                  <a:close/>
                  <a:moveTo>
                    <a:pt x="120092" y="57089"/>
                  </a:moveTo>
                  <a:cubicBezTo>
                    <a:pt x="119995" y="57089"/>
                    <a:pt x="119899" y="57186"/>
                    <a:pt x="119899" y="57314"/>
                  </a:cubicBezTo>
                  <a:lnTo>
                    <a:pt x="119899" y="58568"/>
                  </a:lnTo>
                  <a:cubicBezTo>
                    <a:pt x="119899" y="58697"/>
                    <a:pt x="119995" y="58793"/>
                    <a:pt x="120092" y="58793"/>
                  </a:cubicBezTo>
                  <a:cubicBezTo>
                    <a:pt x="120220" y="58793"/>
                    <a:pt x="120317" y="58697"/>
                    <a:pt x="120317" y="58568"/>
                  </a:cubicBezTo>
                  <a:lnTo>
                    <a:pt x="120317" y="57314"/>
                  </a:lnTo>
                  <a:cubicBezTo>
                    <a:pt x="120317" y="57186"/>
                    <a:pt x="120220" y="57089"/>
                    <a:pt x="120092" y="57089"/>
                  </a:cubicBezTo>
                  <a:close/>
                  <a:moveTo>
                    <a:pt x="120092" y="59629"/>
                  </a:moveTo>
                  <a:cubicBezTo>
                    <a:pt x="119995" y="59629"/>
                    <a:pt x="119899" y="59725"/>
                    <a:pt x="119899" y="59854"/>
                  </a:cubicBezTo>
                  <a:lnTo>
                    <a:pt x="119899" y="61140"/>
                  </a:lnTo>
                  <a:cubicBezTo>
                    <a:pt x="119899" y="61236"/>
                    <a:pt x="119995" y="61332"/>
                    <a:pt x="120092" y="61332"/>
                  </a:cubicBezTo>
                  <a:cubicBezTo>
                    <a:pt x="120220" y="61332"/>
                    <a:pt x="120317" y="61236"/>
                    <a:pt x="120317" y="61140"/>
                  </a:cubicBezTo>
                  <a:lnTo>
                    <a:pt x="120317" y="59854"/>
                  </a:lnTo>
                  <a:cubicBezTo>
                    <a:pt x="120317" y="59725"/>
                    <a:pt x="120220" y="59629"/>
                    <a:pt x="120092" y="59629"/>
                  </a:cubicBezTo>
                  <a:close/>
                  <a:moveTo>
                    <a:pt x="120092" y="62200"/>
                  </a:moveTo>
                  <a:cubicBezTo>
                    <a:pt x="119995" y="62200"/>
                    <a:pt x="119899" y="62297"/>
                    <a:pt x="119899" y="62393"/>
                  </a:cubicBezTo>
                  <a:lnTo>
                    <a:pt x="119899" y="63679"/>
                  </a:lnTo>
                  <a:cubicBezTo>
                    <a:pt x="119899" y="63808"/>
                    <a:pt x="119995" y="63904"/>
                    <a:pt x="120092" y="63904"/>
                  </a:cubicBezTo>
                  <a:cubicBezTo>
                    <a:pt x="120220" y="63904"/>
                    <a:pt x="120317" y="63808"/>
                    <a:pt x="120317" y="63679"/>
                  </a:cubicBezTo>
                  <a:lnTo>
                    <a:pt x="120317" y="62393"/>
                  </a:lnTo>
                  <a:cubicBezTo>
                    <a:pt x="120317" y="62297"/>
                    <a:pt x="120220" y="62200"/>
                    <a:pt x="120092" y="62200"/>
                  </a:cubicBezTo>
                  <a:close/>
                  <a:moveTo>
                    <a:pt x="120092" y="64740"/>
                  </a:moveTo>
                  <a:cubicBezTo>
                    <a:pt x="119995" y="64740"/>
                    <a:pt x="119899" y="64836"/>
                    <a:pt x="119899" y="64965"/>
                  </a:cubicBezTo>
                  <a:lnTo>
                    <a:pt x="119899" y="66218"/>
                  </a:lnTo>
                  <a:cubicBezTo>
                    <a:pt x="119899" y="66347"/>
                    <a:pt x="119995" y="66443"/>
                    <a:pt x="120092" y="66443"/>
                  </a:cubicBezTo>
                  <a:cubicBezTo>
                    <a:pt x="120220" y="66443"/>
                    <a:pt x="120317" y="66347"/>
                    <a:pt x="120317" y="66218"/>
                  </a:cubicBezTo>
                  <a:lnTo>
                    <a:pt x="120317" y="64965"/>
                  </a:lnTo>
                  <a:cubicBezTo>
                    <a:pt x="120317" y="64836"/>
                    <a:pt x="120220" y="64740"/>
                    <a:pt x="120092" y="64740"/>
                  </a:cubicBezTo>
                  <a:close/>
                  <a:moveTo>
                    <a:pt x="120092" y="67279"/>
                  </a:moveTo>
                  <a:cubicBezTo>
                    <a:pt x="119995" y="67279"/>
                    <a:pt x="119899" y="67376"/>
                    <a:pt x="119899" y="67504"/>
                  </a:cubicBezTo>
                  <a:lnTo>
                    <a:pt x="119899" y="68790"/>
                  </a:lnTo>
                  <a:cubicBezTo>
                    <a:pt x="119899" y="68886"/>
                    <a:pt x="119995" y="68983"/>
                    <a:pt x="120092" y="68983"/>
                  </a:cubicBezTo>
                  <a:cubicBezTo>
                    <a:pt x="120220" y="68983"/>
                    <a:pt x="120317" y="68886"/>
                    <a:pt x="120317" y="68790"/>
                  </a:cubicBezTo>
                  <a:lnTo>
                    <a:pt x="120317" y="67504"/>
                  </a:lnTo>
                  <a:cubicBezTo>
                    <a:pt x="120317" y="67376"/>
                    <a:pt x="120220" y="67279"/>
                    <a:pt x="120092" y="67279"/>
                  </a:cubicBezTo>
                  <a:close/>
                  <a:moveTo>
                    <a:pt x="120092" y="69851"/>
                  </a:moveTo>
                  <a:cubicBezTo>
                    <a:pt x="119995" y="69851"/>
                    <a:pt x="119899" y="69947"/>
                    <a:pt x="119899" y="70044"/>
                  </a:cubicBezTo>
                  <a:lnTo>
                    <a:pt x="119899" y="71329"/>
                  </a:lnTo>
                  <a:cubicBezTo>
                    <a:pt x="119899" y="71458"/>
                    <a:pt x="119995" y="71554"/>
                    <a:pt x="120092" y="71554"/>
                  </a:cubicBezTo>
                  <a:cubicBezTo>
                    <a:pt x="120220" y="71554"/>
                    <a:pt x="120317" y="71458"/>
                    <a:pt x="120317" y="71329"/>
                  </a:cubicBezTo>
                  <a:lnTo>
                    <a:pt x="120317" y="70044"/>
                  </a:lnTo>
                  <a:cubicBezTo>
                    <a:pt x="120317" y="69947"/>
                    <a:pt x="120220" y="69851"/>
                    <a:pt x="120092" y="69851"/>
                  </a:cubicBezTo>
                  <a:close/>
                  <a:moveTo>
                    <a:pt x="120092" y="72390"/>
                  </a:moveTo>
                  <a:cubicBezTo>
                    <a:pt x="119995" y="72390"/>
                    <a:pt x="119899" y="72487"/>
                    <a:pt x="119899" y="72615"/>
                  </a:cubicBezTo>
                  <a:lnTo>
                    <a:pt x="119899" y="73869"/>
                  </a:lnTo>
                  <a:cubicBezTo>
                    <a:pt x="119899" y="73997"/>
                    <a:pt x="119995" y="74094"/>
                    <a:pt x="120092" y="74094"/>
                  </a:cubicBezTo>
                  <a:cubicBezTo>
                    <a:pt x="120220" y="74094"/>
                    <a:pt x="120317" y="73997"/>
                    <a:pt x="120317" y="73869"/>
                  </a:cubicBezTo>
                  <a:lnTo>
                    <a:pt x="120317" y="72615"/>
                  </a:lnTo>
                  <a:cubicBezTo>
                    <a:pt x="120317" y="72487"/>
                    <a:pt x="120220" y="72390"/>
                    <a:pt x="120092" y="72390"/>
                  </a:cubicBezTo>
                  <a:close/>
                  <a:moveTo>
                    <a:pt x="120092" y="74930"/>
                  </a:moveTo>
                  <a:cubicBezTo>
                    <a:pt x="119995" y="74930"/>
                    <a:pt x="119899" y="75026"/>
                    <a:pt x="119899" y="75155"/>
                  </a:cubicBezTo>
                  <a:lnTo>
                    <a:pt x="119899" y="76408"/>
                  </a:lnTo>
                  <a:cubicBezTo>
                    <a:pt x="119899" y="76537"/>
                    <a:pt x="119995" y="76633"/>
                    <a:pt x="120092" y="76633"/>
                  </a:cubicBezTo>
                  <a:cubicBezTo>
                    <a:pt x="120220" y="76633"/>
                    <a:pt x="120317" y="76537"/>
                    <a:pt x="120317" y="76408"/>
                  </a:cubicBezTo>
                  <a:lnTo>
                    <a:pt x="120317" y="75155"/>
                  </a:lnTo>
                  <a:cubicBezTo>
                    <a:pt x="120317" y="75026"/>
                    <a:pt x="120220" y="74930"/>
                    <a:pt x="120092" y="749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820;p64"/>
            <p:cNvSpPr/>
            <p:nvPr/>
          </p:nvSpPr>
          <p:spPr>
            <a:xfrm>
              <a:off x="4008475" y="962975"/>
              <a:ext cx="286100" cy="383350"/>
            </a:xfrm>
            <a:custGeom>
              <a:avLst/>
              <a:gdLst/>
              <a:ahLst/>
              <a:cxnLst/>
              <a:rect l="l" t="t" r="r" b="b"/>
              <a:pathLst>
                <a:path w="11444" h="15334" extrusionOk="0">
                  <a:moveTo>
                    <a:pt x="0" y="0"/>
                  </a:moveTo>
                  <a:lnTo>
                    <a:pt x="7683" y="15333"/>
                  </a:lnTo>
                  <a:lnTo>
                    <a:pt x="114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821;p64"/>
            <p:cNvSpPr/>
            <p:nvPr/>
          </p:nvSpPr>
          <p:spPr>
            <a:xfrm>
              <a:off x="4002850" y="957350"/>
              <a:ext cx="297350" cy="394000"/>
            </a:xfrm>
            <a:custGeom>
              <a:avLst/>
              <a:gdLst/>
              <a:ahLst/>
              <a:cxnLst/>
              <a:rect l="l" t="t" r="r" b="b"/>
              <a:pathLst>
                <a:path w="11894" h="15760" extrusionOk="0">
                  <a:moveTo>
                    <a:pt x="11379" y="450"/>
                  </a:moveTo>
                  <a:lnTo>
                    <a:pt x="7815" y="14954"/>
                  </a:lnTo>
                  <a:lnTo>
                    <a:pt x="579" y="450"/>
                  </a:lnTo>
                  <a:close/>
                  <a:moveTo>
                    <a:pt x="225" y="0"/>
                  </a:moveTo>
                  <a:cubicBezTo>
                    <a:pt x="161" y="0"/>
                    <a:pt x="97" y="32"/>
                    <a:pt x="64" y="97"/>
                  </a:cubicBezTo>
                  <a:cubicBezTo>
                    <a:pt x="0" y="161"/>
                    <a:pt x="0" y="257"/>
                    <a:pt x="32" y="322"/>
                  </a:cubicBezTo>
                  <a:lnTo>
                    <a:pt x="7715" y="15655"/>
                  </a:lnTo>
                  <a:cubicBezTo>
                    <a:pt x="7741" y="15707"/>
                    <a:pt x="7810" y="15760"/>
                    <a:pt x="7870" y="15760"/>
                  </a:cubicBezTo>
                  <a:cubicBezTo>
                    <a:pt x="7883" y="15760"/>
                    <a:pt x="7896" y="15757"/>
                    <a:pt x="7908" y="15751"/>
                  </a:cubicBezTo>
                  <a:cubicBezTo>
                    <a:pt x="8004" y="15751"/>
                    <a:pt x="8068" y="15687"/>
                    <a:pt x="8101" y="15590"/>
                  </a:cubicBezTo>
                  <a:lnTo>
                    <a:pt x="11861" y="257"/>
                  </a:lnTo>
                  <a:cubicBezTo>
                    <a:pt x="11894" y="225"/>
                    <a:pt x="11861" y="129"/>
                    <a:pt x="11829" y="97"/>
                  </a:cubicBezTo>
                  <a:cubicBezTo>
                    <a:pt x="11797" y="32"/>
                    <a:pt x="11733" y="0"/>
                    <a:pt x="11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822;p64"/>
            <p:cNvSpPr/>
            <p:nvPr/>
          </p:nvSpPr>
          <p:spPr>
            <a:xfrm>
              <a:off x="4039000" y="977425"/>
              <a:ext cx="182450" cy="368900"/>
            </a:xfrm>
            <a:custGeom>
              <a:avLst/>
              <a:gdLst/>
              <a:ahLst/>
              <a:cxnLst/>
              <a:rect l="l" t="t" r="r" b="b"/>
              <a:pathLst>
                <a:path w="7298" h="14756" extrusionOk="0">
                  <a:moveTo>
                    <a:pt x="1" y="1"/>
                  </a:moveTo>
                  <a:lnTo>
                    <a:pt x="6462" y="14755"/>
                  </a:lnTo>
                  <a:lnTo>
                    <a:pt x="72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823;p64"/>
            <p:cNvSpPr/>
            <p:nvPr/>
          </p:nvSpPr>
          <p:spPr>
            <a:xfrm>
              <a:off x="4033375" y="971800"/>
              <a:ext cx="192900" cy="379550"/>
            </a:xfrm>
            <a:custGeom>
              <a:avLst/>
              <a:gdLst/>
              <a:ahLst/>
              <a:cxnLst/>
              <a:rect l="l" t="t" r="r" b="b"/>
              <a:pathLst>
                <a:path w="7716" h="15182" extrusionOk="0">
                  <a:moveTo>
                    <a:pt x="7297" y="451"/>
                  </a:moveTo>
                  <a:lnTo>
                    <a:pt x="6513" y="14049"/>
                  </a:lnTo>
                  <a:lnTo>
                    <a:pt x="547" y="451"/>
                  </a:lnTo>
                  <a:close/>
                  <a:moveTo>
                    <a:pt x="226" y="1"/>
                  </a:moveTo>
                  <a:cubicBezTo>
                    <a:pt x="161" y="1"/>
                    <a:pt x="97" y="65"/>
                    <a:pt x="65" y="97"/>
                  </a:cubicBezTo>
                  <a:cubicBezTo>
                    <a:pt x="33" y="162"/>
                    <a:pt x="1" y="258"/>
                    <a:pt x="33" y="322"/>
                  </a:cubicBezTo>
                  <a:lnTo>
                    <a:pt x="6494" y="15045"/>
                  </a:lnTo>
                  <a:cubicBezTo>
                    <a:pt x="6520" y="15124"/>
                    <a:pt x="6590" y="15181"/>
                    <a:pt x="6668" y="15181"/>
                  </a:cubicBezTo>
                  <a:cubicBezTo>
                    <a:pt x="6685" y="15181"/>
                    <a:pt x="6702" y="15179"/>
                    <a:pt x="6719" y="15173"/>
                  </a:cubicBezTo>
                  <a:cubicBezTo>
                    <a:pt x="6815" y="15173"/>
                    <a:pt x="6880" y="15077"/>
                    <a:pt x="6880" y="14980"/>
                  </a:cubicBezTo>
                  <a:lnTo>
                    <a:pt x="7715" y="226"/>
                  </a:lnTo>
                  <a:cubicBezTo>
                    <a:pt x="7715" y="194"/>
                    <a:pt x="7715" y="130"/>
                    <a:pt x="7651" y="65"/>
                  </a:cubicBezTo>
                  <a:cubicBezTo>
                    <a:pt x="7619" y="33"/>
                    <a:pt x="7555" y="1"/>
                    <a:pt x="7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824;p64"/>
            <p:cNvSpPr/>
            <p:nvPr/>
          </p:nvSpPr>
          <p:spPr>
            <a:xfrm>
              <a:off x="3998825" y="948500"/>
              <a:ext cx="201725" cy="397825"/>
            </a:xfrm>
            <a:custGeom>
              <a:avLst/>
              <a:gdLst/>
              <a:ahLst/>
              <a:cxnLst/>
              <a:rect l="l" t="t" r="r" b="b"/>
              <a:pathLst>
                <a:path w="8069" h="15913" extrusionOk="0">
                  <a:moveTo>
                    <a:pt x="0" y="1"/>
                  </a:moveTo>
                  <a:lnTo>
                    <a:pt x="8069" y="15912"/>
                  </a:lnTo>
                  <a:lnTo>
                    <a:pt x="72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825;p64"/>
            <p:cNvSpPr/>
            <p:nvPr/>
          </p:nvSpPr>
          <p:spPr>
            <a:xfrm>
              <a:off x="3993200" y="943675"/>
              <a:ext cx="212175" cy="407675"/>
            </a:xfrm>
            <a:custGeom>
              <a:avLst/>
              <a:gdLst/>
              <a:ahLst/>
              <a:cxnLst/>
              <a:rect l="l" t="t" r="r" b="b"/>
              <a:pathLst>
                <a:path w="8487" h="16307" extrusionOk="0">
                  <a:moveTo>
                    <a:pt x="7297" y="419"/>
                  </a:moveTo>
                  <a:lnTo>
                    <a:pt x="8022" y="15152"/>
                  </a:lnTo>
                  <a:lnTo>
                    <a:pt x="579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33" y="97"/>
                  </a:cubicBezTo>
                  <a:cubicBezTo>
                    <a:pt x="0" y="162"/>
                    <a:pt x="0" y="226"/>
                    <a:pt x="33" y="290"/>
                  </a:cubicBezTo>
                  <a:lnTo>
                    <a:pt x="8101" y="16202"/>
                  </a:lnTo>
                  <a:cubicBezTo>
                    <a:pt x="8127" y="16254"/>
                    <a:pt x="8196" y="16307"/>
                    <a:pt x="8273" y="16307"/>
                  </a:cubicBezTo>
                  <a:cubicBezTo>
                    <a:pt x="8290" y="16307"/>
                    <a:pt x="8308" y="16304"/>
                    <a:pt x="8326" y="16298"/>
                  </a:cubicBezTo>
                  <a:cubicBezTo>
                    <a:pt x="8422" y="16266"/>
                    <a:pt x="8487" y="16170"/>
                    <a:pt x="8487" y="16073"/>
                  </a:cubicBezTo>
                  <a:lnTo>
                    <a:pt x="7715" y="194"/>
                  </a:lnTo>
                  <a:cubicBezTo>
                    <a:pt x="7715" y="65"/>
                    <a:pt x="7619" y="1"/>
                    <a:pt x="7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826;p64"/>
            <p:cNvSpPr/>
            <p:nvPr/>
          </p:nvSpPr>
          <p:spPr>
            <a:xfrm>
              <a:off x="3567275" y="876975"/>
              <a:ext cx="633275" cy="469350"/>
            </a:xfrm>
            <a:custGeom>
              <a:avLst/>
              <a:gdLst/>
              <a:ahLst/>
              <a:cxnLst/>
              <a:rect l="l" t="t" r="r" b="b"/>
              <a:pathLst>
                <a:path w="25331" h="18774" extrusionOk="0">
                  <a:moveTo>
                    <a:pt x="1" y="1"/>
                  </a:moveTo>
                  <a:lnTo>
                    <a:pt x="4630" y="18773"/>
                  </a:lnTo>
                  <a:lnTo>
                    <a:pt x="25331" y="18773"/>
                  </a:lnTo>
                  <a:lnTo>
                    <a:pt x="22052" y="2155"/>
                  </a:lnTo>
                  <a:lnTo>
                    <a:pt x="11734" y="2155"/>
                  </a:lnTo>
                  <a:lnTo>
                    <a:pt x="98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827;p64"/>
            <p:cNvSpPr/>
            <p:nvPr/>
          </p:nvSpPr>
          <p:spPr>
            <a:xfrm>
              <a:off x="3561650" y="872175"/>
              <a:ext cx="643725" cy="478975"/>
            </a:xfrm>
            <a:custGeom>
              <a:avLst/>
              <a:gdLst/>
              <a:ahLst/>
              <a:cxnLst/>
              <a:rect l="l" t="t" r="r" b="b"/>
              <a:pathLst>
                <a:path w="25749" h="19159" extrusionOk="0">
                  <a:moveTo>
                    <a:pt x="9998" y="418"/>
                  </a:moveTo>
                  <a:lnTo>
                    <a:pt x="11798" y="2475"/>
                  </a:lnTo>
                  <a:cubicBezTo>
                    <a:pt x="11830" y="2507"/>
                    <a:pt x="11894" y="2539"/>
                    <a:pt x="11959" y="2539"/>
                  </a:cubicBezTo>
                  <a:lnTo>
                    <a:pt x="22084" y="2539"/>
                  </a:lnTo>
                  <a:lnTo>
                    <a:pt x="25299" y="18740"/>
                  </a:lnTo>
                  <a:lnTo>
                    <a:pt x="5015" y="18740"/>
                  </a:lnTo>
                  <a:lnTo>
                    <a:pt x="483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2"/>
                    <a:pt x="33" y="64"/>
                  </a:cubicBezTo>
                  <a:cubicBezTo>
                    <a:pt x="1" y="129"/>
                    <a:pt x="1" y="193"/>
                    <a:pt x="1" y="257"/>
                  </a:cubicBezTo>
                  <a:lnTo>
                    <a:pt x="4630" y="18997"/>
                  </a:lnTo>
                  <a:cubicBezTo>
                    <a:pt x="4662" y="19094"/>
                    <a:pt x="4758" y="19158"/>
                    <a:pt x="4855" y="19158"/>
                  </a:cubicBezTo>
                  <a:lnTo>
                    <a:pt x="25556" y="19158"/>
                  </a:lnTo>
                  <a:cubicBezTo>
                    <a:pt x="25620" y="19158"/>
                    <a:pt x="25652" y="19126"/>
                    <a:pt x="25716" y="19094"/>
                  </a:cubicBezTo>
                  <a:cubicBezTo>
                    <a:pt x="25749" y="19030"/>
                    <a:pt x="25749" y="18965"/>
                    <a:pt x="25749" y="18901"/>
                  </a:cubicBezTo>
                  <a:lnTo>
                    <a:pt x="22470" y="2282"/>
                  </a:lnTo>
                  <a:cubicBezTo>
                    <a:pt x="22438" y="2186"/>
                    <a:pt x="22373" y="2122"/>
                    <a:pt x="22277" y="2122"/>
                  </a:cubicBezTo>
                  <a:lnTo>
                    <a:pt x="12063" y="2122"/>
                  </a:lnTo>
                  <a:lnTo>
                    <a:pt x="10255" y="64"/>
                  </a:lnTo>
                  <a:cubicBezTo>
                    <a:pt x="10191" y="32"/>
                    <a:pt x="10159" y="0"/>
                    <a:pt x="10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828;p64"/>
            <p:cNvSpPr/>
            <p:nvPr/>
          </p:nvSpPr>
          <p:spPr>
            <a:xfrm>
              <a:off x="4486625" y="1409775"/>
              <a:ext cx="694325" cy="411475"/>
            </a:xfrm>
            <a:custGeom>
              <a:avLst/>
              <a:gdLst/>
              <a:ahLst/>
              <a:cxnLst/>
              <a:rect l="l" t="t" r="r" b="b"/>
              <a:pathLst>
                <a:path w="27773" h="16459" extrusionOk="0">
                  <a:moveTo>
                    <a:pt x="1961" y="1"/>
                  </a:moveTo>
                  <a:cubicBezTo>
                    <a:pt x="868" y="1"/>
                    <a:pt x="0" y="901"/>
                    <a:pt x="0" y="1994"/>
                  </a:cubicBezTo>
                  <a:lnTo>
                    <a:pt x="0" y="14498"/>
                  </a:lnTo>
                  <a:cubicBezTo>
                    <a:pt x="0" y="15591"/>
                    <a:pt x="868" y="16459"/>
                    <a:pt x="1961" y="16459"/>
                  </a:cubicBezTo>
                  <a:lnTo>
                    <a:pt x="25812" y="16459"/>
                  </a:lnTo>
                  <a:cubicBezTo>
                    <a:pt x="26873" y="16459"/>
                    <a:pt x="27773" y="15591"/>
                    <a:pt x="27773" y="14498"/>
                  </a:cubicBezTo>
                  <a:lnTo>
                    <a:pt x="27773" y="1994"/>
                  </a:lnTo>
                  <a:cubicBezTo>
                    <a:pt x="27773" y="901"/>
                    <a:pt x="26873" y="1"/>
                    <a:pt x="258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829;p64"/>
            <p:cNvSpPr/>
            <p:nvPr/>
          </p:nvSpPr>
          <p:spPr>
            <a:xfrm>
              <a:off x="4481000" y="1404950"/>
              <a:ext cx="704775" cy="421125"/>
            </a:xfrm>
            <a:custGeom>
              <a:avLst/>
              <a:gdLst/>
              <a:ahLst/>
              <a:cxnLst/>
              <a:rect l="l" t="t" r="r" b="b"/>
              <a:pathLst>
                <a:path w="28191" h="16845" extrusionOk="0">
                  <a:moveTo>
                    <a:pt x="26037" y="419"/>
                  </a:moveTo>
                  <a:cubicBezTo>
                    <a:pt x="27001" y="419"/>
                    <a:pt x="27773" y="1190"/>
                    <a:pt x="27773" y="2187"/>
                  </a:cubicBezTo>
                  <a:lnTo>
                    <a:pt x="27773" y="14691"/>
                  </a:lnTo>
                  <a:cubicBezTo>
                    <a:pt x="27773" y="15655"/>
                    <a:pt x="27001" y="16427"/>
                    <a:pt x="26037" y="16427"/>
                  </a:cubicBezTo>
                  <a:lnTo>
                    <a:pt x="2186" y="16427"/>
                  </a:lnTo>
                  <a:cubicBezTo>
                    <a:pt x="1222" y="16427"/>
                    <a:pt x="418" y="15655"/>
                    <a:pt x="418" y="14691"/>
                  </a:cubicBezTo>
                  <a:lnTo>
                    <a:pt x="418" y="2187"/>
                  </a:lnTo>
                  <a:cubicBezTo>
                    <a:pt x="418" y="1190"/>
                    <a:pt x="1222" y="419"/>
                    <a:pt x="2186" y="419"/>
                  </a:cubicBezTo>
                  <a:close/>
                  <a:moveTo>
                    <a:pt x="2186" y="1"/>
                  </a:moveTo>
                  <a:cubicBezTo>
                    <a:pt x="964" y="1"/>
                    <a:pt x="0" y="965"/>
                    <a:pt x="0" y="2187"/>
                  </a:cubicBezTo>
                  <a:lnTo>
                    <a:pt x="0" y="14691"/>
                  </a:lnTo>
                  <a:cubicBezTo>
                    <a:pt x="0" y="15880"/>
                    <a:pt x="964" y="16845"/>
                    <a:pt x="2186" y="16845"/>
                  </a:cubicBezTo>
                  <a:lnTo>
                    <a:pt x="26037" y="16845"/>
                  </a:lnTo>
                  <a:cubicBezTo>
                    <a:pt x="27226" y="16845"/>
                    <a:pt x="28191" y="15880"/>
                    <a:pt x="28191" y="14691"/>
                  </a:cubicBezTo>
                  <a:lnTo>
                    <a:pt x="28191" y="2187"/>
                  </a:lnTo>
                  <a:cubicBezTo>
                    <a:pt x="28191" y="965"/>
                    <a:pt x="27226" y="1"/>
                    <a:pt x="260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830;p64"/>
            <p:cNvSpPr/>
            <p:nvPr/>
          </p:nvSpPr>
          <p:spPr>
            <a:xfrm>
              <a:off x="4486625" y="1487725"/>
              <a:ext cx="694325" cy="149500"/>
            </a:xfrm>
            <a:custGeom>
              <a:avLst/>
              <a:gdLst/>
              <a:ahLst/>
              <a:cxnLst/>
              <a:rect l="l" t="t" r="r" b="b"/>
              <a:pathLst>
                <a:path w="27773" h="5980" extrusionOk="0">
                  <a:moveTo>
                    <a:pt x="0" y="1"/>
                  </a:moveTo>
                  <a:lnTo>
                    <a:pt x="0" y="5980"/>
                  </a:lnTo>
                  <a:lnTo>
                    <a:pt x="27773" y="5980"/>
                  </a:lnTo>
                  <a:lnTo>
                    <a:pt x="27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831;p64"/>
            <p:cNvSpPr/>
            <p:nvPr/>
          </p:nvSpPr>
          <p:spPr>
            <a:xfrm>
              <a:off x="4481000" y="1482900"/>
              <a:ext cx="704775" cy="159150"/>
            </a:xfrm>
            <a:custGeom>
              <a:avLst/>
              <a:gdLst/>
              <a:ahLst/>
              <a:cxnLst/>
              <a:rect l="l" t="t" r="r" b="b"/>
              <a:pathLst>
                <a:path w="28191" h="6366" extrusionOk="0">
                  <a:moveTo>
                    <a:pt x="27773" y="419"/>
                  </a:moveTo>
                  <a:lnTo>
                    <a:pt x="27773" y="5948"/>
                  </a:lnTo>
                  <a:lnTo>
                    <a:pt x="418" y="5948"/>
                  </a:lnTo>
                  <a:lnTo>
                    <a:pt x="418" y="419"/>
                  </a:lnTo>
                  <a:close/>
                  <a:moveTo>
                    <a:pt x="225" y="1"/>
                  </a:moveTo>
                  <a:cubicBezTo>
                    <a:pt x="161" y="1"/>
                    <a:pt x="96" y="33"/>
                    <a:pt x="64" y="65"/>
                  </a:cubicBezTo>
                  <a:cubicBezTo>
                    <a:pt x="32" y="97"/>
                    <a:pt x="0" y="162"/>
                    <a:pt x="0" y="194"/>
                  </a:cubicBezTo>
                  <a:lnTo>
                    <a:pt x="0" y="6173"/>
                  </a:lnTo>
                  <a:cubicBezTo>
                    <a:pt x="0" y="6205"/>
                    <a:pt x="32" y="6269"/>
                    <a:pt x="64" y="6301"/>
                  </a:cubicBezTo>
                  <a:cubicBezTo>
                    <a:pt x="96" y="6365"/>
                    <a:pt x="161" y="6365"/>
                    <a:pt x="225" y="6365"/>
                  </a:cubicBezTo>
                  <a:lnTo>
                    <a:pt x="27998" y="6365"/>
                  </a:lnTo>
                  <a:cubicBezTo>
                    <a:pt x="28030" y="6365"/>
                    <a:pt x="28094" y="6365"/>
                    <a:pt x="28126" y="6301"/>
                  </a:cubicBezTo>
                  <a:cubicBezTo>
                    <a:pt x="28191" y="6269"/>
                    <a:pt x="28191" y="6205"/>
                    <a:pt x="28191" y="6173"/>
                  </a:cubicBezTo>
                  <a:lnTo>
                    <a:pt x="28191" y="194"/>
                  </a:lnTo>
                  <a:cubicBezTo>
                    <a:pt x="28191" y="162"/>
                    <a:pt x="28191" y="97"/>
                    <a:pt x="28126" y="65"/>
                  </a:cubicBezTo>
                  <a:cubicBezTo>
                    <a:pt x="28094" y="33"/>
                    <a:pt x="28030" y="1"/>
                    <a:pt x="27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832;p64"/>
            <p:cNvSpPr/>
            <p:nvPr/>
          </p:nvSpPr>
          <p:spPr>
            <a:xfrm>
              <a:off x="4976025" y="1726400"/>
              <a:ext cx="57875" cy="57900"/>
            </a:xfrm>
            <a:custGeom>
              <a:avLst/>
              <a:gdLst/>
              <a:ahLst/>
              <a:cxnLst/>
              <a:rect l="l" t="t" r="r" b="b"/>
              <a:pathLst>
                <a:path w="2315" h="2316" extrusionOk="0">
                  <a:moveTo>
                    <a:pt x="1157" y="1"/>
                  </a:moveTo>
                  <a:cubicBezTo>
                    <a:pt x="514" y="1"/>
                    <a:pt x="0" y="515"/>
                    <a:pt x="0" y="1158"/>
                  </a:cubicBezTo>
                  <a:cubicBezTo>
                    <a:pt x="0" y="1801"/>
                    <a:pt x="514" y="2315"/>
                    <a:pt x="1157" y="2315"/>
                  </a:cubicBezTo>
                  <a:cubicBezTo>
                    <a:pt x="1800" y="2315"/>
                    <a:pt x="2314" y="1801"/>
                    <a:pt x="2314" y="1158"/>
                  </a:cubicBezTo>
                  <a:cubicBezTo>
                    <a:pt x="2314" y="515"/>
                    <a:pt x="1800" y="1"/>
                    <a:pt x="1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833;p64"/>
            <p:cNvSpPr/>
            <p:nvPr/>
          </p:nvSpPr>
          <p:spPr>
            <a:xfrm>
              <a:off x="4970375" y="1720775"/>
              <a:ext cx="69150" cy="69150"/>
            </a:xfrm>
            <a:custGeom>
              <a:avLst/>
              <a:gdLst/>
              <a:ahLst/>
              <a:cxnLst/>
              <a:rect l="l" t="t" r="r" b="b"/>
              <a:pathLst>
                <a:path w="2766" h="2766" extrusionOk="0">
                  <a:moveTo>
                    <a:pt x="1383" y="451"/>
                  </a:moveTo>
                  <a:cubicBezTo>
                    <a:pt x="1898" y="451"/>
                    <a:pt x="2348" y="869"/>
                    <a:pt x="2348" y="1383"/>
                  </a:cubicBezTo>
                  <a:cubicBezTo>
                    <a:pt x="2348" y="1929"/>
                    <a:pt x="1898" y="2347"/>
                    <a:pt x="1383" y="2347"/>
                  </a:cubicBezTo>
                  <a:cubicBezTo>
                    <a:pt x="869" y="2347"/>
                    <a:pt x="451" y="1929"/>
                    <a:pt x="451" y="1383"/>
                  </a:cubicBezTo>
                  <a:cubicBezTo>
                    <a:pt x="451" y="869"/>
                    <a:pt x="869" y="451"/>
                    <a:pt x="1383" y="451"/>
                  </a:cubicBezTo>
                  <a:close/>
                  <a:moveTo>
                    <a:pt x="1383" y="1"/>
                  </a:moveTo>
                  <a:cubicBezTo>
                    <a:pt x="644" y="1"/>
                    <a:pt x="1" y="643"/>
                    <a:pt x="1" y="1383"/>
                  </a:cubicBezTo>
                  <a:cubicBezTo>
                    <a:pt x="1" y="2154"/>
                    <a:pt x="644" y="2765"/>
                    <a:pt x="1383" y="2765"/>
                  </a:cubicBezTo>
                  <a:cubicBezTo>
                    <a:pt x="2155" y="2765"/>
                    <a:pt x="2765" y="2154"/>
                    <a:pt x="2765" y="1383"/>
                  </a:cubicBezTo>
                  <a:cubicBezTo>
                    <a:pt x="2765" y="643"/>
                    <a:pt x="2155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834;p64"/>
            <p:cNvSpPr/>
            <p:nvPr/>
          </p:nvSpPr>
          <p:spPr>
            <a:xfrm>
              <a:off x="5056375" y="1726400"/>
              <a:ext cx="58675" cy="57900"/>
            </a:xfrm>
            <a:custGeom>
              <a:avLst/>
              <a:gdLst/>
              <a:ahLst/>
              <a:cxnLst/>
              <a:rect l="l" t="t" r="r" b="b"/>
              <a:pathLst>
                <a:path w="2347" h="2316" extrusionOk="0">
                  <a:moveTo>
                    <a:pt x="1190" y="1"/>
                  </a:moveTo>
                  <a:cubicBezTo>
                    <a:pt x="547" y="1"/>
                    <a:pt x="0" y="515"/>
                    <a:pt x="0" y="1158"/>
                  </a:cubicBezTo>
                  <a:cubicBezTo>
                    <a:pt x="0" y="1801"/>
                    <a:pt x="547" y="2315"/>
                    <a:pt x="1190" y="2315"/>
                  </a:cubicBezTo>
                  <a:cubicBezTo>
                    <a:pt x="1801" y="2315"/>
                    <a:pt x="2347" y="1801"/>
                    <a:pt x="2347" y="1158"/>
                  </a:cubicBezTo>
                  <a:cubicBezTo>
                    <a:pt x="2347" y="515"/>
                    <a:pt x="1801" y="1"/>
                    <a:pt x="1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835;p64"/>
            <p:cNvSpPr/>
            <p:nvPr/>
          </p:nvSpPr>
          <p:spPr>
            <a:xfrm>
              <a:off x="5051550" y="1720775"/>
              <a:ext cx="68325" cy="69150"/>
            </a:xfrm>
            <a:custGeom>
              <a:avLst/>
              <a:gdLst/>
              <a:ahLst/>
              <a:cxnLst/>
              <a:rect l="l" t="t" r="r" b="b"/>
              <a:pathLst>
                <a:path w="2733" h="2766" extrusionOk="0">
                  <a:moveTo>
                    <a:pt x="1383" y="451"/>
                  </a:moveTo>
                  <a:cubicBezTo>
                    <a:pt x="1897" y="451"/>
                    <a:pt x="2315" y="869"/>
                    <a:pt x="2315" y="1383"/>
                  </a:cubicBezTo>
                  <a:cubicBezTo>
                    <a:pt x="2315" y="1929"/>
                    <a:pt x="1897" y="2347"/>
                    <a:pt x="1383" y="2347"/>
                  </a:cubicBezTo>
                  <a:cubicBezTo>
                    <a:pt x="836" y="2347"/>
                    <a:pt x="418" y="1929"/>
                    <a:pt x="418" y="1383"/>
                  </a:cubicBezTo>
                  <a:cubicBezTo>
                    <a:pt x="418" y="869"/>
                    <a:pt x="836" y="451"/>
                    <a:pt x="1383" y="451"/>
                  </a:cubicBezTo>
                  <a:close/>
                  <a:moveTo>
                    <a:pt x="1383" y="1"/>
                  </a:moveTo>
                  <a:cubicBezTo>
                    <a:pt x="611" y="1"/>
                    <a:pt x="1" y="643"/>
                    <a:pt x="1" y="1383"/>
                  </a:cubicBezTo>
                  <a:cubicBezTo>
                    <a:pt x="1" y="2154"/>
                    <a:pt x="611" y="2765"/>
                    <a:pt x="1383" y="2765"/>
                  </a:cubicBezTo>
                  <a:cubicBezTo>
                    <a:pt x="2122" y="2765"/>
                    <a:pt x="2733" y="2154"/>
                    <a:pt x="2733" y="1383"/>
                  </a:cubicBezTo>
                  <a:cubicBezTo>
                    <a:pt x="2733" y="643"/>
                    <a:pt x="2122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836;p64"/>
            <p:cNvSpPr/>
            <p:nvPr/>
          </p:nvSpPr>
          <p:spPr>
            <a:xfrm>
              <a:off x="2203550" y="1434700"/>
              <a:ext cx="830975" cy="432350"/>
            </a:xfrm>
            <a:custGeom>
              <a:avLst/>
              <a:gdLst/>
              <a:ahLst/>
              <a:cxnLst/>
              <a:rect l="l" t="t" r="r" b="b"/>
              <a:pathLst>
                <a:path w="33239" h="17294" extrusionOk="0">
                  <a:moveTo>
                    <a:pt x="1" y="0"/>
                  </a:moveTo>
                  <a:lnTo>
                    <a:pt x="1" y="17294"/>
                  </a:lnTo>
                  <a:lnTo>
                    <a:pt x="33238" y="17294"/>
                  </a:lnTo>
                  <a:lnTo>
                    <a:pt x="332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837;p64"/>
            <p:cNvSpPr/>
            <p:nvPr/>
          </p:nvSpPr>
          <p:spPr>
            <a:xfrm>
              <a:off x="2198750" y="1429075"/>
              <a:ext cx="841400" cy="443600"/>
            </a:xfrm>
            <a:custGeom>
              <a:avLst/>
              <a:gdLst/>
              <a:ahLst/>
              <a:cxnLst/>
              <a:rect l="l" t="t" r="r" b="b"/>
              <a:pathLst>
                <a:path w="33656" h="17744" extrusionOk="0">
                  <a:moveTo>
                    <a:pt x="33205" y="418"/>
                  </a:moveTo>
                  <a:lnTo>
                    <a:pt x="33205" y="17326"/>
                  </a:lnTo>
                  <a:lnTo>
                    <a:pt x="418" y="17326"/>
                  </a:ln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6" y="32"/>
                    <a:pt x="64" y="64"/>
                  </a:cubicBezTo>
                  <a:cubicBezTo>
                    <a:pt x="0" y="97"/>
                    <a:pt x="0" y="161"/>
                    <a:pt x="0" y="225"/>
                  </a:cubicBezTo>
                  <a:lnTo>
                    <a:pt x="0" y="17519"/>
                  </a:lnTo>
                  <a:cubicBezTo>
                    <a:pt x="0" y="17583"/>
                    <a:pt x="0" y="17647"/>
                    <a:pt x="64" y="17680"/>
                  </a:cubicBezTo>
                  <a:cubicBezTo>
                    <a:pt x="96" y="17712"/>
                    <a:pt x="161" y="17744"/>
                    <a:pt x="193" y="17744"/>
                  </a:cubicBezTo>
                  <a:lnTo>
                    <a:pt x="33430" y="17744"/>
                  </a:lnTo>
                  <a:cubicBezTo>
                    <a:pt x="33494" y="17744"/>
                    <a:pt x="33527" y="17712"/>
                    <a:pt x="33591" y="17680"/>
                  </a:cubicBezTo>
                  <a:cubicBezTo>
                    <a:pt x="33623" y="17647"/>
                    <a:pt x="33655" y="17583"/>
                    <a:pt x="33655" y="17519"/>
                  </a:cubicBezTo>
                  <a:lnTo>
                    <a:pt x="33655" y="225"/>
                  </a:lnTo>
                  <a:cubicBezTo>
                    <a:pt x="33655" y="161"/>
                    <a:pt x="33623" y="97"/>
                    <a:pt x="33591" y="64"/>
                  </a:cubicBezTo>
                  <a:cubicBezTo>
                    <a:pt x="33527" y="32"/>
                    <a:pt x="33494" y="0"/>
                    <a:pt x="33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838;p64"/>
            <p:cNvSpPr/>
            <p:nvPr/>
          </p:nvSpPr>
          <p:spPr>
            <a:xfrm>
              <a:off x="2203550" y="1434700"/>
              <a:ext cx="830975" cy="76350"/>
            </a:xfrm>
            <a:custGeom>
              <a:avLst/>
              <a:gdLst/>
              <a:ahLst/>
              <a:cxnLst/>
              <a:rect l="l" t="t" r="r" b="b"/>
              <a:pathLst>
                <a:path w="33239" h="3054" extrusionOk="0">
                  <a:moveTo>
                    <a:pt x="1" y="0"/>
                  </a:moveTo>
                  <a:lnTo>
                    <a:pt x="1" y="3054"/>
                  </a:lnTo>
                  <a:lnTo>
                    <a:pt x="33238" y="3054"/>
                  </a:lnTo>
                  <a:lnTo>
                    <a:pt x="332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839;p64"/>
            <p:cNvSpPr/>
            <p:nvPr/>
          </p:nvSpPr>
          <p:spPr>
            <a:xfrm>
              <a:off x="2198750" y="1429075"/>
              <a:ext cx="841400" cy="87600"/>
            </a:xfrm>
            <a:custGeom>
              <a:avLst/>
              <a:gdLst/>
              <a:ahLst/>
              <a:cxnLst/>
              <a:rect l="l" t="t" r="r" b="b"/>
              <a:pathLst>
                <a:path w="33656" h="3504" extrusionOk="0">
                  <a:moveTo>
                    <a:pt x="33205" y="418"/>
                  </a:moveTo>
                  <a:lnTo>
                    <a:pt x="33205" y="3054"/>
                  </a:lnTo>
                  <a:lnTo>
                    <a:pt x="418" y="3054"/>
                  </a:ln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6" y="32"/>
                    <a:pt x="64" y="64"/>
                  </a:cubicBezTo>
                  <a:cubicBezTo>
                    <a:pt x="0" y="97"/>
                    <a:pt x="0" y="161"/>
                    <a:pt x="0" y="225"/>
                  </a:cubicBezTo>
                  <a:lnTo>
                    <a:pt x="0" y="3279"/>
                  </a:lnTo>
                  <a:cubicBezTo>
                    <a:pt x="0" y="3343"/>
                    <a:pt x="0" y="3407"/>
                    <a:pt x="64" y="3440"/>
                  </a:cubicBezTo>
                  <a:cubicBezTo>
                    <a:pt x="96" y="3472"/>
                    <a:pt x="161" y="3504"/>
                    <a:pt x="193" y="3504"/>
                  </a:cubicBezTo>
                  <a:lnTo>
                    <a:pt x="33430" y="3504"/>
                  </a:lnTo>
                  <a:cubicBezTo>
                    <a:pt x="33494" y="3504"/>
                    <a:pt x="33527" y="3472"/>
                    <a:pt x="33591" y="3440"/>
                  </a:cubicBezTo>
                  <a:cubicBezTo>
                    <a:pt x="33623" y="3407"/>
                    <a:pt x="33655" y="3343"/>
                    <a:pt x="33655" y="3279"/>
                  </a:cubicBezTo>
                  <a:lnTo>
                    <a:pt x="33655" y="225"/>
                  </a:lnTo>
                  <a:cubicBezTo>
                    <a:pt x="33655" y="161"/>
                    <a:pt x="33623" y="97"/>
                    <a:pt x="33591" y="64"/>
                  </a:cubicBezTo>
                  <a:cubicBezTo>
                    <a:pt x="33527" y="32"/>
                    <a:pt x="33494" y="0"/>
                    <a:pt x="33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840;p64"/>
            <p:cNvSpPr/>
            <p:nvPr/>
          </p:nvSpPr>
          <p:spPr>
            <a:xfrm>
              <a:off x="2328925" y="1603450"/>
              <a:ext cx="580225" cy="123775"/>
            </a:xfrm>
            <a:custGeom>
              <a:avLst/>
              <a:gdLst/>
              <a:ahLst/>
              <a:cxnLst/>
              <a:rect l="l" t="t" r="r" b="b"/>
              <a:pathLst>
                <a:path w="23209" h="4951" extrusionOk="0">
                  <a:moveTo>
                    <a:pt x="0" y="1"/>
                  </a:moveTo>
                  <a:lnTo>
                    <a:pt x="0" y="4951"/>
                  </a:lnTo>
                  <a:lnTo>
                    <a:pt x="23209" y="4951"/>
                  </a:lnTo>
                  <a:lnTo>
                    <a:pt x="232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841;p64"/>
            <p:cNvSpPr/>
            <p:nvPr/>
          </p:nvSpPr>
          <p:spPr>
            <a:xfrm>
              <a:off x="2323300" y="1597825"/>
              <a:ext cx="591475" cy="135025"/>
            </a:xfrm>
            <a:custGeom>
              <a:avLst/>
              <a:gdLst/>
              <a:ahLst/>
              <a:cxnLst/>
              <a:rect l="l" t="t" r="r" b="b"/>
              <a:pathLst>
                <a:path w="23659" h="5401" extrusionOk="0">
                  <a:moveTo>
                    <a:pt x="23241" y="418"/>
                  </a:moveTo>
                  <a:lnTo>
                    <a:pt x="23241" y="4983"/>
                  </a:lnTo>
                  <a:lnTo>
                    <a:pt x="418" y="4983"/>
                  </a:lnTo>
                  <a:lnTo>
                    <a:pt x="418" y="418"/>
                  </a:lnTo>
                  <a:close/>
                  <a:moveTo>
                    <a:pt x="225" y="0"/>
                  </a:moveTo>
                  <a:cubicBezTo>
                    <a:pt x="161" y="0"/>
                    <a:pt x="97" y="33"/>
                    <a:pt x="65" y="65"/>
                  </a:cubicBezTo>
                  <a:cubicBezTo>
                    <a:pt x="33" y="97"/>
                    <a:pt x="0" y="161"/>
                    <a:pt x="0" y="226"/>
                  </a:cubicBezTo>
                  <a:lnTo>
                    <a:pt x="0" y="5176"/>
                  </a:lnTo>
                  <a:cubicBezTo>
                    <a:pt x="0" y="5240"/>
                    <a:pt x="33" y="5304"/>
                    <a:pt x="65" y="5336"/>
                  </a:cubicBezTo>
                  <a:cubicBezTo>
                    <a:pt x="97" y="5369"/>
                    <a:pt x="161" y="5401"/>
                    <a:pt x="225" y="5401"/>
                  </a:cubicBezTo>
                  <a:lnTo>
                    <a:pt x="23434" y="5401"/>
                  </a:lnTo>
                  <a:cubicBezTo>
                    <a:pt x="23498" y="5401"/>
                    <a:pt x="23562" y="5369"/>
                    <a:pt x="23594" y="5336"/>
                  </a:cubicBezTo>
                  <a:cubicBezTo>
                    <a:pt x="23627" y="5304"/>
                    <a:pt x="23659" y="5240"/>
                    <a:pt x="23659" y="5176"/>
                  </a:cubicBezTo>
                  <a:lnTo>
                    <a:pt x="23659" y="226"/>
                  </a:lnTo>
                  <a:cubicBezTo>
                    <a:pt x="23659" y="161"/>
                    <a:pt x="23627" y="97"/>
                    <a:pt x="23594" y="65"/>
                  </a:cubicBezTo>
                  <a:cubicBezTo>
                    <a:pt x="23562" y="33"/>
                    <a:pt x="23498" y="0"/>
                    <a:pt x="23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842;p64"/>
            <p:cNvSpPr/>
            <p:nvPr/>
          </p:nvSpPr>
          <p:spPr>
            <a:xfrm>
              <a:off x="2357050" y="1644425"/>
              <a:ext cx="45825" cy="46650"/>
            </a:xfrm>
            <a:custGeom>
              <a:avLst/>
              <a:gdLst/>
              <a:ahLst/>
              <a:cxnLst/>
              <a:rect l="l" t="t" r="r" b="b"/>
              <a:pathLst>
                <a:path w="1833" h="1866" extrusionOk="0">
                  <a:moveTo>
                    <a:pt x="708" y="1"/>
                  </a:moveTo>
                  <a:lnTo>
                    <a:pt x="804" y="708"/>
                  </a:lnTo>
                  <a:lnTo>
                    <a:pt x="225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33" y="1222"/>
                  </a:lnTo>
                  <a:lnTo>
                    <a:pt x="225" y="1576"/>
                  </a:lnTo>
                  <a:lnTo>
                    <a:pt x="804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1" y="1158"/>
                  </a:lnTo>
                  <a:lnTo>
                    <a:pt x="1608" y="1608"/>
                  </a:lnTo>
                  <a:lnTo>
                    <a:pt x="1833" y="1255"/>
                  </a:lnTo>
                  <a:lnTo>
                    <a:pt x="1190" y="933"/>
                  </a:lnTo>
                  <a:lnTo>
                    <a:pt x="1833" y="612"/>
                  </a:lnTo>
                  <a:lnTo>
                    <a:pt x="1608" y="258"/>
                  </a:lnTo>
                  <a:lnTo>
                    <a:pt x="1061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843;p64"/>
            <p:cNvSpPr/>
            <p:nvPr/>
          </p:nvSpPr>
          <p:spPr>
            <a:xfrm>
              <a:off x="241732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7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193" y="1576"/>
                  </a:lnTo>
                  <a:lnTo>
                    <a:pt x="772" y="1158"/>
                  </a:lnTo>
                  <a:lnTo>
                    <a:pt x="707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0" y="1255"/>
                  </a:lnTo>
                  <a:lnTo>
                    <a:pt x="1157" y="933"/>
                  </a:lnTo>
                  <a:lnTo>
                    <a:pt x="1800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844;p64"/>
            <p:cNvSpPr/>
            <p:nvPr/>
          </p:nvSpPr>
          <p:spPr>
            <a:xfrm>
              <a:off x="2476775" y="1644425"/>
              <a:ext cx="45050" cy="46650"/>
            </a:xfrm>
            <a:custGeom>
              <a:avLst/>
              <a:gdLst/>
              <a:ahLst/>
              <a:cxnLst/>
              <a:rect l="l" t="t" r="r" b="b"/>
              <a:pathLst>
                <a:path w="1802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44" y="933"/>
                  </a:lnTo>
                  <a:lnTo>
                    <a:pt x="33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2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90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62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845;p64"/>
            <p:cNvSpPr/>
            <p:nvPr/>
          </p:nvSpPr>
          <p:spPr>
            <a:xfrm>
              <a:off x="2537050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12" y="933"/>
                  </a:lnTo>
                  <a:lnTo>
                    <a:pt x="1" y="1222"/>
                  </a:lnTo>
                  <a:lnTo>
                    <a:pt x="194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094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29" y="676"/>
                  </a:lnTo>
                  <a:lnTo>
                    <a:pt x="10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846;p64"/>
            <p:cNvSpPr/>
            <p:nvPr/>
          </p:nvSpPr>
          <p:spPr>
            <a:xfrm>
              <a:off x="259652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847;p64"/>
            <p:cNvSpPr/>
            <p:nvPr/>
          </p:nvSpPr>
          <p:spPr>
            <a:xfrm>
              <a:off x="2656000" y="1644425"/>
              <a:ext cx="45825" cy="46650"/>
            </a:xfrm>
            <a:custGeom>
              <a:avLst/>
              <a:gdLst/>
              <a:ahLst/>
              <a:cxnLst/>
              <a:rect l="l" t="t" r="r" b="b"/>
              <a:pathLst>
                <a:path w="1833" h="1866" extrusionOk="0">
                  <a:moveTo>
                    <a:pt x="707" y="1"/>
                  </a:moveTo>
                  <a:lnTo>
                    <a:pt x="804" y="708"/>
                  </a:lnTo>
                  <a:lnTo>
                    <a:pt x="225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32" y="1222"/>
                  </a:lnTo>
                  <a:lnTo>
                    <a:pt x="225" y="1576"/>
                  </a:lnTo>
                  <a:lnTo>
                    <a:pt x="804" y="1158"/>
                  </a:lnTo>
                  <a:lnTo>
                    <a:pt x="707" y="1865"/>
                  </a:lnTo>
                  <a:lnTo>
                    <a:pt x="1125" y="1865"/>
                  </a:lnTo>
                  <a:lnTo>
                    <a:pt x="1061" y="1158"/>
                  </a:lnTo>
                  <a:lnTo>
                    <a:pt x="1607" y="1608"/>
                  </a:lnTo>
                  <a:lnTo>
                    <a:pt x="1832" y="1255"/>
                  </a:lnTo>
                  <a:lnTo>
                    <a:pt x="1190" y="933"/>
                  </a:lnTo>
                  <a:lnTo>
                    <a:pt x="1832" y="612"/>
                  </a:lnTo>
                  <a:lnTo>
                    <a:pt x="1607" y="258"/>
                  </a:lnTo>
                  <a:lnTo>
                    <a:pt x="1061" y="676"/>
                  </a:lnTo>
                  <a:lnTo>
                    <a:pt x="11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848;p64"/>
            <p:cNvSpPr/>
            <p:nvPr/>
          </p:nvSpPr>
          <p:spPr>
            <a:xfrm>
              <a:off x="271627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7" y="1"/>
                  </a:moveTo>
                  <a:lnTo>
                    <a:pt x="771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193" y="1576"/>
                  </a:lnTo>
                  <a:lnTo>
                    <a:pt x="771" y="1158"/>
                  </a:lnTo>
                  <a:lnTo>
                    <a:pt x="707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7" y="1608"/>
                  </a:lnTo>
                  <a:lnTo>
                    <a:pt x="1800" y="1255"/>
                  </a:lnTo>
                  <a:lnTo>
                    <a:pt x="1157" y="933"/>
                  </a:lnTo>
                  <a:lnTo>
                    <a:pt x="1800" y="612"/>
                  </a:lnTo>
                  <a:lnTo>
                    <a:pt x="1607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49;p64"/>
            <p:cNvSpPr/>
            <p:nvPr/>
          </p:nvSpPr>
          <p:spPr>
            <a:xfrm>
              <a:off x="277572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44" y="933"/>
                  </a:lnTo>
                  <a:lnTo>
                    <a:pt x="33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1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90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61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850;p64"/>
            <p:cNvSpPr/>
            <p:nvPr/>
          </p:nvSpPr>
          <p:spPr>
            <a:xfrm>
              <a:off x="2836000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676" y="1"/>
                  </a:moveTo>
                  <a:lnTo>
                    <a:pt x="772" y="708"/>
                  </a:lnTo>
                  <a:lnTo>
                    <a:pt x="193" y="290"/>
                  </a:lnTo>
                  <a:lnTo>
                    <a:pt x="1" y="612"/>
                  </a:lnTo>
                  <a:lnTo>
                    <a:pt x="611" y="933"/>
                  </a:lnTo>
                  <a:lnTo>
                    <a:pt x="1" y="1222"/>
                  </a:lnTo>
                  <a:lnTo>
                    <a:pt x="193" y="1576"/>
                  </a:lnTo>
                  <a:lnTo>
                    <a:pt x="772" y="1158"/>
                  </a:lnTo>
                  <a:lnTo>
                    <a:pt x="676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851;p64"/>
            <p:cNvSpPr/>
            <p:nvPr/>
          </p:nvSpPr>
          <p:spPr>
            <a:xfrm>
              <a:off x="3166275" y="1069850"/>
              <a:ext cx="190500" cy="167175"/>
            </a:xfrm>
            <a:custGeom>
              <a:avLst/>
              <a:gdLst/>
              <a:ahLst/>
              <a:cxnLst/>
              <a:rect l="l" t="t" r="r" b="b"/>
              <a:pathLst>
                <a:path w="7620" h="6687" extrusionOk="0">
                  <a:moveTo>
                    <a:pt x="1" y="1"/>
                  </a:moveTo>
                  <a:lnTo>
                    <a:pt x="1" y="6687"/>
                  </a:lnTo>
                  <a:lnTo>
                    <a:pt x="7619" y="33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852;p64"/>
            <p:cNvSpPr/>
            <p:nvPr/>
          </p:nvSpPr>
          <p:spPr>
            <a:xfrm>
              <a:off x="5470225" y="2407075"/>
              <a:ext cx="341575" cy="341550"/>
            </a:xfrm>
            <a:custGeom>
              <a:avLst/>
              <a:gdLst/>
              <a:ahLst/>
              <a:cxnLst/>
              <a:rect l="l" t="t" r="r" b="b"/>
              <a:pathLst>
                <a:path w="13663" h="13662" extrusionOk="0">
                  <a:moveTo>
                    <a:pt x="6815" y="0"/>
                  </a:moveTo>
                  <a:cubicBezTo>
                    <a:pt x="3055" y="0"/>
                    <a:pt x="1" y="3054"/>
                    <a:pt x="1" y="6815"/>
                  </a:cubicBezTo>
                  <a:cubicBezTo>
                    <a:pt x="1" y="10608"/>
                    <a:pt x="3055" y="13661"/>
                    <a:pt x="6815" y="13661"/>
                  </a:cubicBezTo>
                  <a:cubicBezTo>
                    <a:pt x="10608" y="13661"/>
                    <a:pt x="13662" y="10608"/>
                    <a:pt x="13662" y="6815"/>
                  </a:cubicBezTo>
                  <a:cubicBezTo>
                    <a:pt x="13662" y="3054"/>
                    <a:pt x="10608" y="0"/>
                    <a:pt x="68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853;p64"/>
            <p:cNvSpPr/>
            <p:nvPr/>
          </p:nvSpPr>
          <p:spPr>
            <a:xfrm>
              <a:off x="5464600" y="2401425"/>
              <a:ext cx="352025" cy="352025"/>
            </a:xfrm>
            <a:custGeom>
              <a:avLst/>
              <a:gdLst/>
              <a:ahLst/>
              <a:cxnLst/>
              <a:rect l="l" t="t" r="r" b="b"/>
              <a:pathLst>
                <a:path w="14081" h="14081" extrusionOk="0">
                  <a:moveTo>
                    <a:pt x="7040" y="451"/>
                  </a:moveTo>
                  <a:cubicBezTo>
                    <a:pt x="8873" y="451"/>
                    <a:pt x="10544" y="1190"/>
                    <a:pt x="11733" y="2380"/>
                  </a:cubicBezTo>
                  <a:cubicBezTo>
                    <a:pt x="12923" y="3569"/>
                    <a:pt x="13662" y="5241"/>
                    <a:pt x="13662" y="7041"/>
                  </a:cubicBezTo>
                  <a:cubicBezTo>
                    <a:pt x="13662" y="8873"/>
                    <a:pt x="12923" y="10544"/>
                    <a:pt x="11733" y="11734"/>
                  </a:cubicBezTo>
                  <a:cubicBezTo>
                    <a:pt x="10544" y="12923"/>
                    <a:pt x="8873" y="13662"/>
                    <a:pt x="7040" y="13662"/>
                  </a:cubicBezTo>
                  <a:cubicBezTo>
                    <a:pt x="5240" y="13662"/>
                    <a:pt x="3569" y="12923"/>
                    <a:pt x="2379" y="11734"/>
                  </a:cubicBezTo>
                  <a:cubicBezTo>
                    <a:pt x="1190" y="10544"/>
                    <a:pt x="451" y="8873"/>
                    <a:pt x="451" y="7041"/>
                  </a:cubicBezTo>
                  <a:cubicBezTo>
                    <a:pt x="451" y="5241"/>
                    <a:pt x="1190" y="3569"/>
                    <a:pt x="2379" y="2380"/>
                  </a:cubicBezTo>
                  <a:cubicBezTo>
                    <a:pt x="3569" y="1190"/>
                    <a:pt x="5240" y="451"/>
                    <a:pt x="7040" y="451"/>
                  </a:cubicBezTo>
                  <a:close/>
                  <a:moveTo>
                    <a:pt x="7040" y="1"/>
                  </a:moveTo>
                  <a:cubicBezTo>
                    <a:pt x="3183" y="1"/>
                    <a:pt x="1" y="3151"/>
                    <a:pt x="1" y="7041"/>
                  </a:cubicBezTo>
                  <a:cubicBezTo>
                    <a:pt x="1" y="10930"/>
                    <a:pt x="3183" y="14080"/>
                    <a:pt x="7040" y="14080"/>
                  </a:cubicBezTo>
                  <a:cubicBezTo>
                    <a:pt x="10930" y="14080"/>
                    <a:pt x="14080" y="10930"/>
                    <a:pt x="14080" y="7041"/>
                  </a:cubicBezTo>
                  <a:cubicBezTo>
                    <a:pt x="14080" y="3151"/>
                    <a:pt x="10930" y="1"/>
                    <a:pt x="7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854;p64"/>
            <p:cNvSpPr/>
            <p:nvPr/>
          </p:nvSpPr>
          <p:spPr>
            <a:xfrm>
              <a:off x="5514425" y="2451250"/>
              <a:ext cx="253175" cy="253175"/>
            </a:xfrm>
            <a:custGeom>
              <a:avLst/>
              <a:gdLst/>
              <a:ahLst/>
              <a:cxnLst/>
              <a:rect l="l" t="t" r="r" b="b"/>
              <a:pathLst>
                <a:path w="10127" h="10127" extrusionOk="0">
                  <a:moveTo>
                    <a:pt x="5047" y="1"/>
                  </a:moveTo>
                  <a:cubicBezTo>
                    <a:pt x="2251" y="1"/>
                    <a:pt x="1" y="2251"/>
                    <a:pt x="1" y="5048"/>
                  </a:cubicBezTo>
                  <a:cubicBezTo>
                    <a:pt x="1" y="7876"/>
                    <a:pt x="2251" y="10126"/>
                    <a:pt x="5047" y="10126"/>
                  </a:cubicBezTo>
                  <a:cubicBezTo>
                    <a:pt x="7876" y="10126"/>
                    <a:pt x="10126" y="7876"/>
                    <a:pt x="10126" y="5048"/>
                  </a:cubicBezTo>
                  <a:cubicBezTo>
                    <a:pt x="10126" y="2251"/>
                    <a:pt x="7876" y="1"/>
                    <a:pt x="50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855;p64"/>
            <p:cNvSpPr/>
            <p:nvPr/>
          </p:nvSpPr>
          <p:spPr>
            <a:xfrm>
              <a:off x="5508800" y="2445625"/>
              <a:ext cx="264425" cy="264425"/>
            </a:xfrm>
            <a:custGeom>
              <a:avLst/>
              <a:gdLst/>
              <a:ahLst/>
              <a:cxnLst/>
              <a:rect l="l" t="t" r="r" b="b"/>
              <a:pathLst>
                <a:path w="10577" h="10577" extrusionOk="0">
                  <a:moveTo>
                    <a:pt x="5272" y="419"/>
                  </a:moveTo>
                  <a:cubicBezTo>
                    <a:pt x="6622" y="419"/>
                    <a:pt x="7844" y="965"/>
                    <a:pt x="8712" y="1865"/>
                  </a:cubicBezTo>
                  <a:cubicBezTo>
                    <a:pt x="9612" y="2733"/>
                    <a:pt x="10158" y="3955"/>
                    <a:pt x="10158" y="5273"/>
                  </a:cubicBezTo>
                  <a:cubicBezTo>
                    <a:pt x="10158" y="6623"/>
                    <a:pt x="9612" y="7844"/>
                    <a:pt x="8712" y="8712"/>
                  </a:cubicBezTo>
                  <a:cubicBezTo>
                    <a:pt x="7844" y="9612"/>
                    <a:pt x="6622" y="10159"/>
                    <a:pt x="5272" y="10159"/>
                  </a:cubicBezTo>
                  <a:cubicBezTo>
                    <a:pt x="3954" y="10159"/>
                    <a:pt x="2733" y="9612"/>
                    <a:pt x="1865" y="8712"/>
                  </a:cubicBezTo>
                  <a:cubicBezTo>
                    <a:pt x="965" y="7844"/>
                    <a:pt x="419" y="6623"/>
                    <a:pt x="419" y="5273"/>
                  </a:cubicBezTo>
                  <a:cubicBezTo>
                    <a:pt x="419" y="3955"/>
                    <a:pt x="965" y="2733"/>
                    <a:pt x="1865" y="1865"/>
                  </a:cubicBezTo>
                  <a:cubicBezTo>
                    <a:pt x="2733" y="965"/>
                    <a:pt x="3954" y="419"/>
                    <a:pt x="5272" y="419"/>
                  </a:cubicBezTo>
                  <a:close/>
                  <a:moveTo>
                    <a:pt x="5272" y="1"/>
                  </a:moveTo>
                  <a:cubicBezTo>
                    <a:pt x="2379" y="1"/>
                    <a:pt x="1" y="2380"/>
                    <a:pt x="1" y="5273"/>
                  </a:cubicBezTo>
                  <a:cubicBezTo>
                    <a:pt x="1" y="8198"/>
                    <a:pt x="2379" y="10576"/>
                    <a:pt x="5272" y="10576"/>
                  </a:cubicBezTo>
                  <a:cubicBezTo>
                    <a:pt x="8198" y="10576"/>
                    <a:pt x="10576" y="8198"/>
                    <a:pt x="10576" y="5273"/>
                  </a:cubicBezTo>
                  <a:cubicBezTo>
                    <a:pt x="10576" y="2380"/>
                    <a:pt x="8198" y="1"/>
                    <a:pt x="5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856;p64"/>
            <p:cNvSpPr/>
            <p:nvPr/>
          </p:nvSpPr>
          <p:spPr>
            <a:xfrm>
              <a:off x="5589175" y="2480200"/>
              <a:ext cx="103675" cy="189475"/>
            </a:xfrm>
            <a:custGeom>
              <a:avLst/>
              <a:gdLst/>
              <a:ahLst/>
              <a:cxnLst/>
              <a:rect l="l" t="t" r="r" b="b"/>
              <a:pathLst>
                <a:path w="4147" h="7579" extrusionOk="0">
                  <a:moveTo>
                    <a:pt x="2057" y="0"/>
                  </a:moveTo>
                  <a:cubicBezTo>
                    <a:pt x="1993" y="0"/>
                    <a:pt x="1897" y="32"/>
                    <a:pt x="1832" y="97"/>
                  </a:cubicBezTo>
                  <a:cubicBezTo>
                    <a:pt x="1768" y="161"/>
                    <a:pt x="1736" y="225"/>
                    <a:pt x="1736" y="354"/>
                  </a:cubicBezTo>
                  <a:lnTo>
                    <a:pt x="1736" y="1351"/>
                  </a:lnTo>
                  <a:lnTo>
                    <a:pt x="1736" y="1351"/>
                  </a:lnTo>
                  <a:cubicBezTo>
                    <a:pt x="1278" y="1376"/>
                    <a:pt x="892" y="1479"/>
                    <a:pt x="579" y="1672"/>
                  </a:cubicBezTo>
                  <a:cubicBezTo>
                    <a:pt x="193" y="1929"/>
                    <a:pt x="0" y="2282"/>
                    <a:pt x="0" y="2765"/>
                  </a:cubicBezTo>
                  <a:cubicBezTo>
                    <a:pt x="0" y="2957"/>
                    <a:pt x="0" y="3118"/>
                    <a:pt x="64" y="3247"/>
                  </a:cubicBezTo>
                  <a:cubicBezTo>
                    <a:pt x="97" y="3407"/>
                    <a:pt x="161" y="3504"/>
                    <a:pt x="257" y="3600"/>
                  </a:cubicBezTo>
                  <a:cubicBezTo>
                    <a:pt x="322" y="3697"/>
                    <a:pt x="450" y="3793"/>
                    <a:pt x="611" y="3890"/>
                  </a:cubicBezTo>
                  <a:cubicBezTo>
                    <a:pt x="772" y="3954"/>
                    <a:pt x="900" y="4018"/>
                    <a:pt x="1061" y="4083"/>
                  </a:cubicBezTo>
                  <a:cubicBezTo>
                    <a:pt x="1222" y="4147"/>
                    <a:pt x="1415" y="4211"/>
                    <a:pt x="1672" y="4275"/>
                  </a:cubicBezTo>
                  <a:lnTo>
                    <a:pt x="2315" y="4436"/>
                  </a:lnTo>
                  <a:cubicBezTo>
                    <a:pt x="2507" y="4500"/>
                    <a:pt x="2636" y="4565"/>
                    <a:pt x="2732" y="4629"/>
                  </a:cubicBezTo>
                  <a:cubicBezTo>
                    <a:pt x="2861" y="4693"/>
                    <a:pt x="2893" y="4790"/>
                    <a:pt x="2893" y="4886"/>
                  </a:cubicBezTo>
                  <a:cubicBezTo>
                    <a:pt x="2893" y="4983"/>
                    <a:pt x="2861" y="5079"/>
                    <a:pt x="2797" y="5143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4"/>
                    <a:pt x="2347" y="5304"/>
                    <a:pt x="2218" y="5336"/>
                  </a:cubicBezTo>
                  <a:lnTo>
                    <a:pt x="1897" y="5336"/>
                  </a:lnTo>
                  <a:cubicBezTo>
                    <a:pt x="1768" y="5336"/>
                    <a:pt x="1607" y="5304"/>
                    <a:pt x="1479" y="5272"/>
                  </a:cubicBezTo>
                  <a:cubicBezTo>
                    <a:pt x="1350" y="5240"/>
                    <a:pt x="1254" y="5208"/>
                    <a:pt x="1190" y="5175"/>
                  </a:cubicBezTo>
                  <a:cubicBezTo>
                    <a:pt x="1093" y="5143"/>
                    <a:pt x="1029" y="5079"/>
                    <a:pt x="932" y="5047"/>
                  </a:cubicBezTo>
                  <a:cubicBezTo>
                    <a:pt x="836" y="4983"/>
                    <a:pt x="772" y="4950"/>
                    <a:pt x="739" y="4950"/>
                  </a:cubicBezTo>
                  <a:cubicBezTo>
                    <a:pt x="611" y="4886"/>
                    <a:pt x="514" y="4854"/>
                    <a:pt x="418" y="4854"/>
                  </a:cubicBezTo>
                  <a:cubicBezTo>
                    <a:pt x="322" y="4886"/>
                    <a:pt x="225" y="4918"/>
                    <a:pt x="161" y="4983"/>
                  </a:cubicBezTo>
                  <a:cubicBezTo>
                    <a:pt x="97" y="5047"/>
                    <a:pt x="64" y="5143"/>
                    <a:pt x="32" y="5240"/>
                  </a:cubicBezTo>
                  <a:cubicBezTo>
                    <a:pt x="0" y="5304"/>
                    <a:pt x="0" y="5400"/>
                    <a:pt x="32" y="5497"/>
                  </a:cubicBezTo>
                  <a:cubicBezTo>
                    <a:pt x="64" y="5593"/>
                    <a:pt x="97" y="5690"/>
                    <a:pt x="193" y="5754"/>
                  </a:cubicBezTo>
                  <a:cubicBezTo>
                    <a:pt x="660" y="6075"/>
                    <a:pt x="1206" y="6264"/>
                    <a:pt x="1832" y="6320"/>
                  </a:cubicBezTo>
                  <a:lnTo>
                    <a:pt x="1832" y="6320"/>
                  </a:lnTo>
                  <a:lnTo>
                    <a:pt x="1832" y="7233"/>
                  </a:lnTo>
                  <a:cubicBezTo>
                    <a:pt x="1832" y="7393"/>
                    <a:pt x="1865" y="7490"/>
                    <a:pt x="1993" y="7554"/>
                  </a:cubicBezTo>
                  <a:cubicBezTo>
                    <a:pt x="2041" y="7570"/>
                    <a:pt x="2098" y="7578"/>
                    <a:pt x="2154" y="7578"/>
                  </a:cubicBezTo>
                  <a:cubicBezTo>
                    <a:pt x="2210" y="7578"/>
                    <a:pt x="2266" y="7570"/>
                    <a:pt x="2315" y="7554"/>
                  </a:cubicBezTo>
                  <a:cubicBezTo>
                    <a:pt x="2443" y="7490"/>
                    <a:pt x="2475" y="7393"/>
                    <a:pt x="2475" y="7233"/>
                  </a:cubicBezTo>
                  <a:lnTo>
                    <a:pt x="2475" y="6315"/>
                  </a:lnTo>
                  <a:lnTo>
                    <a:pt x="2475" y="6315"/>
                  </a:lnTo>
                  <a:cubicBezTo>
                    <a:pt x="2707" y="6294"/>
                    <a:pt x="2919" y="6252"/>
                    <a:pt x="3118" y="6172"/>
                  </a:cubicBezTo>
                  <a:cubicBezTo>
                    <a:pt x="3440" y="6075"/>
                    <a:pt x="3697" y="5883"/>
                    <a:pt x="3890" y="5625"/>
                  </a:cubicBezTo>
                  <a:cubicBezTo>
                    <a:pt x="4083" y="5400"/>
                    <a:pt x="4147" y="5079"/>
                    <a:pt x="4147" y="4725"/>
                  </a:cubicBezTo>
                  <a:cubicBezTo>
                    <a:pt x="4147" y="4500"/>
                    <a:pt x="4115" y="4308"/>
                    <a:pt x="4050" y="4147"/>
                  </a:cubicBezTo>
                  <a:cubicBezTo>
                    <a:pt x="3954" y="3986"/>
                    <a:pt x="3857" y="3858"/>
                    <a:pt x="3697" y="3761"/>
                  </a:cubicBezTo>
                  <a:cubicBezTo>
                    <a:pt x="3568" y="3632"/>
                    <a:pt x="3407" y="3536"/>
                    <a:pt x="3215" y="3472"/>
                  </a:cubicBezTo>
                  <a:cubicBezTo>
                    <a:pt x="3022" y="3407"/>
                    <a:pt x="2797" y="3343"/>
                    <a:pt x="2540" y="3247"/>
                  </a:cubicBezTo>
                  <a:lnTo>
                    <a:pt x="1897" y="3086"/>
                  </a:lnTo>
                  <a:cubicBezTo>
                    <a:pt x="1704" y="3054"/>
                    <a:pt x="1543" y="2990"/>
                    <a:pt x="1479" y="2925"/>
                  </a:cubicBezTo>
                  <a:cubicBezTo>
                    <a:pt x="1382" y="2861"/>
                    <a:pt x="1350" y="2765"/>
                    <a:pt x="1350" y="2668"/>
                  </a:cubicBezTo>
                  <a:cubicBezTo>
                    <a:pt x="1350" y="2572"/>
                    <a:pt x="1382" y="2507"/>
                    <a:pt x="1511" y="2443"/>
                  </a:cubicBezTo>
                  <a:cubicBezTo>
                    <a:pt x="1607" y="2379"/>
                    <a:pt x="1704" y="2347"/>
                    <a:pt x="1832" y="2347"/>
                  </a:cubicBezTo>
                  <a:lnTo>
                    <a:pt x="2218" y="2347"/>
                  </a:lnTo>
                  <a:cubicBezTo>
                    <a:pt x="2540" y="2379"/>
                    <a:pt x="2893" y="2443"/>
                    <a:pt x="3182" y="2572"/>
                  </a:cubicBezTo>
                  <a:cubicBezTo>
                    <a:pt x="3273" y="2594"/>
                    <a:pt x="3364" y="2617"/>
                    <a:pt x="3444" y="2617"/>
                  </a:cubicBezTo>
                  <a:cubicBezTo>
                    <a:pt x="3477" y="2617"/>
                    <a:pt x="3508" y="2613"/>
                    <a:pt x="3536" y="2604"/>
                  </a:cubicBezTo>
                  <a:cubicBezTo>
                    <a:pt x="3632" y="2572"/>
                    <a:pt x="3697" y="2540"/>
                    <a:pt x="3761" y="2443"/>
                  </a:cubicBezTo>
                  <a:cubicBezTo>
                    <a:pt x="3793" y="2379"/>
                    <a:pt x="3825" y="2282"/>
                    <a:pt x="3857" y="2186"/>
                  </a:cubicBezTo>
                  <a:cubicBezTo>
                    <a:pt x="3857" y="2090"/>
                    <a:pt x="3825" y="1993"/>
                    <a:pt x="3761" y="1897"/>
                  </a:cubicBezTo>
                  <a:cubicBezTo>
                    <a:pt x="3729" y="1800"/>
                    <a:pt x="3632" y="1736"/>
                    <a:pt x="3536" y="1672"/>
                  </a:cubicBezTo>
                  <a:cubicBezTo>
                    <a:pt x="3375" y="1607"/>
                    <a:pt x="3247" y="1575"/>
                    <a:pt x="3150" y="1543"/>
                  </a:cubicBezTo>
                  <a:cubicBezTo>
                    <a:pt x="3086" y="1511"/>
                    <a:pt x="2925" y="1447"/>
                    <a:pt x="2765" y="1415"/>
                  </a:cubicBezTo>
                  <a:cubicBezTo>
                    <a:pt x="2649" y="1391"/>
                    <a:pt x="2516" y="1368"/>
                    <a:pt x="2379" y="1357"/>
                  </a:cubicBezTo>
                  <a:lnTo>
                    <a:pt x="2379" y="1357"/>
                  </a:lnTo>
                  <a:lnTo>
                    <a:pt x="2379" y="354"/>
                  </a:lnTo>
                  <a:cubicBezTo>
                    <a:pt x="2379" y="225"/>
                    <a:pt x="2347" y="161"/>
                    <a:pt x="2282" y="97"/>
                  </a:cubicBezTo>
                  <a:cubicBezTo>
                    <a:pt x="2218" y="32"/>
                    <a:pt x="2154" y="0"/>
                    <a:pt x="2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857;p64"/>
            <p:cNvSpPr/>
            <p:nvPr/>
          </p:nvSpPr>
          <p:spPr>
            <a:xfrm>
              <a:off x="5470225" y="2280900"/>
              <a:ext cx="341575" cy="340750"/>
            </a:xfrm>
            <a:custGeom>
              <a:avLst/>
              <a:gdLst/>
              <a:ahLst/>
              <a:cxnLst/>
              <a:rect l="l" t="t" r="r" b="b"/>
              <a:pathLst>
                <a:path w="13663" h="13630" extrusionOk="0">
                  <a:moveTo>
                    <a:pt x="6815" y="0"/>
                  </a:moveTo>
                  <a:cubicBezTo>
                    <a:pt x="3055" y="0"/>
                    <a:pt x="1" y="3054"/>
                    <a:pt x="1" y="6815"/>
                  </a:cubicBezTo>
                  <a:cubicBezTo>
                    <a:pt x="1" y="10576"/>
                    <a:pt x="3055" y="13630"/>
                    <a:pt x="6815" y="13630"/>
                  </a:cubicBezTo>
                  <a:cubicBezTo>
                    <a:pt x="10608" y="13630"/>
                    <a:pt x="13662" y="10576"/>
                    <a:pt x="13662" y="6815"/>
                  </a:cubicBezTo>
                  <a:cubicBezTo>
                    <a:pt x="13662" y="3054"/>
                    <a:pt x="10608" y="0"/>
                    <a:pt x="68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858;p64"/>
            <p:cNvSpPr/>
            <p:nvPr/>
          </p:nvSpPr>
          <p:spPr>
            <a:xfrm>
              <a:off x="5464600" y="2275275"/>
              <a:ext cx="352025" cy="352000"/>
            </a:xfrm>
            <a:custGeom>
              <a:avLst/>
              <a:gdLst/>
              <a:ahLst/>
              <a:cxnLst/>
              <a:rect l="l" t="t" r="r" b="b"/>
              <a:pathLst>
                <a:path w="14081" h="14080" extrusionOk="0">
                  <a:moveTo>
                    <a:pt x="7040" y="418"/>
                  </a:moveTo>
                  <a:cubicBezTo>
                    <a:pt x="8873" y="418"/>
                    <a:pt x="10544" y="1158"/>
                    <a:pt x="11733" y="2379"/>
                  </a:cubicBezTo>
                  <a:cubicBezTo>
                    <a:pt x="12923" y="3568"/>
                    <a:pt x="13662" y="5208"/>
                    <a:pt x="13662" y="7040"/>
                  </a:cubicBezTo>
                  <a:cubicBezTo>
                    <a:pt x="13662" y="8872"/>
                    <a:pt x="12923" y="10512"/>
                    <a:pt x="11733" y="11733"/>
                  </a:cubicBezTo>
                  <a:cubicBezTo>
                    <a:pt x="10544" y="12922"/>
                    <a:pt x="8873" y="13662"/>
                    <a:pt x="7040" y="13662"/>
                  </a:cubicBezTo>
                  <a:cubicBezTo>
                    <a:pt x="5240" y="13662"/>
                    <a:pt x="3569" y="12922"/>
                    <a:pt x="2379" y="11733"/>
                  </a:cubicBezTo>
                  <a:cubicBezTo>
                    <a:pt x="1190" y="10512"/>
                    <a:pt x="451" y="8872"/>
                    <a:pt x="451" y="7040"/>
                  </a:cubicBezTo>
                  <a:cubicBezTo>
                    <a:pt x="451" y="5208"/>
                    <a:pt x="1190" y="3568"/>
                    <a:pt x="2379" y="2379"/>
                  </a:cubicBezTo>
                  <a:cubicBezTo>
                    <a:pt x="3569" y="1158"/>
                    <a:pt x="5240" y="418"/>
                    <a:pt x="7040" y="418"/>
                  </a:cubicBezTo>
                  <a:close/>
                  <a:moveTo>
                    <a:pt x="7040" y="0"/>
                  </a:moveTo>
                  <a:cubicBezTo>
                    <a:pt x="3183" y="0"/>
                    <a:pt x="1" y="3150"/>
                    <a:pt x="1" y="7040"/>
                  </a:cubicBezTo>
                  <a:cubicBezTo>
                    <a:pt x="1" y="10929"/>
                    <a:pt x="3183" y="14080"/>
                    <a:pt x="7040" y="14080"/>
                  </a:cubicBezTo>
                  <a:cubicBezTo>
                    <a:pt x="10930" y="14080"/>
                    <a:pt x="14080" y="10929"/>
                    <a:pt x="14080" y="7040"/>
                  </a:cubicBezTo>
                  <a:cubicBezTo>
                    <a:pt x="14080" y="3150"/>
                    <a:pt x="10930" y="0"/>
                    <a:pt x="7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859;p64"/>
            <p:cNvSpPr/>
            <p:nvPr/>
          </p:nvSpPr>
          <p:spPr>
            <a:xfrm>
              <a:off x="5514425" y="2324300"/>
              <a:ext cx="253175" cy="253950"/>
            </a:xfrm>
            <a:custGeom>
              <a:avLst/>
              <a:gdLst/>
              <a:ahLst/>
              <a:cxnLst/>
              <a:rect l="l" t="t" r="r" b="b"/>
              <a:pathLst>
                <a:path w="10127" h="10158" extrusionOk="0">
                  <a:moveTo>
                    <a:pt x="5047" y="0"/>
                  </a:moveTo>
                  <a:cubicBezTo>
                    <a:pt x="2251" y="0"/>
                    <a:pt x="1" y="2282"/>
                    <a:pt x="1" y="5079"/>
                  </a:cubicBezTo>
                  <a:cubicBezTo>
                    <a:pt x="1" y="7876"/>
                    <a:pt x="2251" y="10158"/>
                    <a:pt x="5047" y="10158"/>
                  </a:cubicBezTo>
                  <a:cubicBezTo>
                    <a:pt x="7876" y="10158"/>
                    <a:pt x="10126" y="7876"/>
                    <a:pt x="10126" y="5079"/>
                  </a:cubicBezTo>
                  <a:cubicBezTo>
                    <a:pt x="10126" y="2282"/>
                    <a:pt x="7876" y="0"/>
                    <a:pt x="50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860;p64"/>
            <p:cNvSpPr/>
            <p:nvPr/>
          </p:nvSpPr>
          <p:spPr>
            <a:xfrm>
              <a:off x="5508800" y="2319475"/>
              <a:ext cx="264425" cy="263600"/>
            </a:xfrm>
            <a:custGeom>
              <a:avLst/>
              <a:gdLst/>
              <a:ahLst/>
              <a:cxnLst/>
              <a:rect l="l" t="t" r="r" b="b"/>
              <a:pathLst>
                <a:path w="10577" h="10544" extrusionOk="0">
                  <a:moveTo>
                    <a:pt x="5272" y="418"/>
                  </a:moveTo>
                  <a:cubicBezTo>
                    <a:pt x="6622" y="418"/>
                    <a:pt x="7844" y="965"/>
                    <a:pt x="8712" y="1832"/>
                  </a:cubicBezTo>
                  <a:cubicBezTo>
                    <a:pt x="9612" y="2733"/>
                    <a:pt x="10158" y="3922"/>
                    <a:pt x="10158" y="5272"/>
                  </a:cubicBezTo>
                  <a:cubicBezTo>
                    <a:pt x="10158" y="6622"/>
                    <a:pt x="9612" y="7844"/>
                    <a:pt x="8712" y="8711"/>
                  </a:cubicBezTo>
                  <a:cubicBezTo>
                    <a:pt x="7844" y="9579"/>
                    <a:pt x="6622" y="10126"/>
                    <a:pt x="5272" y="10126"/>
                  </a:cubicBezTo>
                  <a:cubicBezTo>
                    <a:pt x="3954" y="10126"/>
                    <a:pt x="2733" y="9579"/>
                    <a:pt x="1865" y="8711"/>
                  </a:cubicBezTo>
                  <a:cubicBezTo>
                    <a:pt x="965" y="7844"/>
                    <a:pt x="419" y="6622"/>
                    <a:pt x="419" y="5272"/>
                  </a:cubicBezTo>
                  <a:cubicBezTo>
                    <a:pt x="419" y="3922"/>
                    <a:pt x="965" y="2733"/>
                    <a:pt x="1865" y="1832"/>
                  </a:cubicBezTo>
                  <a:cubicBezTo>
                    <a:pt x="2733" y="965"/>
                    <a:pt x="3954" y="418"/>
                    <a:pt x="5272" y="418"/>
                  </a:cubicBezTo>
                  <a:close/>
                  <a:moveTo>
                    <a:pt x="5272" y="0"/>
                  </a:moveTo>
                  <a:cubicBezTo>
                    <a:pt x="2379" y="0"/>
                    <a:pt x="1" y="2347"/>
                    <a:pt x="1" y="5272"/>
                  </a:cubicBezTo>
                  <a:cubicBezTo>
                    <a:pt x="1" y="8197"/>
                    <a:pt x="2379" y="10544"/>
                    <a:pt x="5272" y="10544"/>
                  </a:cubicBezTo>
                  <a:cubicBezTo>
                    <a:pt x="8198" y="10544"/>
                    <a:pt x="10576" y="8197"/>
                    <a:pt x="10576" y="5272"/>
                  </a:cubicBezTo>
                  <a:cubicBezTo>
                    <a:pt x="10576" y="2347"/>
                    <a:pt x="8198" y="0"/>
                    <a:pt x="5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861;p64"/>
            <p:cNvSpPr/>
            <p:nvPr/>
          </p:nvSpPr>
          <p:spPr>
            <a:xfrm>
              <a:off x="5589175" y="2354025"/>
              <a:ext cx="103675" cy="189275"/>
            </a:xfrm>
            <a:custGeom>
              <a:avLst/>
              <a:gdLst/>
              <a:ahLst/>
              <a:cxnLst/>
              <a:rect l="l" t="t" r="r" b="b"/>
              <a:pathLst>
                <a:path w="4147" h="7571" extrusionOk="0">
                  <a:moveTo>
                    <a:pt x="2057" y="0"/>
                  </a:moveTo>
                  <a:cubicBezTo>
                    <a:pt x="1993" y="0"/>
                    <a:pt x="1897" y="33"/>
                    <a:pt x="1832" y="97"/>
                  </a:cubicBezTo>
                  <a:cubicBezTo>
                    <a:pt x="1768" y="129"/>
                    <a:pt x="1736" y="225"/>
                    <a:pt x="1736" y="322"/>
                  </a:cubicBezTo>
                  <a:lnTo>
                    <a:pt x="1736" y="1337"/>
                  </a:lnTo>
                  <a:lnTo>
                    <a:pt x="1736" y="1337"/>
                  </a:lnTo>
                  <a:cubicBezTo>
                    <a:pt x="1278" y="1359"/>
                    <a:pt x="892" y="1479"/>
                    <a:pt x="579" y="1672"/>
                  </a:cubicBezTo>
                  <a:cubicBezTo>
                    <a:pt x="193" y="1929"/>
                    <a:pt x="0" y="2283"/>
                    <a:pt x="0" y="2733"/>
                  </a:cubicBezTo>
                  <a:cubicBezTo>
                    <a:pt x="0" y="2926"/>
                    <a:pt x="0" y="3086"/>
                    <a:pt x="64" y="3247"/>
                  </a:cubicBezTo>
                  <a:cubicBezTo>
                    <a:pt x="97" y="3376"/>
                    <a:pt x="161" y="3504"/>
                    <a:pt x="257" y="3601"/>
                  </a:cubicBezTo>
                  <a:cubicBezTo>
                    <a:pt x="322" y="3697"/>
                    <a:pt x="450" y="3794"/>
                    <a:pt x="611" y="3858"/>
                  </a:cubicBezTo>
                  <a:cubicBezTo>
                    <a:pt x="772" y="3954"/>
                    <a:pt x="900" y="4019"/>
                    <a:pt x="1061" y="4083"/>
                  </a:cubicBezTo>
                  <a:cubicBezTo>
                    <a:pt x="1222" y="4115"/>
                    <a:pt x="1415" y="4179"/>
                    <a:pt x="1672" y="4276"/>
                  </a:cubicBezTo>
                  <a:lnTo>
                    <a:pt x="2315" y="4436"/>
                  </a:lnTo>
                  <a:cubicBezTo>
                    <a:pt x="2507" y="4469"/>
                    <a:pt x="2636" y="4533"/>
                    <a:pt x="2732" y="4629"/>
                  </a:cubicBezTo>
                  <a:cubicBezTo>
                    <a:pt x="2861" y="4694"/>
                    <a:pt x="2893" y="4790"/>
                    <a:pt x="2893" y="4854"/>
                  </a:cubicBezTo>
                  <a:cubicBezTo>
                    <a:pt x="2893" y="4983"/>
                    <a:pt x="2861" y="5047"/>
                    <a:pt x="2797" y="5111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4"/>
                    <a:pt x="2347" y="5304"/>
                    <a:pt x="2218" y="5336"/>
                  </a:cubicBezTo>
                  <a:cubicBezTo>
                    <a:pt x="2122" y="5336"/>
                    <a:pt x="1993" y="5336"/>
                    <a:pt x="1897" y="5304"/>
                  </a:cubicBezTo>
                  <a:cubicBezTo>
                    <a:pt x="1768" y="5304"/>
                    <a:pt x="1607" y="5304"/>
                    <a:pt x="1479" y="5272"/>
                  </a:cubicBezTo>
                  <a:cubicBezTo>
                    <a:pt x="1350" y="5208"/>
                    <a:pt x="1254" y="5176"/>
                    <a:pt x="1190" y="5144"/>
                  </a:cubicBezTo>
                  <a:cubicBezTo>
                    <a:pt x="1093" y="5111"/>
                    <a:pt x="1029" y="5079"/>
                    <a:pt x="932" y="5015"/>
                  </a:cubicBezTo>
                  <a:cubicBezTo>
                    <a:pt x="836" y="4983"/>
                    <a:pt x="772" y="4951"/>
                    <a:pt x="739" y="4919"/>
                  </a:cubicBezTo>
                  <a:cubicBezTo>
                    <a:pt x="611" y="4886"/>
                    <a:pt x="514" y="4854"/>
                    <a:pt x="418" y="4854"/>
                  </a:cubicBezTo>
                  <a:cubicBezTo>
                    <a:pt x="322" y="4854"/>
                    <a:pt x="225" y="4919"/>
                    <a:pt x="161" y="4983"/>
                  </a:cubicBezTo>
                  <a:cubicBezTo>
                    <a:pt x="97" y="5047"/>
                    <a:pt x="64" y="5144"/>
                    <a:pt x="32" y="5208"/>
                  </a:cubicBezTo>
                  <a:cubicBezTo>
                    <a:pt x="0" y="5304"/>
                    <a:pt x="0" y="5401"/>
                    <a:pt x="32" y="5497"/>
                  </a:cubicBezTo>
                  <a:cubicBezTo>
                    <a:pt x="64" y="5594"/>
                    <a:pt x="97" y="5658"/>
                    <a:pt x="193" y="5722"/>
                  </a:cubicBezTo>
                  <a:cubicBezTo>
                    <a:pt x="660" y="6072"/>
                    <a:pt x="1206" y="6264"/>
                    <a:pt x="1832" y="6296"/>
                  </a:cubicBezTo>
                  <a:lnTo>
                    <a:pt x="1832" y="6296"/>
                  </a:lnTo>
                  <a:lnTo>
                    <a:pt x="1832" y="7233"/>
                  </a:lnTo>
                  <a:cubicBezTo>
                    <a:pt x="1832" y="7394"/>
                    <a:pt x="1865" y="7490"/>
                    <a:pt x="1993" y="7522"/>
                  </a:cubicBezTo>
                  <a:cubicBezTo>
                    <a:pt x="2041" y="7554"/>
                    <a:pt x="2098" y="7571"/>
                    <a:pt x="2154" y="7571"/>
                  </a:cubicBezTo>
                  <a:cubicBezTo>
                    <a:pt x="2210" y="7571"/>
                    <a:pt x="2266" y="7554"/>
                    <a:pt x="2315" y="7522"/>
                  </a:cubicBezTo>
                  <a:cubicBezTo>
                    <a:pt x="2443" y="7458"/>
                    <a:pt x="2475" y="7362"/>
                    <a:pt x="2475" y="7233"/>
                  </a:cubicBezTo>
                  <a:lnTo>
                    <a:pt x="2475" y="6308"/>
                  </a:lnTo>
                  <a:lnTo>
                    <a:pt x="2475" y="6308"/>
                  </a:lnTo>
                  <a:cubicBezTo>
                    <a:pt x="2707" y="6295"/>
                    <a:pt x="2919" y="6252"/>
                    <a:pt x="3118" y="6172"/>
                  </a:cubicBezTo>
                  <a:cubicBezTo>
                    <a:pt x="3440" y="6076"/>
                    <a:pt x="3697" y="5883"/>
                    <a:pt x="3890" y="5626"/>
                  </a:cubicBezTo>
                  <a:cubicBezTo>
                    <a:pt x="4083" y="5369"/>
                    <a:pt x="4147" y="5079"/>
                    <a:pt x="4147" y="4726"/>
                  </a:cubicBezTo>
                  <a:cubicBezTo>
                    <a:pt x="4147" y="4501"/>
                    <a:pt x="4115" y="4308"/>
                    <a:pt x="4050" y="4147"/>
                  </a:cubicBezTo>
                  <a:cubicBezTo>
                    <a:pt x="3954" y="3986"/>
                    <a:pt x="3857" y="3858"/>
                    <a:pt x="3697" y="3729"/>
                  </a:cubicBezTo>
                  <a:cubicBezTo>
                    <a:pt x="3568" y="3633"/>
                    <a:pt x="3407" y="3536"/>
                    <a:pt x="3215" y="3472"/>
                  </a:cubicBezTo>
                  <a:cubicBezTo>
                    <a:pt x="3022" y="3408"/>
                    <a:pt x="2797" y="3311"/>
                    <a:pt x="2540" y="3247"/>
                  </a:cubicBezTo>
                  <a:lnTo>
                    <a:pt x="1897" y="3086"/>
                  </a:lnTo>
                  <a:cubicBezTo>
                    <a:pt x="1704" y="3054"/>
                    <a:pt x="1543" y="2990"/>
                    <a:pt x="1479" y="2926"/>
                  </a:cubicBezTo>
                  <a:cubicBezTo>
                    <a:pt x="1382" y="2861"/>
                    <a:pt x="1350" y="2765"/>
                    <a:pt x="1350" y="2668"/>
                  </a:cubicBezTo>
                  <a:cubicBezTo>
                    <a:pt x="1350" y="2572"/>
                    <a:pt x="1382" y="2476"/>
                    <a:pt x="1511" y="2411"/>
                  </a:cubicBezTo>
                  <a:cubicBezTo>
                    <a:pt x="1607" y="2379"/>
                    <a:pt x="1704" y="2347"/>
                    <a:pt x="1832" y="2347"/>
                  </a:cubicBezTo>
                  <a:cubicBezTo>
                    <a:pt x="1913" y="2331"/>
                    <a:pt x="1977" y="2323"/>
                    <a:pt x="2037" y="2323"/>
                  </a:cubicBezTo>
                  <a:cubicBezTo>
                    <a:pt x="2098" y="2323"/>
                    <a:pt x="2154" y="2331"/>
                    <a:pt x="2218" y="2347"/>
                  </a:cubicBezTo>
                  <a:cubicBezTo>
                    <a:pt x="2540" y="2379"/>
                    <a:pt x="2893" y="2443"/>
                    <a:pt x="3182" y="2572"/>
                  </a:cubicBezTo>
                  <a:cubicBezTo>
                    <a:pt x="3311" y="2604"/>
                    <a:pt x="3440" y="2604"/>
                    <a:pt x="3536" y="2604"/>
                  </a:cubicBezTo>
                  <a:cubicBezTo>
                    <a:pt x="3632" y="2572"/>
                    <a:pt x="3697" y="2508"/>
                    <a:pt x="3761" y="2443"/>
                  </a:cubicBezTo>
                  <a:cubicBezTo>
                    <a:pt x="3793" y="2347"/>
                    <a:pt x="3825" y="2283"/>
                    <a:pt x="3857" y="2186"/>
                  </a:cubicBezTo>
                  <a:cubicBezTo>
                    <a:pt x="3857" y="2090"/>
                    <a:pt x="3825" y="1993"/>
                    <a:pt x="3761" y="1897"/>
                  </a:cubicBezTo>
                  <a:cubicBezTo>
                    <a:pt x="3729" y="1801"/>
                    <a:pt x="3632" y="1736"/>
                    <a:pt x="3536" y="1672"/>
                  </a:cubicBezTo>
                  <a:cubicBezTo>
                    <a:pt x="3375" y="1608"/>
                    <a:pt x="3247" y="1543"/>
                    <a:pt x="3150" y="1511"/>
                  </a:cubicBezTo>
                  <a:cubicBezTo>
                    <a:pt x="3086" y="1479"/>
                    <a:pt x="2925" y="1447"/>
                    <a:pt x="2765" y="1415"/>
                  </a:cubicBezTo>
                  <a:cubicBezTo>
                    <a:pt x="2649" y="1392"/>
                    <a:pt x="2516" y="1368"/>
                    <a:pt x="2379" y="1357"/>
                  </a:cubicBezTo>
                  <a:lnTo>
                    <a:pt x="2379" y="1357"/>
                  </a:lnTo>
                  <a:lnTo>
                    <a:pt x="2379" y="322"/>
                  </a:lnTo>
                  <a:cubicBezTo>
                    <a:pt x="2379" y="225"/>
                    <a:pt x="2347" y="161"/>
                    <a:pt x="2282" y="97"/>
                  </a:cubicBezTo>
                  <a:cubicBezTo>
                    <a:pt x="2218" y="33"/>
                    <a:pt x="2154" y="0"/>
                    <a:pt x="2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862;p64"/>
            <p:cNvSpPr/>
            <p:nvPr/>
          </p:nvSpPr>
          <p:spPr>
            <a:xfrm>
              <a:off x="5470225" y="2054275"/>
              <a:ext cx="341575" cy="341550"/>
            </a:xfrm>
            <a:custGeom>
              <a:avLst/>
              <a:gdLst/>
              <a:ahLst/>
              <a:cxnLst/>
              <a:rect l="l" t="t" r="r" b="b"/>
              <a:pathLst>
                <a:path w="13663" h="13662" extrusionOk="0">
                  <a:moveTo>
                    <a:pt x="6815" y="1"/>
                  </a:moveTo>
                  <a:cubicBezTo>
                    <a:pt x="3055" y="1"/>
                    <a:pt x="1" y="3054"/>
                    <a:pt x="1" y="6815"/>
                  </a:cubicBezTo>
                  <a:cubicBezTo>
                    <a:pt x="1" y="10608"/>
                    <a:pt x="3055" y="13662"/>
                    <a:pt x="6815" y="13662"/>
                  </a:cubicBezTo>
                  <a:cubicBezTo>
                    <a:pt x="10608" y="13662"/>
                    <a:pt x="13662" y="10608"/>
                    <a:pt x="13662" y="6815"/>
                  </a:cubicBezTo>
                  <a:cubicBezTo>
                    <a:pt x="13662" y="3054"/>
                    <a:pt x="10608" y="1"/>
                    <a:pt x="68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863;p64"/>
            <p:cNvSpPr/>
            <p:nvPr/>
          </p:nvSpPr>
          <p:spPr>
            <a:xfrm>
              <a:off x="5464600" y="2049450"/>
              <a:ext cx="352025" cy="351200"/>
            </a:xfrm>
            <a:custGeom>
              <a:avLst/>
              <a:gdLst/>
              <a:ahLst/>
              <a:cxnLst/>
              <a:rect l="l" t="t" r="r" b="b"/>
              <a:pathLst>
                <a:path w="14081" h="14048" extrusionOk="0">
                  <a:moveTo>
                    <a:pt x="7040" y="419"/>
                  </a:moveTo>
                  <a:cubicBezTo>
                    <a:pt x="8873" y="419"/>
                    <a:pt x="10544" y="1158"/>
                    <a:pt x="11733" y="2347"/>
                  </a:cubicBezTo>
                  <a:cubicBezTo>
                    <a:pt x="12923" y="3537"/>
                    <a:pt x="13662" y="5208"/>
                    <a:pt x="13662" y="7008"/>
                  </a:cubicBezTo>
                  <a:cubicBezTo>
                    <a:pt x="13662" y="8840"/>
                    <a:pt x="12923" y="10512"/>
                    <a:pt x="11733" y="11701"/>
                  </a:cubicBezTo>
                  <a:cubicBezTo>
                    <a:pt x="10544" y="12891"/>
                    <a:pt x="8873" y="13630"/>
                    <a:pt x="7040" y="13630"/>
                  </a:cubicBezTo>
                  <a:cubicBezTo>
                    <a:pt x="5240" y="13630"/>
                    <a:pt x="3569" y="12891"/>
                    <a:pt x="2379" y="11701"/>
                  </a:cubicBezTo>
                  <a:cubicBezTo>
                    <a:pt x="1190" y="10512"/>
                    <a:pt x="451" y="8840"/>
                    <a:pt x="451" y="7008"/>
                  </a:cubicBezTo>
                  <a:cubicBezTo>
                    <a:pt x="451" y="5208"/>
                    <a:pt x="1190" y="3537"/>
                    <a:pt x="2379" y="2347"/>
                  </a:cubicBezTo>
                  <a:cubicBezTo>
                    <a:pt x="3569" y="1158"/>
                    <a:pt x="5240" y="419"/>
                    <a:pt x="7040" y="419"/>
                  </a:cubicBezTo>
                  <a:close/>
                  <a:moveTo>
                    <a:pt x="7040" y="1"/>
                  </a:moveTo>
                  <a:cubicBezTo>
                    <a:pt x="3183" y="1"/>
                    <a:pt x="1" y="3151"/>
                    <a:pt x="1" y="7008"/>
                  </a:cubicBezTo>
                  <a:cubicBezTo>
                    <a:pt x="1" y="10898"/>
                    <a:pt x="3183" y="14048"/>
                    <a:pt x="7040" y="14048"/>
                  </a:cubicBezTo>
                  <a:cubicBezTo>
                    <a:pt x="10930" y="14048"/>
                    <a:pt x="14080" y="10898"/>
                    <a:pt x="14080" y="7008"/>
                  </a:cubicBezTo>
                  <a:cubicBezTo>
                    <a:pt x="14080" y="3151"/>
                    <a:pt x="10930" y="1"/>
                    <a:pt x="7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864;p64"/>
            <p:cNvSpPr/>
            <p:nvPr/>
          </p:nvSpPr>
          <p:spPr>
            <a:xfrm>
              <a:off x="5514425" y="2098475"/>
              <a:ext cx="253175" cy="253175"/>
            </a:xfrm>
            <a:custGeom>
              <a:avLst/>
              <a:gdLst/>
              <a:ahLst/>
              <a:cxnLst/>
              <a:rect l="l" t="t" r="r" b="b"/>
              <a:pathLst>
                <a:path w="10127" h="10127" extrusionOk="0">
                  <a:moveTo>
                    <a:pt x="5047" y="1"/>
                  </a:moveTo>
                  <a:cubicBezTo>
                    <a:pt x="2251" y="1"/>
                    <a:pt x="1" y="2251"/>
                    <a:pt x="1" y="5047"/>
                  </a:cubicBezTo>
                  <a:cubicBezTo>
                    <a:pt x="1" y="7876"/>
                    <a:pt x="2251" y="10126"/>
                    <a:pt x="5047" y="10126"/>
                  </a:cubicBezTo>
                  <a:cubicBezTo>
                    <a:pt x="7876" y="10126"/>
                    <a:pt x="10126" y="7876"/>
                    <a:pt x="10126" y="5047"/>
                  </a:cubicBezTo>
                  <a:cubicBezTo>
                    <a:pt x="10126" y="2251"/>
                    <a:pt x="7876" y="1"/>
                    <a:pt x="50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865;p64"/>
            <p:cNvSpPr/>
            <p:nvPr/>
          </p:nvSpPr>
          <p:spPr>
            <a:xfrm>
              <a:off x="5508800" y="2092850"/>
              <a:ext cx="264425" cy="264425"/>
            </a:xfrm>
            <a:custGeom>
              <a:avLst/>
              <a:gdLst/>
              <a:ahLst/>
              <a:cxnLst/>
              <a:rect l="l" t="t" r="r" b="b"/>
              <a:pathLst>
                <a:path w="10577" h="10577" extrusionOk="0">
                  <a:moveTo>
                    <a:pt x="5272" y="418"/>
                  </a:moveTo>
                  <a:cubicBezTo>
                    <a:pt x="6622" y="418"/>
                    <a:pt x="7844" y="965"/>
                    <a:pt x="8712" y="1865"/>
                  </a:cubicBezTo>
                  <a:cubicBezTo>
                    <a:pt x="9612" y="2733"/>
                    <a:pt x="10158" y="3954"/>
                    <a:pt x="10158" y="5272"/>
                  </a:cubicBezTo>
                  <a:cubicBezTo>
                    <a:pt x="10158" y="6622"/>
                    <a:pt x="9612" y="7844"/>
                    <a:pt x="8712" y="8712"/>
                  </a:cubicBezTo>
                  <a:cubicBezTo>
                    <a:pt x="7844" y="9612"/>
                    <a:pt x="6622" y="10158"/>
                    <a:pt x="5272" y="10158"/>
                  </a:cubicBezTo>
                  <a:cubicBezTo>
                    <a:pt x="3954" y="10158"/>
                    <a:pt x="2733" y="9612"/>
                    <a:pt x="1865" y="8712"/>
                  </a:cubicBezTo>
                  <a:cubicBezTo>
                    <a:pt x="965" y="7844"/>
                    <a:pt x="419" y="6622"/>
                    <a:pt x="419" y="5272"/>
                  </a:cubicBezTo>
                  <a:cubicBezTo>
                    <a:pt x="419" y="3954"/>
                    <a:pt x="965" y="2733"/>
                    <a:pt x="1865" y="1865"/>
                  </a:cubicBezTo>
                  <a:cubicBezTo>
                    <a:pt x="2733" y="965"/>
                    <a:pt x="3954" y="418"/>
                    <a:pt x="5272" y="418"/>
                  </a:cubicBezTo>
                  <a:close/>
                  <a:moveTo>
                    <a:pt x="5272" y="1"/>
                  </a:moveTo>
                  <a:cubicBezTo>
                    <a:pt x="2379" y="1"/>
                    <a:pt x="1" y="2379"/>
                    <a:pt x="1" y="5272"/>
                  </a:cubicBezTo>
                  <a:cubicBezTo>
                    <a:pt x="1" y="8197"/>
                    <a:pt x="2379" y="10576"/>
                    <a:pt x="5272" y="10576"/>
                  </a:cubicBezTo>
                  <a:cubicBezTo>
                    <a:pt x="8198" y="10576"/>
                    <a:pt x="10576" y="8197"/>
                    <a:pt x="10576" y="5272"/>
                  </a:cubicBezTo>
                  <a:cubicBezTo>
                    <a:pt x="10576" y="2379"/>
                    <a:pt x="8198" y="1"/>
                    <a:pt x="5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866;p64"/>
            <p:cNvSpPr/>
            <p:nvPr/>
          </p:nvSpPr>
          <p:spPr>
            <a:xfrm>
              <a:off x="5589175" y="2127400"/>
              <a:ext cx="103675" cy="189475"/>
            </a:xfrm>
            <a:custGeom>
              <a:avLst/>
              <a:gdLst/>
              <a:ahLst/>
              <a:cxnLst/>
              <a:rect l="l" t="t" r="r" b="b"/>
              <a:pathLst>
                <a:path w="4147" h="7579" extrusionOk="0">
                  <a:moveTo>
                    <a:pt x="2057" y="1"/>
                  </a:moveTo>
                  <a:cubicBezTo>
                    <a:pt x="1993" y="1"/>
                    <a:pt x="1897" y="33"/>
                    <a:pt x="1832" y="97"/>
                  </a:cubicBezTo>
                  <a:cubicBezTo>
                    <a:pt x="1768" y="161"/>
                    <a:pt x="1736" y="226"/>
                    <a:pt x="1736" y="354"/>
                  </a:cubicBezTo>
                  <a:lnTo>
                    <a:pt x="1736" y="1351"/>
                  </a:lnTo>
                  <a:lnTo>
                    <a:pt x="1736" y="1351"/>
                  </a:lnTo>
                  <a:cubicBezTo>
                    <a:pt x="1278" y="1377"/>
                    <a:pt x="892" y="1479"/>
                    <a:pt x="579" y="1672"/>
                  </a:cubicBezTo>
                  <a:cubicBezTo>
                    <a:pt x="193" y="1929"/>
                    <a:pt x="0" y="2283"/>
                    <a:pt x="0" y="2765"/>
                  </a:cubicBezTo>
                  <a:cubicBezTo>
                    <a:pt x="0" y="2958"/>
                    <a:pt x="0" y="3119"/>
                    <a:pt x="64" y="3247"/>
                  </a:cubicBezTo>
                  <a:cubicBezTo>
                    <a:pt x="97" y="3408"/>
                    <a:pt x="161" y="3504"/>
                    <a:pt x="257" y="3601"/>
                  </a:cubicBezTo>
                  <a:cubicBezTo>
                    <a:pt x="322" y="3697"/>
                    <a:pt x="450" y="3794"/>
                    <a:pt x="611" y="3890"/>
                  </a:cubicBezTo>
                  <a:cubicBezTo>
                    <a:pt x="772" y="3954"/>
                    <a:pt x="900" y="4019"/>
                    <a:pt x="1061" y="4083"/>
                  </a:cubicBezTo>
                  <a:cubicBezTo>
                    <a:pt x="1222" y="4147"/>
                    <a:pt x="1415" y="4212"/>
                    <a:pt x="1672" y="4276"/>
                  </a:cubicBezTo>
                  <a:lnTo>
                    <a:pt x="2315" y="4437"/>
                  </a:lnTo>
                  <a:cubicBezTo>
                    <a:pt x="2507" y="4501"/>
                    <a:pt x="2636" y="4565"/>
                    <a:pt x="2732" y="4630"/>
                  </a:cubicBezTo>
                  <a:cubicBezTo>
                    <a:pt x="2861" y="4726"/>
                    <a:pt x="2893" y="4790"/>
                    <a:pt x="2893" y="4887"/>
                  </a:cubicBezTo>
                  <a:cubicBezTo>
                    <a:pt x="2893" y="4983"/>
                    <a:pt x="2861" y="5080"/>
                    <a:pt x="2797" y="5144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5"/>
                    <a:pt x="2347" y="5337"/>
                    <a:pt x="2218" y="5337"/>
                  </a:cubicBezTo>
                  <a:lnTo>
                    <a:pt x="1897" y="5337"/>
                  </a:lnTo>
                  <a:cubicBezTo>
                    <a:pt x="1768" y="5337"/>
                    <a:pt x="1607" y="5305"/>
                    <a:pt x="1479" y="5272"/>
                  </a:cubicBezTo>
                  <a:cubicBezTo>
                    <a:pt x="1350" y="5240"/>
                    <a:pt x="1254" y="5208"/>
                    <a:pt x="1190" y="5176"/>
                  </a:cubicBezTo>
                  <a:cubicBezTo>
                    <a:pt x="1093" y="5144"/>
                    <a:pt x="1029" y="5080"/>
                    <a:pt x="932" y="5047"/>
                  </a:cubicBezTo>
                  <a:cubicBezTo>
                    <a:pt x="836" y="4983"/>
                    <a:pt x="772" y="4951"/>
                    <a:pt x="739" y="4951"/>
                  </a:cubicBezTo>
                  <a:cubicBezTo>
                    <a:pt x="611" y="4887"/>
                    <a:pt x="514" y="4855"/>
                    <a:pt x="418" y="4855"/>
                  </a:cubicBezTo>
                  <a:cubicBezTo>
                    <a:pt x="322" y="4887"/>
                    <a:pt x="225" y="4919"/>
                    <a:pt x="161" y="4983"/>
                  </a:cubicBezTo>
                  <a:cubicBezTo>
                    <a:pt x="97" y="5047"/>
                    <a:pt x="64" y="5144"/>
                    <a:pt x="32" y="5240"/>
                  </a:cubicBezTo>
                  <a:cubicBezTo>
                    <a:pt x="0" y="5305"/>
                    <a:pt x="0" y="5401"/>
                    <a:pt x="32" y="5497"/>
                  </a:cubicBezTo>
                  <a:cubicBezTo>
                    <a:pt x="64" y="5594"/>
                    <a:pt x="97" y="5690"/>
                    <a:pt x="193" y="5755"/>
                  </a:cubicBezTo>
                  <a:cubicBezTo>
                    <a:pt x="660" y="6076"/>
                    <a:pt x="1206" y="6264"/>
                    <a:pt x="1832" y="6320"/>
                  </a:cubicBezTo>
                  <a:lnTo>
                    <a:pt x="1832" y="6320"/>
                  </a:lnTo>
                  <a:lnTo>
                    <a:pt x="1832" y="7233"/>
                  </a:lnTo>
                  <a:cubicBezTo>
                    <a:pt x="1832" y="7394"/>
                    <a:pt x="1865" y="7490"/>
                    <a:pt x="1993" y="7555"/>
                  </a:cubicBezTo>
                  <a:cubicBezTo>
                    <a:pt x="2041" y="7571"/>
                    <a:pt x="2098" y="7579"/>
                    <a:pt x="2154" y="7579"/>
                  </a:cubicBezTo>
                  <a:cubicBezTo>
                    <a:pt x="2210" y="7579"/>
                    <a:pt x="2266" y="7571"/>
                    <a:pt x="2315" y="7555"/>
                  </a:cubicBezTo>
                  <a:cubicBezTo>
                    <a:pt x="2443" y="7490"/>
                    <a:pt x="2475" y="7394"/>
                    <a:pt x="2475" y="7233"/>
                  </a:cubicBezTo>
                  <a:lnTo>
                    <a:pt x="2475" y="6316"/>
                  </a:lnTo>
                  <a:lnTo>
                    <a:pt x="2475" y="6316"/>
                  </a:lnTo>
                  <a:cubicBezTo>
                    <a:pt x="2707" y="6295"/>
                    <a:pt x="2919" y="6252"/>
                    <a:pt x="3118" y="6172"/>
                  </a:cubicBezTo>
                  <a:cubicBezTo>
                    <a:pt x="3440" y="6076"/>
                    <a:pt x="3697" y="5883"/>
                    <a:pt x="3890" y="5658"/>
                  </a:cubicBezTo>
                  <a:cubicBezTo>
                    <a:pt x="4083" y="5401"/>
                    <a:pt x="4147" y="5080"/>
                    <a:pt x="4147" y="4726"/>
                  </a:cubicBezTo>
                  <a:cubicBezTo>
                    <a:pt x="4147" y="4501"/>
                    <a:pt x="4115" y="4308"/>
                    <a:pt x="4050" y="4147"/>
                  </a:cubicBezTo>
                  <a:cubicBezTo>
                    <a:pt x="3954" y="3987"/>
                    <a:pt x="3857" y="3858"/>
                    <a:pt x="3697" y="3762"/>
                  </a:cubicBezTo>
                  <a:cubicBezTo>
                    <a:pt x="3568" y="3633"/>
                    <a:pt x="3407" y="3537"/>
                    <a:pt x="3215" y="3472"/>
                  </a:cubicBezTo>
                  <a:cubicBezTo>
                    <a:pt x="3022" y="3408"/>
                    <a:pt x="2797" y="3344"/>
                    <a:pt x="2540" y="3247"/>
                  </a:cubicBezTo>
                  <a:lnTo>
                    <a:pt x="1897" y="3087"/>
                  </a:lnTo>
                  <a:cubicBezTo>
                    <a:pt x="1704" y="3054"/>
                    <a:pt x="1543" y="2990"/>
                    <a:pt x="1479" y="2926"/>
                  </a:cubicBezTo>
                  <a:cubicBezTo>
                    <a:pt x="1382" y="2862"/>
                    <a:pt x="1350" y="2797"/>
                    <a:pt x="1350" y="2669"/>
                  </a:cubicBezTo>
                  <a:cubicBezTo>
                    <a:pt x="1350" y="2572"/>
                    <a:pt x="1382" y="2508"/>
                    <a:pt x="1511" y="2444"/>
                  </a:cubicBezTo>
                  <a:cubicBezTo>
                    <a:pt x="1607" y="2379"/>
                    <a:pt x="1704" y="2347"/>
                    <a:pt x="1832" y="2347"/>
                  </a:cubicBezTo>
                  <a:lnTo>
                    <a:pt x="2218" y="2347"/>
                  </a:lnTo>
                  <a:cubicBezTo>
                    <a:pt x="2540" y="2379"/>
                    <a:pt x="2893" y="2476"/>
                    <a:pt x="3182" y="2572"/>
                  </a:cubicBezTo>
                  <a:cubicBezTo>
                    <a:pt x="3273" y="2595"/>
                    <a:pt x="3364" y="2618"/>
                    <a:pt x="3444" y="2618"/>
                  </a:cubicBezTo>
                  <a:cubicBezTo>
                    <a:pt x="3477" y="2618"/>
                    <a:pt x="3508" y="2614"/>
                    <a:pt x="3536" y="2604"/>
                  </a:cubicBezTo>
                  <a:cubicBezTo>
                    <a:pt x="3632" y="2572"/>
                    <a:pt x="3697" y="2540"/>
                    <a:pt x="3761" y="2444"/>
                  </a:cubicBezTo>
                  <a:cubicBezTo>
                    <a:pt x="3793" y="2379"/>
                    <a:pt x="3825" y="2283"/>
                    <a:pt x="3857" y="2187"/>
                  </a:cubicBezTo>
                  <a:cubicBezTo>
                    <a:pt x="3857" y="2090"/>
                    <a:pt x="3825" y="1994"/>
                    <a:pt x="3761" y="1897"/>
                  </a:cubicBezTo>
                  <a:cubicBezTo>
                    <a:pt x="3729" y="1801"/>
                    <a:pt x="3632" y="1737"/>
                    <a:pt x="3536" y="1672"/>
                  </a:cubicBezTo>
                  <a:cubicBezTo>
                    <a:pt x="3375" y="1608"/>
                    <a:pt x="3247" y="1576"/>
                    <a:pt x="3150" y="1544"/>
                  </a:cubicBezTo>
                  <a:cubicBezTo>
                    <a:pt x="3086" y="1512"/>
                    <a:pt x="2925" y="1447"/>
                    <a:pt x="2765" y="1415"/>
                  </a:cubicBezTo>
                  <a:cubicBezTo>
                    <a:pt x="2649" y="1392"/>
                    <a:pt x="2516" y="1369"/>
                    <a:pt x="2379" y="1358"/>
                  </a:cubicBezTo>
                  <a:lnTo>
                    <a:pt x="2379" y="1358"/>
                  </a:lnTo>
                  <a:lnTo>
                    <a:pt x="2379" y="354"/>
                  </a:lnTo>
                  <a:cubicBezTo>
                    <a:pt x="2379" y="226"/>
                    <a:pt x="2347" y="161"/>
                    <a:pt x="2282" y="97"/>
                  </a:cubicBezTo>
                  <a:cubicBezTo>
                    <a:pt x="2218" y="33"/>
                    <a:pt x="2154" y="1"/>
                    <a:pt x="20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867;p64"/>
            <p:cNvSpPr/>
            <p:nvPr/>
          </p:nvSpPr>
          <p:spPr>
            <a:xfrm>
              <a:off x="5070850" y="2818525"/>
              <a:ext cx="197700" cy="144500"/>
            </a:xfrm>
            <a:custGeom>
              <a:avLst/>
              <a:gdLst/>
              <a:ahLst/>
              <a:cxnLst/>
              <a:rect l="l" t="t" r="r" b="b"/>
              <a:pathLst>
                <a:path w="7908" h="5780" extrusionOk="0">
                  <a:moveTo>
                    <a:pt x="7467" y="0"/>
                  </a:moveTo>
                  <a:cubicBezTo>
                    <a:pt x="5221" y="0"/>
                    <a:pt x="0" y="3825"/>
                    <a:pt x="0" y="3825"/>
                  </a:cubicBezTo>
                  <a:cubicBezTo>
                    <a:pt x="0" y="3825"/>
                    <a:pt x="579" y="4597"/>
                    <a:pt x="1286" y="5143"/>
                  </a:cubicBezTo>
                  <a:cubicBezTo>
                    <a:pt x="1752" y="5468"/>
                    <a:pt x="2475" y="5780"/>
                    <a:pt x="3187" y="5780"/>
                  </a:cubicBezTo>
                  <a:cubicBezTo>
                    <a:pt x="3603" y="5780"/>
                    <a:pt x="4016" y="5673"/>
                    <a:pt x="4372" y="5400"/>
                  </a:cubicBezTo>
                  <a:cubicBezTo>
                    <a:pt x="5336" y="4693"/>
                    <a:pt x="5818" y="3054"/>
                    <a:pt x="5818" y="3054"/>
                  </a:cubicBezTo>
                  <a:cubicBezTo>
                    <a:pt x="5818" y="3054"/>
                    <a:pt x="6911" y="3054"/>
                    <a:pt x="7200" y="3022"/>
                  </a:cubicBezTo>
                  <a:cubicBezTo>
                    <a:pt x="7490" y="3022"/>
                    <a:pt x="7908" y="64"/>
                    <a:pt x="7908" y="64"/>
                  </a:cubicBezTo>
                  <a:cubicBezTo>
                    <a:pt x="7779" y="21"/>
                    <a:pt x="7630" y="0"/>
                    <a:pt x="74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868;p64"/>
            <p:cNvSpPr/>
            <p:nvPr/>
          </p:nvSpPr>
          <p:spPr>
            <a:xfrm>
              <a:off x="5063600" y="2813700"/>
              <a:ext cx="210575" cy="154300"/>
            </a:xfrm>
            <a:custGeom>
              <a:avLst/>
              <a:gdLst/>
              <a:ahLst/>
              <a:cxnLst/>
              <a:rect l="l" t="t" r="r" b="b"/>
              <a:pathLst>
                <a:path w="8423" h="6172" extrusionOk="0">
                  <a:moveTo>
                    <a:pt x="7748" y="418"/>
                  </a:moveTo>
                  <a:cubicBezTo>
                    <a:pt x="7828" y="418"/>
                    <a:pt x="7901" y="426"/>
                    <a:pt x="7965" y="438"/>
                  </a:cubicBezTo>
                  <a:lnTo>
                    <a:pt x="7965" y="438"/>
                  </a:lnTo>
                  <a:cubicBezTo>
                    <a:pt x="7950" y="513"/>
                    <a:pt x="7931" y="604"/>
                    <a:pt x="7908" y="707"/>
                  </a:cubicBezTo>
                  <a:cubicBezTo>
                    <a:pt x="7844" y="1125"/>
                    <a:pt x="7748" y="1736"/>
                    <a:pt x="7619" y="2250"/>
                  </a:cubicBezTo>
                  <a:cubicBezTo>
                    <a:pt x="7587" y="2507"/>
                    <a:pt x="7523" y="2732"/>
                    <a:pt x="7458" y="2893"/>
                  </a:cubicBezTo>
                  <a:cubicBezTo>
                    <a:pt x="7435" y="2940"/>
                    <a:pt x="7428" y="2988"/>
                    <a:pt x="7414" y="3022"/>
                  </a:cubicBezTo>
                  <a:lnTo>
                    <a:pt x="7414" y="3022"/>
                  </a:lnTo>
                  <a:cubicBezTo>
                    <a:pt x="7042" y="3026"/>
                    <a:pt x="6076" y="3054"/>
                    <a:pt x="6076" y="3054"/>
                  </a:cubicBezTo>
                  <a:lnTo>
                    <a:pt x="5947" y="3054"/>
                  </a:lnTo>
                  <a:lnTo>
                    <a:pt x="5883" y="3215"/>
                  </a:lnTo>
                  <a:lnTo>
                    <a:pt x="5883" y="3279"/>
                  </a:lnTo>
                  <a:cubicBezTo>
                    <a:pt x="5787" y="3568"/>
                    <a:pt x="5305" y="4854"/>
                    <a:pt x="4533" y="5433"/>
                  </a:cubicBezTo>
                  <a:cubicBezTo>
                    <a:pt x="4244" y="5658"/>
                    <a:pt x="3858" y="5754"/>
                    <a:pt x="3472" y="5754"/>
                  </a:cubicBezTo>
                  <a:cubicBezTo>
                    <a:pt x="2829" y="5754"/>
                    <a:pt x="2122" y="5465"/>
                    <a:pt x="1704" y="5143"/>
                  </a:cubicBezTo>
                  <a:cubicBezTo>
                    <a:pt x="1383" y="4886"/>
                    <a:pt x="1062" y="4565"/>
                    <a:pt x="836" y="4307"/>
                  </a:cubicBezTo>
                  <a:cubicBezTo>
                    <a:pt x="727" y="4226"/>
                    <a:pt x="665" y="4121"/>
                    <a:pt x="609" y="4051"/>
                  </a:cubicBezTo>
                  <a:lnTo>
                    <a:pt x="609" y="4051"/>
                  </a:lnTo>
                  <a:cubicBezTo>
                    <a:pt x="620" y="4041"/>
                    <a:pt x="632" y="4030"/>
                    <a:pt x="644" y="4018"/>
                  </a:cubicBezTo>
                  <a:cubicBezTo>
                    <a:pt x="1158" y="3665"/>
                    <a:pt x="2476" y="2765"/>
                    <a:pt x="3890" y="1929"/>
                  </a:cubicBezTo>
                  <a:cubicBezTo>
                    <a:pt x="4597" y="1543"/>
                    <a:pt x="5337" y="1157"/>
                    <a:pt x="6012" y="868"/>
                  </a:cubicBezTo>
                  <a:cubicBezTo>
                    <a:pt x="6687" y="579"/>
                    <a:pt x="7298" y="418"/>
                    <a:pt x="7748" y="418"/>
                  </a:cubicBezTo>
                  <a:close/>
                  <a:moveTo>
                    <a:pt x="7748" y="0"/>
                  </a:moveTo>
                  <a:cubicBezTo>
                    <a:pt x="7137" y="0"/>
                    <a:pt x="6365" y="257"/>
                    <a:pt x="5530" y="611"/>
                  </a:cubicBezTo>
                  <a:cubicBezTo>
                    <a:pt x="3087" y="1704"/>
                    <a:pt x="194" y="3857"/>
                    <a:pt x="161" y="3857"/>
                  </a:cubicBezTo>
                  <a:lnTo>
                    <a:pt x="1" y="3986"/>
                  </a:lnTo>
                  <a:lnTo>
                    <a:pt x="129" y="4147"/>
                  </a:lnTo>
                  <a:cubicBezTo>
                    <a:pt x="129" y="4147"/>
                    <a:pt x="708" y="4918"/>
                    <a:pt x="1447" y="5497"/>
                  </a:cubicBezTo>
                  <a:cubicBezTo>
                    <a:pt x="1962" y="5850"/>
                    <a:pt x="2701" y="6172"/>
                    <a:pt x="3472" y="6172"/>
                  </a:cubicBezTo>
                  <a:cubicBezTo>
                    <a:pt x="3954" y="6172"/>
                    <a:pt x="4405" y="6075"/>
                    <a:pt x="4790" y="5786"/>
                  </a:cubicBezTo>
                  <a:cubicBezTo>
                    <a:pt x="5337" y="5368"/>
                    <a:pt x="5690" y="4758"/>
                    <a:pt x="5947" y="4243"/>
                  </a:cubicBezTo>
                  <a:cubicBezTo>
                    <a:pt x="6089" y="3920"/>
                    <a:pt x="6192" y="3635"/>
                    <a:pt x="6249" y="3468"/>
                  </a:cubicBezTo>
                  <a:lnTo>
                    <a:pt x="6249" y="3468"/>
                  </a:lnTo>
                  <a:cubicBezTo>
                    <a:pt x="6560" y="3459"/>
                    <a:pt x="7290" y="3440"/>
                    <a:pt x="7490" y="3440"/>
                  </a:cubicBezTo>
                  <a:cubicBezTo>
                    <a:pt x="7619" y="3440"/>
                    <a:pt x="7683" y="3375"/>
                    <a:pt x="7715" y="3343"/>
                  </a:cubicBezTo>
                  <a:cubicBezTo>
                    <a:pt x="7780" y="3247"/>
                    <a:pt x="7812" y="3150"/>
                    <a:pt x="7844" y="3054"/>
                  </a:cubicBezTo>
                  <a:cubicBezTo>
                    <a:pt x="8005" y="2668"/>
                    <a:pt x="8133" y="1993"/>
                    <a:pt x="8230" y="1382"/>
                  </a:cubicBezTo>
                  <a:cubicBezTo>
                    <a:pt x="8326" y="804"/>
                    <a:pt x="8423" y="289"/>
                    <a:pt x="8423" y="289"/>
                  </a:cubicBezTo>
                  <a:lnTo>
                    <a:pt x="8423" y="129"/>
                  </a:lnTo>
                  <a:lnTo>
                    <a:pt x="8262" y="64"/>
                  </a:lnTo>
                  <a:cubicBezTo>
                    <a:pt x="8101" y="0"/>
                    <a:pt x="7940" y="0"/>
                    <a:pt x="7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869;p64"/>
            <p:cNvSpPr/>
            <p:nvPr/>
          </p:nvSpPr>
          <p:spPr>
            <a:xfrm>
              <a:off x="5134325" y="3466225"/>
              <a:ext cx="366475" cy="166375"/>
            </a:xfrm>
            <a:custGeom>
              <a:avLst/>
              <a:gdLst/>
              <a:ahLst/>
              <a:cxnLst/>
              <a:rect l="l" t="t" r="r" b="b"/>
              <a:pathLst>
                <a:path w="14659" h="6655" extrusionOk="0">
                  <a:moveTo>
                    <a:pt x="0" y="0"/>
                  </a:moveTo>
                  <a:lnTo>
                    <a:pt x="193" y="5465"/>
                  </a:lnTo>
                  <a:cubicBezTo>
                    <a:pt x="193" y="5465"/>
                    <a:pt x="7991" y="6655"/>
                    <a:pt x="8719" y="6655"/>
                  </a:cubicBezTo>
                  <a:cubicBezTo>
                    <a:pt x="8728" y="6655"/>
                    <a:pt x="8737" y="6655"/>
                    <a:pt x="8744" y="6654"/>
                  </a:cubicBezTo>
                  <a:cubicBezTo>
                    <a:pt x="9322" y="6654"/>
                    <a:pt x="11669" y="5690"/>
                    <a:pt x="12376" y="5529"/>
                  </a:cubicBezTo>
                  <a:cubicBezTo>
                    <a:pt x="13083" y="5369"/>
                    <a:pt x="14658" y="4083"/>
                    <a:pt x="14658" y="4083"/>
                  </a:cubicBezTo>
                  <a:lnTo>
                    <a:pt x="14658" y="4083"/>
                  </a:lnTo>
                  <a:lnTo>
                    <a:pt x="7715" y="4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870;p64"/>
            <p:cNvSpPr/>
            <p:nvPr/>
          </p:nvSpPr>
          <p:spPr>
            <a:xfrm>
              <a:off x="5128700" y="3457375"/>
              <a:ext cx="387375" cy="180850"/>
            </a:xfrm>
            <a:custGeom>
              <a:avLst/>
              <a:gdLst/>
              <a:ahLst/>
              <a:cxnLst/>
              <a:rect l="l" t="t" r="r" b="b"/>
              <a:pathLst>
                <a:path w="15495" h="7234" extrusionOk="0">
                  <a:moveTo>
                    <a:pt x="450" y="708"/>
                  </a:moveTo>
                  <a:lnTo>
                    <a:pt x="7908" y="4726"/>
                  </a:lnTo>
                  <a:lnTo>
                    <a:pt x="14229" y="4668"/>
                  </a:lnTo>
                  <a:lnTo>
                    <a:pt x="14229" y="4668"/>
                  </a:lnTo>
                  <a:cubicBezTo>
                    <a:pt x="14015" y="4823"/>
                    <a:pt x="13766" y="5000"/>
                    <a:pt x="13501" y="5176"/>
                  </a:cubicBezTo>
                  <a:cubicBezTo>
                    <a:pt x="13147" y="5433"/>
                    <a:pt x="12762" y="5626"/>
                    <a:pt x="12569" y="5690"/>
                  </a:cubicBezTo>
                  <a:cubicBezTo>
                    <a:pt x="12183" y="5755"/>
                    <a:pt x="11412" y="6044"/>
                    <a:pt x="10672" y="6301"/>
                  </a:cubicBezTo>
                  <a:cubicBezTo>
                    <a:pt x="10287" y="6430"/>
                    <a:pt x="9933" y="6558"/>
                    <a:pt x="9612" y="6655"/>
                  </a:cubicBezTo>
                  <a:cubicBezTo>
                    <a:pt x="9322" y="6751"/>
                    <a:pt x="9065" y="6816"/>
                    <a:pt x="8969" y="6816"/>
                  </a:cubicBezTo>
                  <a:cubicBezTo>
                    <a:pt x="8937" y="6816"/>
                    <a:pt x="8744" y="6783"/>
                    <a:pt x="8454" y="6751"/>
                  </a:cubicBezTo>
                  <a:cubicBezTo>
                    <a:pt x="7490" y="6655"/>
                    <a:pt x="5497" y="6333"/>
                    <a:pt x="3729" y="6076"/>
                  </a:cubicBezTo>
                  <a:cubicBezTo>
                    <a:pt x="2829" y="5948"/>
                    <a:pt x="2026" y="5851"/>
                    <a:pt x="1415" y="5755"/>
                  </a:cubicBezTo>
                  <a:cubicBezTo>
                    <a:pt x="1055" y="5695"/>
                    <a:pt x="770" y="5647"/>
                    <a:pt x="606" y="5620"/>
                  </a:cubicBezTo>
                  <a:lnTo>
                    <a:pt x="606" y="5620"/>
                  </a:lnTo>
                  <a:lnTo>
                    <a:pt x="450" y="708"/>
                  </a:lnTo>
                  <a:close/>
                  <a:moveTo>
                    <a:pt x="0" y="1"/>
                  </a:moveTo>
                  <a:lnTo>
                    <a:pt x="193" y="5980"/>
                  </a:lnTo>
                  <a:lnTo>
                    <a:pt x="386" y="6012"/>
                  </a:lnTo>
                  <a:cubicBezTo>
                    <a:pt x="386" y="6012"/>
                    <a:pt x="2347" y="6333"/>
                    <a:pt x="4436" y="6623"/>
                  </a:cubicBezTo>
                  <a:cubicBezTo>
                    <a:pt x="5465" y="6783"/>
                    <a:pt x="6494" y="6912"/>
                    <a:pt x="7329" y="7041"/>
                  </a:cubicBezTo>
                  <a:cubicBezTo>
                    <a:pt x="7747" y="7105"/>
                    <a:pt x="8133" y="7137"/>
                    <a:pt x="8390" y="7169"/>
                  </a:cubicBezTo>
                  <a:cubicBezTo>
                    <a:pt x="8679" y="7201"/>
                    <a:pt x="8872" y="7233"/>
                    <a:pt x="8969" y="7233"/>
                  </a:cubicBezTo>
                  <a:lnTo>
                    <a:pt x="9001" y="7233"/>
                  </a:lnTo>
                  <a:cubicBezTo>
                    <a:pt x="9162" y="7233"/>
                    <a:pt x="9419" y="7169"/>
                    <a:pt x="9740" y="7073"/>
                  </a:cubicBezTo>
                  <a:cubicBezTo>
                    <a:pt x="10222" y="6912"/>
                    <a:pt x="10833" y="6687"/>
                    <a:pt x="11380" y="6494"/>
                  </a:cubicBezTo>
                  <a:cubicBezTo>
                    <a:pt x="11926" y="6301"/>
                    <a:pt x="12408" y="6140"/>
                    <a:pt x="12633" y="6108"/>
                  </a:cubicBezTo>
                  <a:cubicBezTo>
                    <a:pt x="12858" y="6044"/>
                    <a:pt x="13115" y="5915"/>
                    <a:pt x="13340" y="5787"/>
                  </a:cubicBezTo>
                  <a:cubicBezTo>
                    <a:pt x="14112" y="5337"/>
                    <a:pt x="15012" y="4598"/>
                    <a:pt x="15012" y="4598"/>
                  </a:cubicBezTo>
                  <a:lnTo>
                    <a:pt x="15494" y="4212"/>
                  </a:lnTo>
                  <a:lnTo>
                    <a:pt x="8004" y="43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871;p64"/>
            <p:cNvSpPr/>
            <p:nvPr/>
          </p:nvSpPr>
          <p:spPr>
            <a:xfrm>
              <a:off x="5301475" y="3568275"/>
              <a:ext cx="199325" cy="64325"/>
            </a:xfrm>
            <a:custGeom>
              <a:avLst/>
              <a:gdLst/>
              <a:ahLst/>
              <a:cxnLst/>
              <a:rect l="l" t="t" r="r" b="b"/>
              <a:pathLst>
                <a:path w="7973" h="2573" extrusionOk="0">
                  <a:moveTo>
                    <a:pt x="7972" y="1"/>
                  </a:moveTo>
                  <a:lnTo>
                    <a:pt x="1029" y="97"/>
                  </a:lnTo>
                  <a:cubicBezTo>
                    <a:pt x="1029" y="97"/>
                    <a:pt x="0" y="451"/>
                    <a:pt x="97" y="1512"/>
                  </a:cubicBezTo>
                  <a:cubicBezTo>
                    <a:pt x="129" y="1865"/>
                    <a:pt x="386" y="2187"/>
                    <a:pt x="708" y="2412"/>
                  </a:cubicBezTo>
                  <a:cubicBezTo>
                    <a:pt x="1415" y="2508"/>
                    <a:pt x="1929" y="2572"/>
                    <a:pt x="2058" y="2572"/>
                  </a:cubicBezTo>
                  <a:cubicBezTo>
                    <a:pt x="2636" y="2572"/>
                    <a:pt x="4983" y="1608"/>
                    <a:pt x="5690" y="1447"/>
                  </a:cubicBezTo>
                  <a:cubicBezTo>
                    <a:pt x="6397" y="1287"/>
                    <a:pt x="7972" y="1"/>
                    <a:pt x="79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872;p64"/>
            <p:cNvSpPr/>
            <p:nvPr/>
          </p:nvSpPr>
          <p:spPr>
            <a:xfrm>
              <a:off x="5298250" y="3562650"/>
              <a:ext cx="217825" cy="75575"/>
            </a:xfrm>
            <a:custGeom>
              <a:avLst/>
              <a:gdLst/>
              <a:ahLst/>
              <a:cxnLst/>
              <a:rect l="l" t="t" r="r" b="b"/>
              <a:pathLst>
                <a:path w="8713" h="3023" extrusionOk="0">
                  <a:moveTo>
                    <a:pt x="7446" y="457"/>
                  </a:moveTo>
                  <a:cubicBezTo>
                    <a:pt x="7233" y="612"/>
                    <a:pt x="6984" y="789"/>
                    <a:pt x="6719" y="965"/>
                  </a:cubicBezTo>
                  <a:cubicBezTo>
                    <a:pt x="6365" y="1222"/>
                    <a:pt x="5980" y="1415"/>
                    <a:pt x="5787" y="1479"/>
                  </a:cubicBezTo>
                  <a:cubicBezTo>
                    <a:pt x="5401" y="1544"/>
                    <a:pt x="4630" y="1833"/>
                    <a:pt x="3890" y="2090"/>
                  </a:cubicBezTo>
                  <a:cubicBezTo>
                    <a:pt x="3505" y="2219"/>
                    <a:pt x="3151" y="2347"/>
                    <a:pt x="2830" y="2444"/>
                  </a:cubicBezTo>
                  <a:cubicBezTo>
                    <a:pt x="2540" y="2540"/>
                    <a:pt x="2283" y="2605"/>
                    <a:pt x="2187" y="2605"/>
                  </a:cubicBezTo>
                  <a:cubicBezTo>
                    <a:pt x="2155" y="2605"/>
                    <a:pt x="1994" y="2572"/>
                    <a:pt x="1737" y="2540"/>
                  </a:cubicBezTo>
                  <a:cubicBezTo>
                    <a:pt x="1525" y="2540"/>
                    <a:pt x="1257" y="2483"/>
                    <a:pt x="932" y="2450"/>
                  </a:cubicBezTo>
                  <a:lnTo>
                    <a:pt x="932" y="2450"/>
                  </a:lnTo>
                  <a:cubicBezTo>
                    <a:pt x="659" y="2231"/>
                    <a:pt x="450" y="1983"/>
                    <a:pt x="419" y="1704"/>
                  </a:cubicBezTo>
                  <a:lnTo>
                    <a:pt x="419" y="1608"/>
                  </a:lnTo>
                  <a:cubicBezTo>
                    <a:pt x="419" y="1190"/>
                    <a:pt x="612" y="933"/>
                    <a:pt x="837" y="772"/>
                  </a:cubicBezTo>
                  <a:cubicBezTo>
                    <a:pt x="933" y="676"/>
                    <a:pt x="1030" y="612"/>
                    <a:pt x="1126" y="579"/>
                  </a:cubicBezTo>
                  <a:lnTo>
                    <a:pt x="1222" y="515"/>
                  </a:lnTo>
                  <a:lnTo>
                    <a:pt x="1222" y="515"/>
                  </a:lnTo>
                  <a:lnTo>
                    <a:pt x="1222" y="515"/>
                  </a:lnTo>
                  <a:lnTo>
                    <a:pt x="7446" y="457"/>
                  </a:lnTo>
                  <a:close/>
                  <a:moveTo>
                    <a:pt x="8712" y="1"/>
                  </a:moveTo>
                  <a:lnTo>
                    <a:pt x="1126" y="97"/>
                  </a:lnTo>
                  <a:lnTo>
                    <a:pt x="1094" y="97"/>
                  </a:lnTo>
                  <a:cubicBezTo>
                    <a:pt x="1094" y="97"/>
                    <a:pt x="805" y="194"/>
                    <a:pt x="547" y="451"/>
                  </a:cubicBezTo>
                  <a:cubicBezTo>
                    <a:pt x="290" y="676"/>
                    <a:pt x="1" y="1062"/>
                    <a:pt x="1" y="1608"/>
                  </a:cubicBezTo>
                  <a:cubicBezTo>
                    <a:pt x="1" y="1640"/>
                    <a:pt x="1" y="1704"/>
                    <a:pt x="1" y="1737"/>
                  </a:cubicBezTo>
                  <a:cubicBezTo>
                    <a:pt x="33" y="2219"/>
                    <a:pt x="354" y="2572"/>
                    <a:pt x="708" y="2830"/>
                  </a:cubicBezTo>
                  <a:lnTo>
                    <a:pt x="772" y="2862"/>
                  </a:lnTo>
                  <a:lnTo>
                    <a:pt x="805" y="2862"/>
                  </a:lnTo>
                  <a:cubicBezTo>
                    <a:pt x="1158" y="2894"/>
                    <a:pt x="1480" y="2958"/>
                    <a:pt x="1705" y="2990"/>
                  </a:cubicBezTo>
                  <a:cubicBezTo>
                    <a:pt x="1930" y="2990"/>
                    <a:pt x="2090" y="3022"/>
                    <a:pt x="2187" y="3022"/>
                  </a:cubicBezTo>
                  <a:lnTo>
                    <a:pt x="2219" y="3022"/>
                  </a:lnTo>
                  <a:cubicBezTo>
                    <a:pt x="2380" y="3022"/>
                    <a:pt x="2637" y="2958"/>
                    <a:pt x="2958" y="2862"/>
                  </a:cubicBezTo>
                  <a:cubicBezTo>
                    <a:pt x="3440" y="2701"/>
                    <a:pt x="4051" y="2476"/>
                    <a:pt x="4598" y="2283"/>
                  </a:cubicBezTo>
                  <a:cubicBezTo>
                    <a:pt x="5144" y="2090"/>
                    <a:pt x="5626" y="1929"/>
                    <a:pt x="5851" y="1897"/>
                  </a:cubicBezTo>
                  <a:cubicBezTo>
                    <a:pt x="6076" y="1833"/>
                    <a:pt x="6333" y="1704"/>
                    <a:pt x="6558" y="1576"/>
                  </a:cubicBezTo>
                  <a:cubicBezTo>
                    <a:pt x="7330" y="1126"/>
                    <a:pt x="8230" y="387"/>
                    <a:pt x="8230" y="387"/>
                  </a:cubicBezTo>
                  <a:lnTo>
                    <a:pt x="87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873;p64"/>
            <p:cNvSpPr/>
            <p:nvPr/>
          </p:nvSpPr>
          <p:spPr>
            <a:xfrm>
              <a:off x="4830550" y="3803825"/>
              <a:ext cx="219425" cy="1071950"/>
            </a:xfrm>
            <a:custGeom>
              <a:avLst/>
              <a:gdLst/>
              <a:ahLst/>
              <a:cxnLst/>
              <a:rect l="l" t="t" r="r" b="b"/>
              <a:pathLst>
                <a:path w="8777" h="42878" extrusionOk="0">
                  <a:moveTo>
                    <a:pt x="3190" y="0"/>
                  </a:moveTo>
                  <a:cubicBezTo>
                    <a:pt x="3112" y="0"/>
                    <a:pt x="3034" y="10"/>
                    <a:pt x="2958" y="29"/>
                  </a:cubicBezTo>
                  <a:cubicBezTo>
                    <a:pt x="1544" y="383"/>
                    <a:pt x="1930" y="2215"/>
                    <a:pt x="1930" y="2215"/>
                  </a:cubicBezTo>
                  <a:cubicBezTo>
                    <a:pt x="1930" y="2215"/>
                    <a:pt x="2476" y="16873"/>
                    <a:pt x="2508" y="19220"/>
                  </a:cubicBezTo>
                  <a:cubicBezTo>
                    <a:pt x="2572" y="21598"/>
                    <a:pt x="1" y="26934"/>
                    <a:pt x="290" y="30727"/>
                  </a:cubicBezTo>
                  <a:cubicBezTo>
                    <a:pt x="579" y="34488"/>
                    <a:pt x="997" y="42878"/>
                    <a:pt x="997" y="42878"/>
                  </a:cubicBezTo>
                  <a:lnTo>
                    <a:pt x="3890" y="42814"/>
                  </a:lnTo>
                  <a:cubicBezTo>
                    <a:pt x="3890" y="42814"/>
                    <a:pt x="4276" y="40660"/>
                    <a:pt x="5080" y="38056"/>
                  </a:cubicBezTo>
                  <a:cubicBezTo>
                    <a:pt x="5883" y="35453"/>
                    <a:pt x="6880" y="31306"/>
                    <a:pt x="7137" y="27770"/>
                  </a:cubicBezTo>
                  <a:cubicBezTo>
                    <a:pt x="7362" y="24202"/>
                    <a:pt x="8776" y="14141"/>
                    <a:pt x="7458" y="8323"/>
                  </a:cubicBezTo>
                  <a:cubicBezTo>
                    <a:pt x="6213" y="2856"/>
                    <a:pt x="4537" y="0"/>
                    <a:pt x="3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874;p64"/>
            <p:cNvSpPr/>
            <p:nvPr/>
          </p:nvSpPr>
          <p:spPr>
            <a:xfrm>
              <a:off x="4832175" y="3798125"/>
              <a:ext cx="204125" cy="1083275"/>
            </a:xfrm>
            <a:custGeom>
              <a:avLst/>
              <a:gdLst/>
              <a:ahLst/>
              <a:cxnLst/>
              <a:rect l="l" t="t" r="r" b="b"/>
              <a:pathLst>
                <a:path w="8165" h="43331" extrusionOk="0">
                  <a:moveTo>
                    <a:pt x="3118" y="418"/>
                  </a:moveTo>
                  <a:cubicBezTo>
                    <a:pt x="3375" y="418"/>
                    <a:pt x="3697" y="579"/>
                    <a:pt x="4050" y="900"/>
                  </a:cubicBezTo>
                  <a:cubicBezTo>
                    <a:pt x="4565" y="1415"/>
                    <a:pt x="5111" y="2315"/>
                    <a:pt x="5658" y="3600"/>
                  </a:cubicBezTo>
                  <a:cubicBezTo>
                    <a:pt x="6204" y="4886"/>
                    <a:pt x="6718" y="6558"/>
                    <a:pt x="7168" y="8615"/>
                  </a:cubicBezTo>
                  <a:cubicBezTo>
                    <a:pt x="7586" y="10383"/>
                    <a:pt x="7715" y="12601"/>
                    <a:pt x="7715" y="14915"/>
                  </a:cubicBezTo>
                  <a:cubicBezTo>
                    <a:pt x="7715" y="19994"/>
                    <a:pt x="7008" y="25491"/>
                    <a:pt x="6847" y="27966"/>
                  </a:cubicBezTo>
                  <a:cubicBezTo>
                    <a:pt x="6622" y="31502"/>
                    <a:pt x="5625" y="35616"/>
                    <a:pt x="4822" y="38220"/>
                  </a:cubicBezTo>
                  <a:cubicBezTo>
                    <a:pt x="4145" y="40412"/>
                    <a:pt x="3765" y="42308"/>
                    <a:pt x="3662" y="42852"/>
                  </a:cubicBezTo>
                  <a:lnTo>
                    <a:pt x="3662" y="42852"/>
                  </a:lnTo>
                  <a:lnTo>
                    <a:pt x="1147" y="42908"/>
                  </a:lnTo>
                  <a:lnTo>
                    <a:pt x="1147" y="42908"/>
                  </a:lnTo>
                  <a:cubicBezTo>
                    <a:pt x="1083" y="41618"/>
                    <a:pt x="713" y="34343"/>
                    <a:pt x="450" y="30923"/>
                  </a:cubicBezTo>
                  <a:cubicBezTo>
                    <a:pt x="418" y="30730"/>
                    <a:pt x="418" y="30505"/>
                    <a:pt x="418" y="30312"/>
                  </a:cubicBezTo>
                  <a:cubicBezTo>
                    <a:pt x="418" y="28512"/>
                    <a:pt x="964" y="26391"/>
                    <a:pt x="1543" y="24462"/>
                  </a:cubicBezTo>
                  <a:cubicBezTo>
                    <a:pt x="2090" y="22501"/>
                    <a:pt x="2668" y="20733"/>
                    <a:pt x="2668" y="19544"/>
                  </a:cubicBezTo>
                  <a:lnTo>
                    <a:pt x="2668" y="19448"/>
                  </a:lnTo>
                  <a:cubicBezTo>
                    <a:pt x="2604" y="17069"/>
                    <a:pt x="2057" y="2411"/>
                    <a:pt x="2057" y="2411"/>
                  </a:cubicBezTo>
                  <a:lnTo>
                    <a:pt x="2057" y="2379"/>
                  </a:lnTo>
                  <a:lnTo>
                    <a:pt x="2057" y="2347"/>
                  </a:lnTo>
                  <a:cubicBezTo>
                    <a:pt x="2057" y="2282"/>
                    <a:pt x="2025" y="2122"/>
                    <a:pt x="2025" y="1929"/>
                  </a:cubicBezTo>
                  <a:cubicBezTo>
                    <a:pt x="2025" y="1640"/>
                    <a:pt x="2057" y="1318"/>
                    <a:pt x="2186" y="1061"/>
                  </a:cubicBezTo>
                  <a:cubicBezTo>
                    <a:pt x="2347" y="772"/>
                    <a:pt x="2540" y="547"/>
                    <a:pt x="2925" y="450"/>
                  </a:cubicBezTo>
                  <a:cubicBezTo>
                    <a:pt x="2990" y="450"/>
                    <a:pt x="3054" y="418"/>
                    <a:pt x="3118" y="418"/>
                  </a:cubicBezTo>
                  <a:close/>
                  <a:moveTo>
                    <a:pt x="3118" y="0"/>
                  </a:moveTo>
                  <a:cubicBezTo>
                    <a:pt x="3022" y="0"/>
                    <a:pt x="2925" y="32"/>
                    <a:pt x="2829" y="32"/>
                  </a:cubicBezTo>
                  <a:cubicBezTo>
                    <a:pt x="2315" y="161"/>
                    <a:pt x="1993" y="514"/>
                    <a:pt x="1800" y="868"/>
                  </a:cubicBezTo>
                  <a:cubicBezTo>
                    <a:pt x="1640" y="1222"/>
                    <a:pt x="1607" y="1607"/>
                    <a:pt x="1607" y="1929"/>
                  </a:cubicBezTo>
                  <a:cubicBezTo>
                    <a:pt x="1607" y="2250"/>
                    <a:pt x="1640" y="2475"/>
                    <a:pt x="1640" y="2475"/>
                  </a:cubicBezTo>
                  <a:lnTo>
                    <a:pt x="1641" y="2475"/>
                  </a:lnTo>
                  <a:lnTo>
                    <a:pt x="1641" y="2475"/>
                  </a:lnTo>
                  <a:cubicBezTo>
                    <a:pt x="1647" y="2647"/>
                    <a:pt x="1679" y="3498"/>
                    <a:pt x="1736" y="4758"/>
                  </a:cubicBezTo>
                  <a:cubicBezTo>
                    <a:pt x="1897" y="9001"/>
                    <a:pt x="2186" y="17680"/>
                    <a:pt x="2250" y="19448"/>
                  </a:cubicBezTo>
                  <a:lnTo>
                    <a:pt x="2250" y="19544"/>
                  </a:lnTo>
                  <a:cubicBezTo>
                    <a:pt x="2250" y="20605"/>
                    <a:pt x="1704" y="22373"/>
                    <a:pt x="1125" y="24334"/>
                  </a:cubicBezTo>
                  <a:cubicBezTo>
                    <a:pt x="547" y="26294"/>
                    <a:pt x="0" y="28416"/>
                    <a:pt x="0" y="30312"/>
                  </a:cubicBezTo>
                  <a:cubicBezTo>
                    <a:pt x="0" y="30537"/>
                    <a:pt x="0" y="30730"/>
                    <a:pt x="0" y="30955"/>
                  </a:cubicBezTo>
                  <a:cubicBezTo>
                    <a:pt x="161" y="32852"/>
                    <a:pt x="354" y="35873"/>
                    <a:pt x="482" y="38445"/>
                  </a:cubicBezTo>
                  <a:cubicBezTo>
                    <a:pt x="547" y="39731"/>
                    <a:pt x="611" y="40920"/>
                    <a:pt x="643" y="41756"/>
                  </a:cubicBezTo>
                  <a:cubicBezTo>
                    <a:pt x="707" y="42592"/>
                    <a:pt x="707" y="43138"/>
                    <a:pt x="707" y="43138"/>
                  </a:cubicBezTo>
                  <a:lnTo>
                    <a:pt x="739" y="43331"/>
                  </a:lnTo>
                  <a:lnTo>
                    <a:pt x="4018" y="43267"/>
                  </a:lnTo>
                  <a:lnTo>
                    <a:pt x="4050" y="43074"/>
                  </a:lnTo>
                  <a:cubicBezTo>
                    <a:pt x="4050" y="43074"/>
                    <a:pt x="4082" y="42945"/>
                    <a:pt x="4115" y="42720"/>
                  </a:cubicBezTo>
                  <a:cubicBezTo>
                    <a:pt x="4275" y="41981"/>
                    <a:pt x="4629" y="40277"/>
                    <a:pt x="5240" y="38349"/>
                  </a:cubicBezTo>
                  <a:cubicBezTo>
                    <a:pt x="6043" y="35713"/>
                    <a:pt x="7040" y="31598"/>
                    <a:pt x="7265" y="27998"/>
                  </a:cubicBezTo>
                  <a:cubicBezTo>
                    <a:pt x="7458" y="25555"/>
                    <a:pt x="8165" y="20026"/>
                    <a:pt x="8165" y="14915"/>
                  </a:cubicBezTo>
                  <a:cubicBezTo>
                    <a:pt x="8165" y="12601"/>
                    <a:pt x="8004" y="10351"/>
                    <a:pt x="7586" y="8518"/>
                  </a:cubicBezTo>
                  <a:cubicBezTo>
                    <a:pt x="6975" y="5754"/>
                    <a:pt x="6236" y="3665"/>
                    <a:pt x="5497" y="2250"/>
                  </a:cubicBezTo>
                  <a:cubicBezTo>
                    <a:pt x="5111" y="1511"/>
                    <a:pt x="4725" y="964"/>
                    <a:pt x="4340" y="611"/>
                  </a:cubicBezTo>
                  <a:cubicBezTo>
                    <a:pt x="3954" y="225"/>
                    <a:pt x="3536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875;p64"/>
            <p:cNvSpPr/>
            <p:nvPr/>
          </p:nvSpPr>
          <p:spPr>
            <a:xfrm>
              <a:off x="4814475" y="3655075"/>
              <a:ext cx="331925" cy="1231150"/>
            </a:xfrm>
            <a:custGeom>
              <a:avLst/>
              <a:gdLst/>
              <a:ahLst/>
              <a:cxnLst/>
              <a:rect l="l" t="t" r="r" b="b"/>
              <a:pathLst>
                <a:path w="13277" h="49246" extrusionOk="0">
                  <a:moveTo>
                    <a:pt x="772" y="0"/>
                  </a:moveTo>
                  <a:cubicBezTo>
                    <a:pt x="772" y="1"/>
                    <a:pt x="1" y="4340"/>
                    <a:pt x="1030" y="6558"/>
                  </a:cubicBezTo>
                  <a:cubicBezTo>
                    <a:pt x="2026" y="8808"/>
                    <a:pt x="3665" y="14690"/>
                    <a:pt x="4630" y="18130"/>
                  </a:cubicBezTo>
                  <a:cubicBezTo>
                    <a:pt x="5562" y="21569"/>
                    <a:pt x="5755" y="25234"/>
                    <a:pt x="4855" y="28384"/>
                  </a:cubicBezTo>
                  <a:cubicBezTo>
                    <a:pt x="3955" y="31534"/>
                    <a:pt x="4565" y="35617"/>
                    <a:pt x="5305" y="38927"/>
                  </a:cubicBezTo>
                  <a:cubicBezTo>
                    <a:pt x="6012" y="42270"/>
                    <a:pt x="7137" y="49246"/>
                    <a:pt x="7137" y="49246"/>
                  </a:cubicBezTo>
                  <a:lnTo>
                    <a:pt x="9837" y="49182"/>
                  </a:lnTo>
                  <a:cubicBezTo>
                    <a:pt x="9837" y="49182"/>
                    <a:pt x="11059" y="35584"/>
                    <a:pt x="11734" y="32338"/>
                  </a:cubicBezTo>
                  <a:cubicBezTo>
                    <a:pt x="12409" y="29059"/>
                    <a:pt x="13052" y="23980"/>
                    <a:pt x="13180" y="19448"/>
                  </a:cubicBezTo>
                  <a:cubicBezTo>
                    <a:pt x="13277" y="14915"/>
                    <a:pt x="12955" y="4565"/>
                    <a:pt x="12955" y="4565"/>
                  </a:cubicBezTo>
                  <a:lnTo>
                    <a:pt x="13084" y="1029"/>
                  </a:lnTo>
                  <a:lnTo>
                    <a:pt x="77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876;p64"/>
            <p:cNvSpPr/>
            <p:nvPr/>
          </p:nvSpPr>
          <p:spPr>
            <a:xfrm>
              <a:off x="4821725" y="3649450"/>
              <a:ext cx="327900" cy="1242400"/>
            </a:xfrm>
            <a:custGeom>
              <a:avLst/>
              <a:gdLst/>
              <a:ahLst/>
              <a:cxnLst/>
              <a:rect l="l" t="t" r="r" b="b"/>
              <a:pathLst>
                <a:path w="13116" h="49696" extrusionOk="0">
                  <a:moveTo>
                    <a:pt x="657" y="436"/>
                  </a:moveTo>
                  <a:lnTo>
                    <a:pt x="12569" y="1447"/>
                  </a:lnTo>
                  <a:lnTo>
                    <a:pt x="12440" y="4790"/>
                  </a:lnTo>
                  <a:lnTo>
                    <a:pt x="12440" y="4822"/>
                  </a:lnTo>
                  <a:cubicBezTo>
                    <a:pt x="12440" y="4822"/>
                    <a:pt x="12472" y="5272"/>
                    <a:pt x="12472" y="6076"/>
                  </a:cubicBezTo>
                  <a:cubicBezTo>
                    <a:pt x="12569" y="8422"/>
                    <a:pt x="12697" y="13630"/>
                    <a:pt x="12697" y="17391"/>
                  </a:cubicBezTo>
                  <a:cubicBezTo>
                    <a:pt x="12697" y="18258"/>
                    <a:pt x="12697" y="19030"/>
                    <a:pt x="12665" y="19673"/>
                  </a:cubicBezTo>
                  <a:cubicBezTo>
                    <a:pt x="12569" y="24205"/>
                    <a:pt x="11926" y="29284"/>
                    <a:pt x="11219" y="32499"/>
                  </a:cubicBezTo>
                  <a:cubicBezTo>
                    <a:pt x="10897" y="34170"/>
                    <a:pt x="10415" y="38349"/>
                    <a:pt x="10029" y="42174"/>
                  </a:cubicBezTo>
                  <a:cubicBezTo>
                    <a:pt x="9697" y="45469"/>
                    <a:pt x="9436" y="48453"/>
                    <a:pt x="9370" y="49218"/>
                  </a:cubicBezTo>
                  <a:lnTo>
                    <a:pt x="9370" y="49218"/>
                  </a:lnTo>
                  <a:lnTo>
                    <a:pt x="7045" y="49273"/>
                  </a:lnTo>
                  <a:lnTo>
                    <a:pt x="7045" y="49273"/>
                  </a:lnTo>
                  <a:cubicBezTo>
                    <a:pt x="6870" y="48199"/>
                    <a:pt x="5880" y="42159"/>
                    <a:pt x="5208" y="39120"/>
                  </a:cubicBezTo>
                  <a:cubicBezTo>
                    <a:pt x="4758" y="36967"/>
                    <a:pt x="4340" y="34524"/>
                    <a:pt x="4340" y="32209"/>
                  </a:cubicBezTo>
                  <a:cubicBezTo>
                    <a:pt x="4340" y="30956"/>
                    <a:pt x="4468" y="29734"/>
                    <a:pt x="4758" y="28673"/>
                  </a:cubicBezTo>
                  <a:cubicBezTo>
                    <a:pt x="5176" y="27227"/>
                    <a:pt x="5368" y="25716"/>
                    <a:pt x="5368" y="24173"/>
                  </a:cubicBezTo>
                  <a:cubicBezTo>
                    <a:pt x="5368" y="22244"/>
                    <a:pt x="5047" y="20219"/>
                    <a:pt x="4533" y="18291"/>
                  </a:cubicBezTo>
                  <a:cubicBezTo>
                    <a:pt x="4050" y="16587"/>
                    <a:pt x="3408" y="14273"/>
                    <a:pt x="2765" y="12055"/>
                  </a:cubicBezTo>
                  <a:cubicBezTo>
                    <a:pt x="2122" y="9869"/>
                    <a:pt x="1447" y="7844"/>
                    <a:pt x="932" y="6719"/>
                  </a:cubicBezTo>
                  <a:cubicBezTo>
                    <a:pt x="547" y="5851"/>
                    <a:pt x="418" y="4661"/>
                    <a:pt x="418" y="3504"/>
                  </a:cubicBezTo>
                  <a:cubicBezTo>
                    <a:pt x="418" y="2668"/>
                    <a:pt x="482" y="1833"/>
                    <a:pt x="547" y="1254"/>
                  </a:cubicBezTo>
                  <a:cubicBezTo>
                    <a:pt x="579" y="933"/>
                    <a:pt x="611" y="708"/>
                    <a:pt x="643" y="515"/>
                  </a:cubicBezTo>
                  <a:cubicBezTo>
                    <a:pt x="649" y="486"/>
                    <a:pt x="654" y="460"/>
                    <a:pt x="657" y="436"/>
                  </a:cubicBezTo>
                  <a:close/>
                  <a:moveTo>
                    <a:pt x="290" y="0"/>
                  </a:moveTo>
                  <a:lnTo>
                    <a:pt x="257" y="193"/>
                  </a:lnTo>
                  <a:cubicBezTo>
                    <a:pt x="257" y="193"/>
                    <a:pt x="0" y="1768"/>
                    <a:pt x="0" y="3504"/>
                  </a:cubicBezTo>
                  <a:cubicBezTo>
                    <a:pt x="0" y="4694"/>
                    <a:pt x="97" y="5947"/>
                    <a:pt x="547" y="6879"/>
                  </a:cubicBezTo>
                  <a:cubicBezTo>
                    <a:pt x="1029" y="7972"/>
                    <a:pt x="1704" y="10029"/>
                    <a:pt x="2347" y="12183"/>
                  </a:cubicBezTo>
                  <a:cubicBezTo>
                    <a:pt x="3022" y="14369"/>
                    <a:pt x="3665" y="16716"/>
                    <a:pt x="4115" y="18419"/>
                  </a:cubicBezTo>
                  <a:cubicBezTo>
                    <a:pt x="4629" y="20316"/>
                    <a:pt x="4918" y="22277"/>
                    <a:pt x="4918" y="24173"/>
                  </a:cubicBezTo>
                  <a:cubicBezTo>
                    <a:pt x="4918" y="25684"/>
                    <a:pt x="4758" y="27163"/>
                    <a:pt x="4340" y="28545"/>
                  </a:cubicBezTo>
                  <a:cubicBezTo>
                    <a:pt x="4018" y="29670"/>
                    <a:pt x="3890" y="30923"/>
                    <a:pt x="3890" y="32209"/>
                  </a:cubicBezTo>
                  <a:cubicBezTo>
                    <a:pt x="3890" y="34556"/>
                    <a:pt x="4340" y="37031"/>
                    <a:pt x="4790" y="39217"/>
                  </a:cubicBezTo>
                  <a:cubicBezTo>
                    <a:pt x="5176" y="40856"/>
                    <a:pt x="5626" y="43428"/>
                    <a:pt x="6011" y="45613"/>
                  </a:cubicBezTo>
                  <a:cubicBezTo>
                    <a:pt x="6172" y="46674"/>
                    <a:pt x="6333" y="47671"/>
                    <a:pt x="6461" y="48378"/>
                  </a:cubicBezTo>
                  <a:cubicBezTo>
                    <a:pt x="6590" y="49085"/>
                    <a:pt x="6654" y="49503"/>
                    <a:pt x="6654" y="49503"/>
                  </a:cubicBezTo>
                  <a:lnTo>
                    <a:pt x="6686" y="49696"/>
                  </a:lnTo>
                  <a:lnTo>
                    <a:pt x="9740" y="49632"/>
                  </a:lnTo>
                  <a:lnTo>
                    <a:pt x="9772" y="49439"/>
                  </a:lnTo>
                  <a:cubicBezTo>
                    <a:pt x="9772" y="49439"/>
                    <a:pt x="9836" y="48571"/>
                    <a:pt x="9965" y="47253"/>
                  </a:cubicBezTo>
                  <a:cubicBezTo>
                    <a:pt x="10158" y="45260"/>
                    <a:pt x="10447" y="42206"/>
                    <a:pt x="10769" y="39345"/>
                  </a:cubicBezTo>
                  <a:cubicBezTo>
                    <a:pt x="11058" y="36484"/>
                    <a:pt x="11412" y="33784"/>
                    <a:pt x="11637" y="32595"/>
                  </a:cubicBezTo>
                  <a:cubicBezTo>
                    <a:pt x="12344" y="29316"/>
                    <a:pt x="12987" y="24237"/>
                    <a:pt x="13083" y="19673"/>
                  </a:cubicBezTo>
                  <a:cubicBezTo>
                    <a:pt x="13115" y="19030"/>
                    <a:pt x="13115" y="18258"/>
                    <a:pt x="13115" y="17391"/>
                  </a:cubicBezTo>
                  <a:cubicBezTo>
                    <a:pt x="13115" y="12518"/>
                    <a:pt x="12872" y="5216"/>
                    <a:pt x="12859" y="4808"/>
                  </a:cubicBezTo>
                  <a:lnTo>
                    <a:pt x="12859" y="4808"/>
                  </a:lnTo>
                  <a:lnTo>
                    <a:pt x="13019" y="1029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877;p64"/>
            <p:cNvSpPr/>
            <p:nvPr/>
          </p:nvSpPr>
          <p:spPr>
            <a:xfrm>
              <a:off x="4835375" y="4872550"/>
              <a:ext cx="217000" cy="65925"/>
            </a:xfrm>
            <a:custGeom>
              <a:avLst/>
              <a:gdLst/>
              <a:ahLst/>
              <a:cxnLst/>
              <a:rect l="l" t="t" r="r" b="b"/>
              <a:pathLst>
                <a:path w="8680" h="2637" extrusionOk="0">
                  <a:moveTo>
                    <a:pt x="804" y="0"/>
                  </a:moveTo>
                  <a:lnTo>
                    <a:pt x="772" y="65"/>
                  </a:lnTo>
                  <a:cubicBezTo>
                    <a:pt x="1" y="965"/>
                    <a:pt x="258" y="2636"/>
                    <a:pt x="258" y="2636"/>
                  </a:cubicBezTo>
                  <a:lnTo>
                    <a:pt x="8680" y="2636"/>
                  </a:lnTo>
                  <a:lnTo>
                    <a:pt x="8680" y="2379"/>
                  </a:lnTo>
                  <a:cubicBezTo>
                    <a:pt x="8680" y="2379"/>
                    <a:pt x="8390" y="2025"/>
                    <a:pt x="8230" y="1929"/>
                  </a:cubicBezTo>
                  <a:cubicBezTo>
                    <a:pt x="8069" y="1833"/>
                    <a:pt x="5594" y="1415"/>
                    <a:pt x="5047" y="997"/>
                  </a:cubicBezTo>
                  <a:cubicBezTo>
                    <a:pt x="4469" y="579"/>
                    <a:pt x="3729" y="0"/>
                    <a:pt x="3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878;p64"/>
            <p:cNvSpPr/>
            <p:nvPr/>
          </p:nvSpPr>
          <p:spPr>
            <a:xfrm>
              <a:off x="4835375" y="4867725"/>
              <a:ext cx="222625" cy="76375"/>
            </a:xfrm>
            <a:custGeom>
              <a:avLst/>
              <a:gdLst/>
              <a:ahLst/>
              <a:cxnLst/>
              <a:rect l="l" t="t" r="r" b="b"/>
              <a:pathLst>
                <a:path w="8905" h="3055" extrusionOk="0">
                  <a:moveTo>
                    <a:pt x="3644" y="418"/>
                  </a:moveTo>
                  <a:cubicBezTo>
                    <a:pt x="3811" y="541"/>
                    <a:pt x="4424" y="993"/>
                    <a:pt x="4919" y="1351"/>
                  </a:cubicBezTo>
                  <a:cubicBezTo>
                    <a:pt x="5112" y="1479"/>
                    <a:pt x="5369" y="1608"/>
                    <a:pt x="5690" y="1704"/>
                  </a:cubicBezTo>
                  <a:cubicBezTo>
                    <a:pt x="6172" y="1833"/>
                    <a:pt x="6751" y="1993"/>
                    <a:pt x="7265" y="2090"/>
                  </a:cubicBezTo>
                  <a:cubicBezTo>
                    <a:pt x="7490" y="2154"/>
                    <a:pt x="7715" y="2186"/>
                    <a:pt x="7876" y="2218"/>
                  </a:cubicBezTo>
                  <a:cubicBezTo>
                    <a:pt x="7940" y="2251"/>
                    <a:pt x="8037" y="2283"/>
                    <a:pt x="8069" y="2283"/>
                  </a:cubicBezTo>
                  <a:lnTo>
                    <a:pt x="8101" y="2283"/>
                  </a:lnTo>
                  <a:cubicBezTo>
                    <a:pt x="8101" y="2283"/>
                    <a:pt x="8101" y="2283"/>
                    <a:pt x="8101" y="2283"/>
                  </a:cubicBezTo>
                  <a:lnTo>
                    <a:pt x="8101" y="2283"/>
                  </a:lnTo>
                  <a:lnTo>
                    <a:pt x="8133" y="2315"/>
                  </a:lnTo>
                  <a:lnTo>
                    <a:pt x="8135" y="2306"/>
                  </a:lnTo>
                  <a:lnTo>
                    <a:pt x="8135" y="2306"/>
                  </a:lnTo>
                  <a:cubicBezTo>
                    <a:pt x="8197" y="2357"/>
                    <a:pt x="8278" y="2459"/>
                    <a:pt x="8358" y="2540"/>
                  </a:cubicBezTo>
                  <a:cubicBezTo>
                    <a:pt x="8382" y="2563"/>
                    <a:pt x="8403" y="2585"/>
                    <a:pt x="8423" y="2604"/>
                  </a:cubicBezTo>
                  <a:lnTo>
                    <a:pt x="440" y="2604"/>
                  </a:lnTo>
                  <a:cubicBezTo>
                    <a:pt x="431" y="2489"/>
                    <a:pt x="419" y="2334"/>
                    <a:pt x="419" y="2154"/>
                  </a:cubicBezTo>
                  <a:cubicBezTo>
                    <a:pt x="419" y="1608"/>
                    <a:pt x="515" y="836"/>
                    <a:pt x="933" y="418"/>
                  </a:cubicBezTo>
                  <a:close/>
                  <a:moveTo>
                    <a:pt x="708" y="0"/>
                  </a:moveTo>
                  <a:lnTo>
                    <a:pt x="611" y="129"/>
                  </a:lnTo>
                  <a:cubicBezTo>
                    <a:pt x="97" y="708"/>
                    <a:pt x="1" y="1543"/>
                    <a:pt x="1" y="2154"/>
                  </a:cubicBezTo>
                  <a:cubicBezTo>
                    <a:pt x="1" y="2572"/>
                    <a:pt x="65" y="2861"/>
                    <a:pt x="65" y="2861"/>
                  </a:cubicBezTo>
                  <a:lnTo>
                    <a:pt x="65" y="3054"/>
                  </a:lnTo>
                  <a:lnTo>
                    <a:pt x="8905" y="3054"/>
                  </a:lnTo>
                  <a:lnTo>
                    <a:pt x="8905" y="2572"/>
                  </a:lnTo>
                  <a:lnTo>
                    <a:pt x="8905" y="2508"/>
                  </a:lnTo>
                  <a:lnTo>
                    <a:pt x="8840" y="2443"/>
                  </a:lnTo>
                  <a:cubicBezTo>
                    <a:pt x="8840" y="2443"/>
                    <a:pt x="8776" y="2347"/>
                    <a:pt x="8680" y="2251"/>
                  </a:cubicBezTo>
                  <a:cubicBezTo>
                    <a:pt x="8583" y="2122"/>
                    <a:pt x="8455" y="2026"/>
                    <a:pt x="8358" y="1929"/>
                  </a:cubicBezTo>
                  <a:lnTo>
                    <a:pt x="8230" y="1897"/>
                  </a:lnTo>
                  <a:cubicBezTo>
                    <a:pt x="8133" y="1865"/>
                    <a:pt x="7908" y="1801"/>
                    <a:pt x="7651" y="1736"/>
                  </a:cubicBezTo>
                  <a:cubicBezTo>
                    <a:pt x="7233" y="1640"/>
                    <a:pt x="6687" y="1543"/>
                    <a:pt x="6205" y="1415"/>
                  </a:cubicBezTo>
                  <a:cubicBezTo>
                    <a:pt x="5980" y="1351"/>
                    <a:pt x="5755" y="1286"/>
                    <a:pt x="5562" y="1190"/>
                  </a:cubicBezTo>
                  <a:cubicBezTo>
                    <a:pt x="5369" y="1126"/>
                    <a:pt x="5240" y="1061"/>
                    <a:pt x="5176" y="1029"/>
                  </a:cubicBezTo>
                  <a:cubicBezTo>
                    <a:pt x="4597" y="611"/>
                    <a:pt x="3858" y="33"/>
                    <a:pt x="3858" y="33"/>
                  </a:cubicBezTo>
                  <a:lnTo>
                    <a:pt x="37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879;p64"/>
            <p:cNvSpPr/>
            <p:nvPr/>
          </p:nvSpPr>
          <p:spPr>
            <a:xfrm>
              <a:off x="4841000" y="4927200"/>
              <a:ext cx="211375" cy="11275"/>
            </a:xfrm>
            <a:custGeom>
              <a:avLst/>
              <a:gdLst/>
              <a:ahLst/>
              <a:cxnLst/>
              <a:rect l="l" t="t" r="r" b="b"/>
              <a:pathLst>
                <a:path w="8455" h="451" extrusionOk="0">
                  <a:moveTo>
                    <a:pt x="1" y="0"/>
                  </a:moveTo>
                  <a:cubicBezTo>
                    <a:pt x="1" y="289"/>
                    <a:pt x="33" y="450"/>
                    <a:pt x="33" y="450"/>
                  </a:cubicBezTo>
                  <a:lnTo>
                    <a:pt x="8455" y="450"/>
                  </a:lnTo>
                  <a:lnTo>
                    <a:pt x="8455" y="193"/>
                  </a:lnTo>
                  <a:cubicBezTo>
                    <a:pt x="8455" y="193"/>
                    <a:pt x="8390" y="97"/>
                    <a:pt x="8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880;p64"/>
            <p:cNvSpPr/>
            <p:nvPr/>
          </p:nvSpPr>
          <p:spPr>
            <a:xfrm>
              <a:off x="4835375" y="4921575"/>
              <a:ext cx="222625" cy="22525"/>
            </a:xfrm>
            <a:custGeom>
              <a:avLst/>
              <a:gdLst/>
              <a:ahLst/>
              <a:cxnLst/>
              <a:rect l="l" t="t" r="r" b="b"/>
              <a:pathLst>
                <a:path w="8905" h="901" extrusionOk="0">
                  <a:moveTo>
                    <a:pt x="1" y="0"/>
                  </a:moveTo>
                  <a:lnTo>
                    <a:pt x="1" y="225"/>
                  </a:lnTo>
                  <a:cubicBezTo>
                    <a:pt x="33" y="514"/>
                    <a:pt x="65" y="707"/>
                    <a:pt x="65" y="707"/>
                  </a:cubicBezTo>
                  <a:lnTo>
                    <a:pt x="65" y="900"/>
                  </a:lnTo>
                  <a:lnTo>
                    <a:pt x="8905" y="900"/>
                  </a:lnTo>
                  <a:lnTo>
                    <a:pt x="8905" y="418"/>
                  </a:lnTo>
                  <a:lnTo>
                    <a:pt x="8905" y="354"/>
                  </a:lnTo>
                  <a:lnTo>
                    <a:pt x="8840" y="289"/>
                  </a:lnTo>
                  <a:cubicBezTo>
                    <a:pt x="8840" y="289"/>
                    <a:pt x="8776" y="193"/>
                    <a:pt x="8680" y="97"/>
                  </a:cubicBezTo>
                  <a:lnTo>
                    <a:pt x="86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881;p64"/>
            <p:cNvSpPr/>
            <p:nvPr/>
          </p:nvSpPr>
          <p:spPr>
            <a:xfrm>
              <a:off x="4983250" y="4884600"/>
              <a:ext cx="230400" cy="70475"/>
            </a:xfrm>
            <a:custGeom>
              <a:avLst/>
              <a:gdLst/>
              <a:ahLst/>
              <a:cxnLst/>
              <a:rect l="l" t="t" r="r" b="b"/>
              <a:pathLst>
                <a:path w="9216" h="2819" extrusionOk="0">
                  <a:moveTo>
                    <a:pt x="3086" y="1"/>
                  </a:moveTo>
                  <a:lnTo>
                    <a:pt x="386" y="65"/>
                  </a:lnTo>
                  <a:cubicBezTo>
                    <a:pt x="386" y="65"/>
                    <a:pt x="0" y="676"/>
                    <a:pt x="0" y="1704"/>
                  </a:cubicBezTo>
                  <a:cubicBezTo>
                    <a:pt x="0" y="2733"/>
                    <a:pt x="322" y="2733"/>
                    <a:pt x="322" y="2733"/>
                  </a:cubicBezTo>
                  <a:cubicBezTo>
                    <a:pt x="322" y="2733"/>
                    <a:pt x="4293" y="2819"/>
                    <a:pt x="6922" y="2819"/>
                  </a:cubicBezTo>
                  <a:cubicBezTo>
                    <a:pt x="8236" y="2819"/>
                    <a:pt x="9215" y="2797"/>
                    <a:pt x="9194" y="2733"/>
                  </a:cubicBezTo>
                  <a:cubicBezTo>
                    <a:pt x="9161" y="2508"/>
                    <a:pt x="8165" y="2058"/>
                    <a:pt x="6847" y="1801"/>
                  </a:cubicBezTo>
                  <a:cubicBezTo>
                    <a:pt x="5497" y="1543"/>
                    <a:pt x="3086" y="1"/>
                    <a:pt x="30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882;p64"/>
            <p:cNvSpPr/>
            <p:nvPr/>
          </p:nvSpPr>
          <p:spPr>
            <a:xfrm>
              <a:off x="4977625" y="4879775"/>
              <a:ext cx="241100" cy="80400"/>
            </a:xfrm>
            <a:custGeom>
              <a:avLst/>
              <a:gdLst/>
              <a:ahLst/>
              <a:cxnLst/>
              <a:rect l="l" t="t" r="r" b="b"/>
              <a:pathLst>
                <a:path w="9644" h="3216" extrusionOk="0">
                  <a:moveTo>
                    <a:pt x="3268" y="420"/>
                  </a:moveTo>
                  <a:cubicBezTo>
                    <a:pt x="3432" y="522"/>
                    <a:pt x="3960" y="845"/>
                    <a:pt x="4597" y="1190"/>
                  </a:cubicBezTo>
                  <a:cubicBezTo>
                    <a:pt x="5368" y="1608"/>
                    <a:pt x="6301" y="2058"/>
                    <a:pt x="7008" y="2186"/>
                  </a:cubicBezTo>
                  <a:cubicBezTo>
                    <a:pt x="7683" y="2315"/>
                    <a:pt x="8229" y="2508"/>
                    <a:pt x="8647" y="2669"/>
                  </a:cubicBezTo>
                  <a:cubicBezTo>
                    <a:pt x="8731" y="2710"/>
                    <a:pt x="8808" y="2746"/>
                    <a:pt x="8877" y="2779"/>
                  </a:cubicBezTo>
                  <a:lnTo>
                    <a:pt x="8877" y="2779"/>
                  </a:lnTo>
                  <a:cubicBezTo>
                    <a:pt x="8470" y="2797"/>
                    <a:pt x="7859" y="2797"/>
                    <a:pt x="7136" y="2797"/>
                  </a:cubicBezTo>
                  <a:cubicBezTo>
                    <a:pt x="5818" y="2797"/>
                    <a:pt x="4179" y="2765"/>
                    <a:pt x="2861" y="2765"/>
                  </a:cubicBezTo>
                  <a:cubicBezTo>
                    <a:pt x="1681" y="2736"/>
                    <a:pt x="759" y="2708"/>
                    <a:pt x="579" y="2702"/>
                  </a:cubicBezTo>
                  <a:lnTo>
                    <a:pt x="579" y="2702"/>
                  </a:lnTo>
                  <a:lnTo>
                    <a:pt x="579" y="2701"/>
                  </a:lnTo>
                  <a:cubicBezTo>
                    <a:pt x="579" y="2701"/>
                    <a:pt x="450" y="2540"/>
                    <a:pt x="450" y="1897"/>
                  </a:cubicBezTo>
                  <a:cubicBezTo>
                    <a:pt x="450" y="1415"/>
                    <a:pt x="547" y="1029"/>
                    <a:pt x="611" y="772"/>
                  </a:cubicBezTo>
                  <a:cubicBezTo>
                    <a:pt x="675" y="644"/>
                    <a:pt x="707" y="547"/>
                    <a:pt x="740" y="483"/>
                  </a:cubicBezTo>
                  <a:lnTo>
                    <a:pt x="741" y="480"/>
                  </a:lnTo>
                  <a:lnTo>
                    <a:pt x="741" y="480"/>
                  </a:lnTo>
                  <a:lnTo>
                    <a:pt x="3268" y="420"/>
                  </a:lnTo>
                  <a:close/>
                  <a:moveTo>
                    <a:pt x="3311" y="1"/>
                  </a:moveTo>
                  <a:lnTo>
                    <a:pt x="515" y="65"/>
                  </a:lnTo>
                  <a:lnTo>
                    <a:pt x="450" y="161"/>
                  </a:lnTo>
                  <a:cubicBezTo>
                    <a:pt x="418" y="161"/>
                    <a:pt x="0" y="804"/>
                    <a:pt x="0" y="1897"/>
                  </a:cubicBezTo>
                  <a:cubicBezTo>
                    <a:pt x="0" y="2411"/>
                    <a:pt x="97" y="2701"/>
                    <a:pt x="193" y="2894"/>
                  </a:cubicBezTo>
                  <a:cubicBezTo>
                    <a:pt x="274" y="3055"/>
                    <a:pt x="422" y="3127"/>
                    <a:pt x="506" y="3127"/>
                  </a:cubicBezTo>
                  <a:cubicBezTo>
                    <a:pt x="522" y="3127"/>
                    <a:pt x="535" y="3124"/>
                    <a:pt x="545" y="3119"/>
                  </a:cubicBezTo>
                  <a:lnTo>
                    <a:pt x="545" y="3119"/>
                  </a:lnTo>
                  <a:cubicBezTo>
                    <a:pt x="919" y="3128"/>
                    <a:pt x="4635" y="3215"/>
                    <a:pt x="7136" y="3215"/>
                  </a:cubicBezTo>
                  <a:lnTo>
                    <a:pt x="8776" y="3215"/>
                  </a:lnTo>
                  <a:cubicBezTo>
                    <a:pt x="9001" y="3183"/>
                    <a:pt x="9161" y="3183"/>
                    <a:pt x="9258" y="3183"/>
                  </a:cubicBezTo>
                  <a:cubicBezTo>
                    <a:pt x="9322" y="3151"/>
                    <a:pt x="9386" y="3151"/>
                    <a:pt x="9419" y="3151"/>
                  </a:cubicBezTo>
                  <a:lnTo>
                    <a:pt x="9515" y="3119"/>
                  </a:lnTo>
                  <a:lnTo>
                    <a:pt x="9579" y="3054"/>
                  </a:lnTo>
                  <a:cubicBezTo>
                    <a:pt x="9611" y="3054"/>
                    <a:pt x="9644" y="2990"/>
                    <a:pt x="9644" y="2926"/>
                  </a:cubicBezTo>
                  <a:lnTo>
                    <a:pt x="9644" y="2894"/>
                  </a:lnTo>
                  <a:lnTo>
                    <a:pt x="9644" y="2862"/>
                  </a:lnTo>
                  <a:cubicBezTo>
                    <a:pt x="9611" y="2765"/>
                    <a:pt x="9547" y="2733"/>
                    <a:pt x="9515" y="2669"/>
                  </a:cubicBezTo>
                  <a:cubicBezTo>
                    <a:pt x="9354" y="2508"/>
                    <a:pt x="9065" y="2379"/>
                    <a:pt x="8647" y="2219"/>
                  </a:cubicBezTo>
                  <a:cubicBezTo>
                    <a:pt x="8229" y="2058"/>
                    <a:pt x="7683" y="1897"/>
                    <a:pt x="7104" y="1769"/>
                  </a:cubicBezTo>
                  <a:cubicBezTo>
                    <a:pt x="6493" y="1672"/>
                    <a:pt x="5561" y="1222"/>
                    <a:pt x="4790" y="804"/>
                  </a:cubicBezTo>
                  <a:cubicBezTo>
                    <a:pt x="4404" y="611"/>
                    <a:pt x="4083" y="419"/>
                    <a:pt x="3825" y="258"/>
                  </a:cubicBezTo>
                  <a:cubicBezTo>
                    <a:pt x="3568" y="129"/>
                    <a:pt x="3440" y="33"/>
                    <a:pt x="3440" y="33"/>
                  </a:cubicBezTo>
                  <a:lnTo>
                    <a:pt x="33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883;p64"/>
            <p:cNvSpPr/>
            <p:nvPr/>
          </p:nvSpPr>
          <p:spPr>
            <a:xfrm>
              <a:off x="4984050" y="4940850"/>
              <a:ext cx="229600" cy="14225"/>
            </a:xfrm>
            <a:custGeom>
              <a:avLst/>
              <a:gdLst/>
              <a:ahLst/>
              <a:cxnLst/>
              <a:rect l="l" t="t" r="r" b="b"/>
              <a:pathLst>
                <a:path w="9184" h="569" extrusionOk="0">
                  <a:moveTo>
                    <a:pt x="0" y="1"/>
                  </a:moveTo>
                  <a:cubicBezTo>
                    <a:pt x="97" y="483"/>
                    <a:pt x="290" y="483"/>
                    <a:pt x="290" y="483"/>
                  </a:cubicBezTo>
                  <a:cubicBezTo>
                    <a:pt x="290" y="483"/>
                    <a:pt x="4261" y="569"/>
                    <a:pt x="6890" y="569"/>
                  </a:cubicBezTo>
                  <a:cubicBezTo>
                    <a:pt x="8204" y="569"/>
                    <a:pt x="9183" y="547"/>
                    <a:pt x="9162" y="483"/>
                  </a:cubicBezTo>
                  <a:cubicBezTo>
                    <a:pt x="9129" y="354"/>
                    <a:pt x="8840" y="193"/>
                    <a:pt x="8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884;p64"/>
            <p:cNvSpPr/>
            <p:nvPr/>
          </p:nvSpPr>
          <p:spPr>
            <a:xfrm>
              <a:off x="4977625" y="4935225"/>
              <a:ext cx="241100" cy="24950"/>
            </a:xfrm>
            <a:custGeom>
              <a:avLst/>
              <a:gdLst/>
              <a:ahLst/>
              <a:cxnLst/>
              <a:rect l="l" t="t" r="r" b="b"/>
              <a:pathLst>
                <a:path w="9644" h="998" extrusionOk="0">
                  <a:moveTo>
                    <a:pt x="8551" y="418"/>
                  </a:moveTo>
                  <a:cubicBezTo>
                    <a:pt x="8676" y="472"/>
                    <a:pt x="8791" y="516"/>
                    <a:pt x="8885" y="560"/>
                  </a:cubicBezTo>
                  <a:lnTo>
                    <a:pt x="8885" y="560"/>
                  </a:lnTo>
                  <a:cubicBezTo>
                    <a:pt x="8478" y="579"/>
                    <a:pt x="7863" y="579"/>
                    <a:pt x="7136" y="579"/>
                  </a:cubicBezTo>
                  <a:cubicBezTo>
                    <a:pt x="5818" y="579"/>
                    <a:pt x="4179" y="547"/>
                    <a:pt x="2861" y="547"/>
                  </a:cubicBezTo>
                  <a:cubicBezTo>
                    <a:pt x="1681" y="518"/>
                    <a:pt x="759" y="490"/>
                    <a:pt x="579" y="484"/>
                  </a:cubicBezTo>
                  <a:lnTo>
                    <a:pt x="579" y="484"/>
                  </a:lnTo>
                  <a:lnTo>
                    <a:pt x="579" y="483"/>
                  </a:lnTo>
                  <a:cubicBezTo>
                    <a:pt x="579" y="483"/>
                    <a:pt x="565" y="461"/>
                    <a:pt x="546" y="418"/>
                  </a:cubicBezTo>
                  <a:close/>
                  <a:moveTo>
                    <a:pt x="0" y="1"/>
                  </a:moveTo>
                  <a:lnTo>
                    <a:pt x="65" y="258"/>
                  </a:lnTo>
                  <a:cubicBezTo>
                    <a:pt x="97" y="515"/>
                    <a:pt x="193" y="676"/>
                    <a:pt x="290" y="772"/>
                  </a:cubicBezTo>
                  <a:cubicBezTo>
                    <a:pt x="354" y="869"/>
                    <a:pt x="482" y="901"/>
                    <a:pt x="515" y="901"/>
                  </a:cubicBezTo>
                  <a:cubicBezTo>
                    <a:pt x="515" y="901"/>
                    <a:pt x="4501" y="997"/>
                    <a:pt x="7136" y="997"/>
                  </a:cubicBezTo>
                  <a:lnTo>
                    <a:pt x="8776" y="997"/>
                  </a:lnTo>
                  <a:cubicBezTo>
                    <a:pt x="9001" y="965"/>
                    <a:pt x="9161" y="965"/>
                    <a:pt x="9258" y="965"/>
                  </a:cubicBezTo>
                  <a:cubicBezTo>
                    <a:pt x="9322" y="933"/>
                    <a:pt x="9386" y="933"/>
                    <a:pt x="9419" y="933"/>
                  </a:cubicBezTo>
                  <a:lnTo>
                    <a:pt x="9515" y="901"/>
                  </a:lnTo>
                  <a:lnTo>
                    <a:pt x="9579" y="836"/>
                  </a:lnTo>
                  <a:cubicBezTo>
                    <a:pt x="9611" y="836"/>
                    <a:pt x="9644" y="772"/>
                    <a:pt x="9644" y="708"/>
                  </a:cubicBezTo>
                  <a:lnTo>
                    <a:pt x="9644" y="676"/>
                  </a:lnTo>
                  <a:lnTo>
                    <a:pt x="9644" y="644"/>
                  </a:lnTo>
                  <a:cubicBezTo>
                    <a:pt x="9611" y="547"/>
                    <a:pt x="9547" y="483"/>
                    <a:pt x="9483" y="451"/>
                  </a:cubicBezTo>
                  <a:cubicBezTo>
                    <a:pt x="9322" y="290"/>
                    <a:pt x="9065" y="161"/>
                    <a:pt x="8711" y="33"/>
                  </a:cubicBezTo>
                  <a:lnTo>
                    <a:pt x="8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885;p64"/>
            <p:cNvSpPr/>
            <p:nvPr/>
          </p:nvSpPr>
          <p:spPr>
            <a:xfrm>
              <a:off x="4779925" y="2559250"/>
              <a:ext cx="598725" cy="1158975"/>
            </a:xfrm>
            <a:custGeom>
              <a:avLst/>
              <a:gdLst/>
              <a:ahLst/>
              <a:cxnLst/>
              <a:rect l="l" t="t" r="r" b="b"/>
              <a:pathLst>
                <a:path w="23949" h="46359" extrusionOk="0">
                  <a:moveTo>
                    <a:pt x="12715" y="0"/>
                  </a:moveTo>
                  <a:cubicBezTo>
                    <a:pt x="12193" y="0"/>
                    <a:pt x="11622" y="44"/>
                    <a:pt x="10994" y="149"/>
                  </a:cubicBezTo>
                  <a:cubicBezTo>
                    <a:pt x="8069" y="631"/>
                    <a:pt x="6044" y="4039"/>
                    <a:pt x="5594" y="7607"/>
                  </a:cubicBezTo>
                  <a:cubicBezTo>
                    <a:pt x="5144" y="11175"/>
                    <a:pt x="5562" y="15128"/>
                    <a:pt x="5562" y="15128"/>
                  </a:cubicBezTo>
                  <a:cubicBezTo>
                    <a:pt x="5626" y="15675"/>
                    <a:pt x="4437" y="17025"/>
                    <a:pt x="4115" y="17411"/>
                  </a:cubicBezTo>
                  <a:cubicBezTo>
                    <a:pt x="3440" y="18311"/>
                    <a:pt x="2604" y="19018"/>
                    <a:pt x="1994" y="19982"/>
                  </a:cubicBezTo>
                  <a:cubicBezTo>
                    <a:pt x="740" y="21911"/>
                    <a:pt x="1" y="24354"/>
                    <a:pt x="258" y="26668"/>
                  </a:cubicBezTo>
                  <a:cubicBezTo>
                    <a:pt x="515" y="29079"/>
                    <a:pt x="1704" y="39815"/>
                    <a:pt x="1737" y="40780"/>
                  </a:cubicBezTo>
                  <a:cubicBezTo>
                    <a:pt x="1737" y="41712"/>
                    <a:pt x="1062" y="43191"/>
                    <a:pt x="1190" y="44348"/>
                  </a:cubicBezTo>
                  <a:cubicBezTo>
                    <a:pt x="1319" y="45473"/>
                    <a:pt x="1704" y="44958"/>
                    <a:pt x="4147" y="45312"/>
                  </a:cubicBezTo>
                  <a:cubicBezTo>
                    <a:pt x="6129" y="45629"/>
                    <a:pt x="11150" y="46359"/>
                    <a:pt x="13340" y="46359"/>
                  </a:cubicBezTo>
                  <a:cubicBezTo>
                    <a:pt x="13815" y="46359"/>
                    <a:pt x="14156" y="46324"/>
                    <a:pt x="14305" y="46244"/>
                  </a:cubicBezTo>
                  <a:cubicBezTo>
                    <a:pt x="15141" y="45794"/>
                    <a:pt x="15752" y="44541"/>
                    <a:pt x="15719" y="43898"/>
                  </a:cubicBezTo>
                  <a:cubicBezTo>
                    <a:pt x="15719" y="43287"/>
                    <a:pt x="15623" y="38690"/>
                    <a:pt x="15141" y="36279"/>
                  </a:cubicBezTo>
                  <a:cubicBezTo>
                    <a:pt x="14659" y="33869"/>
                    <a:pt x="15076" y="28951"/>
                    <a:pt x="14916" y="26443"/>
                  </a:cubicBezTo>
                  <a:cubicBezTo>
                    <a:pt x="14755" y="23936"/>
                    <a:pt x="13823" y="19886"/>
                    <a:pt x="12955" y="18536"/>
                  </a:cubicBezTo>
                  <a:cubicBezTo>
                    <a:pt x="12087" y="17186"/>
                    <a:pt x="11123" y="16157"/>
                    <a:pt x="11444" y="15643"/>
                  </a:cubicBezTo>
                  <a:cubicBezTo>
                    <a:pt x="11733" y="15096"/>
                    <a:pt x="15462" y="12814"/>
                    <a:pt x="17327" y="12043"/>
                  </a:cubicBezTo>
                  <a:cubicBezTo>
                    <a:pt x="19191" y="11271"/>
                    <a:pt x="23948" y="9278"/>
                    <a:pt x="23209" y="8571"/>
                  </a:cubicBezTo>
                  <a:cubicBezTo>
                    <a:pt x="22470" y="7864"/>
                    <a:pt x="19641" y="3621"/>
                    <a:pt x="19641" y="3621"/>
                  </a:cubicBezTo>
                  <a:cubicBezTo>
                    <a:pt x="19641" y="3621"/>
                    <a:pt x="17905" y="1467"/>
                    <a:pt x="16748" y="953"/>
                  </a:cubicBezTo>
                  <a:cubicBezTo>
                    <a:pt x="15842" y="575"/>
                    <a:pt x="14600" y="0"/>
                    <a:pt x="12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886;p64"/>
            <p:cNvSpPr/>
            <p:nvPr/>
          </p:nvSpPr>
          <p:spPr>
            <a:xfrm>
              <a:off x="4779925" y="2554125"/>
              <a:ext cx="587475" cy="1169275"/>
            </a:xfrm>
            <a:custGeom>
              <a:avLst/>
              <a:gdLst/>
              <a:ahLst/>
              <a:cxnLst/>
              <a:rect l="l" t="t" r="r" b="b"/>
              <a:pathLst>
                <a:path w="23499" h="46771" extrusionOk="0">
                  <a:moveTo>
                    <a:pt x="12730" y="418"/>
                  </a:moveTo>
                  <a:cubicBezTo>
                    <a:pt x="14562" y="418"/>
                    <a:pt x="15752" y="965"/>
                    <a:pt x="16684" y="1351"/>
                  </a:cubicBezTo>
                  <a:cubicBezTo>
                    <a:pt x="17198" y="1576"/>
                    <a:pt x="17905" y="2218"/>
                    <a:pt x="18484" y="2829"/>
                  </a:cubicBezTo>
                  <a:cubicBezTo>
                    <a:pt x="18773" y="3118"/>
                    <a:pt x="19030" y="3408"/>
                    <a:pt x="19191" y="3633"/>
                  </a:cubicBezTo>
                  <a:cubicBezTo>
                    <a:pt x="19384" y="3826"/>
                    <a:pt x="19480" y="3954"/>
                    <a:pt x="19480" y="3954"/>
                  </a:cubicBezTo>
                  <a:cubicBezTo>
                    <a:pt x="19480" y="3954"/>
                    <a:pt x="20155" y="5015"/>
                    <a:pt x="20959" y="6140"/>
                  </a:cubicBezTo>
                  <a:cubicBezTo>
                    <a:pt x="21377" y="6719"/>
                    <a:pt x="21795" y="7329"/>
                    <a:pt x="22180" y="7812"/>
                  </a:cubicBezTo>
                  <a:cubicBezTo>
                    <a:pt x="22534" y="8326"/>
                    <a:pt x="22855" y="8712"/>
                    <a:pt x="23048" y="8937"/>
                  </a:cubicBezTo>
                  <a:lnTo>
                    <a:pt x="23080" y="8937"/>
                  </a:lnTo>
                  <a:cubicBezTo>
                    <a:pt x="23080" y="8937"/>
                    <a:pt x="23048" y="9033"/>
                    <a:pt x="22952" y="9162"/>
                  </a:cubicBezTo>
                  <a:cubicBezTo>
                    <a:pt x="22759" y="9355"/>
                    <a:pt x="22405" y="9612"/>
                    <a:pt x="21955" y="9869"/>
                  </a:cubicBezTo>
                  <a:cubicBezTo>
                    <a:pt x="20573" y="10672"/>
                    <a:pt x="18387" y="11572"/>
                    <a:pt x="17230" y="12055"/>
                  </a:cubicBezTo>
                  <a:cubicBezTo>
                    <a:pt x="16298" y="12440"/>
                    <a:pt x="14884" y="13212"/>
                    <a:pt x="13662" y="13951"/>
                  </a:cubicBezTo>
                  <a:cubicBezTo>
                    <a:pt x="13084" y="14337"/>
                    <a:pt x="12505" y="14690"/>
                    <a:pt x="12087" y="14980"/>
                  </a:cubicBezTo>
                  <a:cubicBezTo>
                    <a:pt x="11894" y="15141"/>
                    <a:pt x="11701" y="15269"/>
                    <a:pt x="11541" y="15398"/>
                  </a:cubicBezTo>
                  <a:cubicBezTo>
                    <a:pt x="11412" y="15526"/>
                    <a:pt x="11316" y="15623"/>
                    <a:pt x="11251" y="15719"/>
                  </a:cubicBezTo>
                  <a:cubicBezTo>
                    <a:pt x="11187" y="15848"/>
                    <a:pt x="11155" y="15944"/>
                    <a:pt x="11155" y="16073"/>
                  </a:cubicBezTo>
                  <a:cubicBezTo>
                    <a:pt x="11155" y="16266"/>
                    <a:pt x="11219" y="16458"/>
                    <a:pt x="11316" y="16651"/>
                  </a:cubicBezTo>
                  <a:cubicBezTo>
                    <a:pt x="11605" y="17262"/>
                    <a:pt x="12216" y="17969"/>
                    <a:pt x="12794" y="18837"/>
                  </a:cubicBezTo>
                  <a:cubicBezTo>
                    <a:pt x="13180" y="19480"/>
                    <a:pt x="13630" y="20830"/>
                    <a:pt x="13984" y="22309"/>
                  </a:cubicBezTo>
                  <a:cubicBezTo>
                    <a:pt x="14369" y="23787"/>
                    <a:pt x="14626" y="25427"/>
                    <a:pt x="14691" y="26648"/>
                  </a:cubicBezTo>
                  <a:cubicBezTo>
                    <a:pt x="14723" y="27098"/>
                    <a:pt x="14755" y="27645"/>
                    <a:pt x="14755" y="28223"/>
                  </a:cubicBezTo>
                  <a:cubicBezTo>
                    <a:pt x="14755" y="29573"/>
                    <a:pt x="14691" y="31213"/>
                    <a:pt x="14691" y="32756"/>
                  </a:cubicBezTo>
                  <a:cubicBezTo>
                    <a:pt x="14691" y="34202"/>
                    <a:pt x="14723" y="35552"/>
                    <a:pt x="14916" y="36517"/>
                  </a:cubicBezTo>
                  <a:cubicBezTo>
                    <a:pt x="15398" y="38895"/>
                    <a:pt x="15494" y="43492"/>
                    <a:pt x="15527" y="44135"/>
                  </a:cubicBezTo>
                  <a:cubicBezTo>
                    <a:pt x="15527" y="44392"/>
                    <a:pt x="15366" y="44842"/>
                    <a:pt x="15141" y="45260"/>
                  </a:cubicBezTo>
                  <a:cubicBezTo>
                    <a:pt x="14916" y="45678"/>
                    <a:pt x="14562" y="46064"/>
                    <a:pt x="14209" y="46256"/>
                  </a:cubicBezTo>
                  <a:cubicBezTo>
                    <a:pt x="14176" y="46289"/>
                    <a:pt x="14080" y="46321"/>
                    <a:pt x="13951" y="46321"/>
                  </a:cubicBezTo>
                  <a:cubicBezTo>
                    <a:pt x="13791" y="46353"/>
                    <a:pt x="13598" y="46353"/>
                    <a:pt x="13373" y="46353"/>
                  </a:cubicBezTo>
                  <a:cubicBezTo>
                    <a:pt x="11251" y="46353"/>
                    <a:pt x="6140" y="45614"/>
                    <a:pt x="4180" y="45324"/>
                  </a:cubicBezTo>
                  <a:cubicBezTo>
                    <a:pt x="2958" y="45131"/>
                    <a:pt x="2219" y="45163"/>
                    <a:pt x="1833" y="45131"/>
                  </a:cubicBezTo>
                  <a:cubicBezTo>
                    <a:pt x="1737" y="45099"/>
                    <a:pt x="1672" y="45099"/>
                    <a:pt x="1608" y="45067"/>
                  </a:cubicBezTo>
                  <a:cubicBezTo>
                    <a:pt x="1544" y="45035"/>
                    <a:pt x="1544" y="45003"/>
                    <a:pt x="1479" y="44938"/>
                  </a:cubicBezTo>
                  <a:cubicBezTo>
                    <a:pt x="1447" y="44874"/>
                    <a:pt x="1415" y="44713"/>
                    <a:pt x="1383" y="44521"/>
                  </a:cubicBezTo>
                  <a:cubicBezTo>
                    <a:pt x="1383" y="44424"/>
                    <a:pt x="1383" y="44328"/>
                    <a:pt x="1383" y="44231"/>
                  </a:cubicBezTo>
                  <a:cubicBezTo>
                    <a:pt x="1383" y="43749"/>
                    <a:pt x="1512" y="43171"/>
                    <a:pt x="1640" y="42592"/>
                  </a:cubicBezTo>
                  <a:cubicBezTo>
                    <a:pt x="1801" y="42045"/>
                    <a:pt x="1929" y="41499"/>
                    <a:pt x="1929" y="41017"/>
                  </a:cubicBezTo>
                  <a:lnTo>
                    <a:pt x="1929" y="40985"/>
                  </a:lnTo>
                  <a:lnTo>
                    <a:pt x="1929" y="40953"/>
                  </a:lnTo>
                  <a:cubicBezTo>
                    <a:pt x="1929" y="40695"/>
                    <a:pt x="1865" y="39860"/>
                    <a:pt x="1737" y="38702"/>
                  </a:cubicBezTo>
                  <a:cubicBezTo>
                    <a:pt x="1383" y="35167"/>
                    <a:pt x="676" y="28641"/>
                    <a:pt x="483" y="26841"/>
                  </a:cubicBezTo>
                  <a:cubicBezTo>
                    <a:pt x="451" y="26552"/>
                    <a:pt x="419" y="26230"/>
                    <a:pt x="419" y="25941"/>
                  </a:cubicBezTo>
                  <a:cubicBezTo>
                    <a:pt x="419" y="23948"/>
                    <a:pt x="1094" y="21955"/>
                    <a:pt x="2154" y="20284"/>
                  </a:cubicBezTo>
                  <a:cubicBezTo>
                    <a:pt x="2765" y="19384"/>
                    <a:pt x="3601" y="18676"/>
                    <a:pt x="4276" y="17744"/>
                  </a:cubicBezTo>
                  <a:cubicBezTo>
                    <a:pt x="4437" y="17551"/>
                    <a:pt x="4790" y="17133"/>
                    <a:pt x="5112" y="16683"/>
                  </a:cubicBezTo>
                  <a:cubicBezTo>
                    <a:pt x="5272" y="16458"/>
                    <a:pt x="5433" y="16233"/>
                    <a:pt x="5562" y="16008"/>
                  </a:cubicBezTo>
                  <a:cubicBezTo>
                    <a:pt x="5690" y="15783"/>
                    <a:pt x="5755" y="15591"/>
                    <a:pt x="5755" y="15366"/>
                  </a:cubicBezTo>
                  <a:lnTo>
                    <a:pt x="5755" y="15333"/>
                  </a:lnTo>
                  <a:cubicBezTo>
                    <a:pt x="5755" y="15333"/>
                    <a:pt x="5755" y="15205"/>
                    <a:pt x="5755" y="15044"/>
                  </a:cubicBezTo>
                  <a:cubicBezTo>
                    <a:pt x="5690" y="14465"/>
                    <a:pt x="5594" y="13148"/>
                    <a:pt x="5594" y="11572"/>
                  </a:cubicBezTo>
                  <a:cubicBezTo>
                    <a:pt x="5594" y="10383"/>
                    <a:pt x="5658" y="9097"/>
                    <a:pt x="5819" y="7844"/>
                  </a:cubicBezTo>
                  <a:cubicBezTo>
                    <a:pt x="6012" y="6076"/>
                    <a:pt x="6623" y="4372"/>
                    <a:pt x="7523" y="3054"/>
                  </a:cubicBezTo>
                  <a:cubicBezTo>
                    <a:pt x="8455" y="1704"/>
                    <a:pt x="9644" y="804"/>
                    <a:pt x="11026" y="547"/>
                  </a:cubicBezTo>
                  <a:cubicBezTo>
                    <a:pt x="11637" y="450"/>
                    <a:pt x="12216" y="418"/>
                    <a:pt x="12730" y="418"/>
                  </a:cubicBezTo>
                  <a:close/>
                  <a:moveTo>
                    <a:pt x="12730" y="0"/>
                  </a:moveTo>
                  <a:cubicBezTo>
                    <a:pt x="12183" y="0"/>
                    <a:pt x="11605" y="33"/>
                    <a:pt x="10930" y="129"/>
                  </a:cubicBezTo>
                  <a:cubicBezTo>
                    <a:pt x="9419" y="386"/>
                    <a:pt x="8133" y="1415"/>
                    <a:pt x="7169" y="2797"/>
                  </a:cubicBezTo>
                  <a:cubicBezTo>
                    <a:pt x="6237" y="4179"/>
                    <a:pt x="5626" y="5947"/>
                    <a:pt x="5401" y="7779"/>
                  </a:cubicBezTo>
                  <a:cubicBezTo>
                    <a:pt x="5240" y="9065"/>
                    <a:pt x="5176" y="10383"/>
                    <a:pt x="5176" y="11572"/>
                  </a:cubicBezTo>
                  <a:cubicBezTo>
                    <a:pt x="5176" y="13694"/>
                    <a:pt x="5337" y="15366"/>
                    <a:pt x="5337" y="15366"/>
                  </a:cubicBezTo>
                  <a:cubicBezTo>
                    <a:pt x="5337" y="15462"/>
                    <a:pt x="5305" y="15623"/>
                    <a:pt x="5176" y="15816"/>
                  </a:cubicBezTo>
                  <a:cubicBezTo>
                    <a:pt x="5047" y="16105"/>
                    <a:pt x="4790" y="16458"/>
                    <a:pt x="4533" y="16748"/>
                  </a:cubicBezTo>
                  <a:cubicBezTo>
                    <a:pt x="4308" y="17069"/>
                    <a:pt x="4083" y="17326"/>
                    <a:pt x="3955" y="17487"/>
                  </a:cubicBezTo>
                  <a:cubicBezTo>
                    <a:pt x="3312" y="18355"/>
                    <a:pt x="2444" y="19062"/>
                    <a:pt x="1801" y="20059"/>
                  </a:cubicBezTo>
                  <a:cubicBezTo>
                    <a:pt x="708" y="21762"/>
                    <a:pt x="1" y="23852"/>
                    <a:pt x="1" y="25941"/>
                  </a:cubicBezTo>
                  <a:cubicBezTo>
                    <a:pt x="1" y="26263"/>
                    <a:pt x="33" y="26584"/>
                    <a:pt x="65" y="26905"/>
                  </a:cubicBezTo>
                  <a:cubicBezTo>
                    <a:pt x="194" y="28095"/>
                    <a:pt x="547" y="31373"/>
                    <a:pt x="869" y="34492"/>
                  </a:cubicBezTo>
                  <a:cubicBezTo>
                    <a:pt x="1029" y="36034"/>
                    <a:pt x="1190" y="37545"/>
                    <a:pt x="1319" y="38735"/>
                  </a:cubicBezTo>
                  <a:cubicBezTo>
                    <a:pt x="1447" y="39892"/>
                    <a:pt x="1512" y="40760"/>
                    <a:pt x="1512" y="40985"/>
                  </a:cubicBezTo>
                  <a:lnTo>
                    <a:pt x="1512" y="41017"/>
                  </a:lnTo>
                  <a:cubicBezTo>
                    <a:pt x="1512" y="41403"/>
                    <a:pt x="1383" y="41917"/>
                    <a:pt x="1254" y="42495"/>
                  </a:cubicBezTo>
                  <a:cubicBezTo>
                    <a:pt x="1094" y="43074"/>
                    <a:pt x="965" y="43653"/>
                    <a:pt x="965" y="44231"/>
                  </a:cubicBezTo>
                  <a:cubicBezTo>
                    <a:pt x="965" y="44360"/>
                    <a:pt x="965" y="44456"/>
                    <a:pt x="965" y="44585"/>
                  </a:cubicBezTo>
                  <a:cubicBezTo>
                    <a:pt x="997" y="44874"/>
                    <a:pt x="1062" y="45099"/>
                    <a:pt x="1190" y="45260"/>
                  </a:cubicBezTo>
                  <a:cubicBezTo>
                    <a:pt x="1287" y="45388"/>
                    <a:pt x="1447" y="45485"/>
                    <a:pt x="1608" y="45517"/>
                  </a:cubicBezTo>
                  <a:cubicBezTo>
                    <a:pt x="1833" y="45581"/>
                    <a:pt x="2122" y="45581"/>
                    <a:pt x="2540" y="45581"/>
                  </a:cubicBezTo>
                  <a:cubicBezTo>
                    <a:pt x="2926" y="45614"/>
                    <a:pt x="3440" y="45646"/>
                    <a:pt x="4115" y="45742"/>
                  </a:cubicBezTo>
                  <a:cubicBezTo>
                    <a:pt x="6108" y="46031"/>
                    <a:pt x="11155" y="46771"/>
                    <a:pt x="13373" y="46771"/>
                  </a:cubicBezTo>
                  <a:cubicBezTo>
                    <a:pt x="13630" y="46771"/>
                    <a:pt x="13823" y="46771"/>
                    <a:pt x="13984" y="46739"/>
                  </a:cubicBezTo>
                  <a:cubicBezTo>
                    <a:pt x="14144" y="46739"/>
                    <a:pt x="14305" y="46706"/>
                    <a:pt x="14401" y="46642"/>
                  </a:cubicBezTo>
                  <a:cubicBezTo>
                    <a:pt x="14884" y="46385"/>
                    <a:pt x="15237" y="45935"/>
                    <a:pt x="15527" y="45485"/>
                  </a:cubicBezTo>
                  <a:cubicBezTo>
                    <a:pt x="15784" y="45003"/>
                    <a:pt x="15944" y="44521"/>
                    <a:pt x="15944" y="44135"/>
                  </a:cubicBezTo>
                  <a:lnTo>
                    <a:pt x="15944" y="44103"/>
                  </a:lnTo>
                  <a:cubicBezTo>
                    <a:pt x="15912" y="43492"/>
                    <a:pt x="15816" y="38863"/>
                    <a:pt x="15334" y="36452"/>
                  </a:cubicBezTo>
                  <a:cubicBezTo>
                    <a:pt x="15173" y="35520"/>
                    <a:pt x="15109" y="34170"/>
                    <a:pt x="15109" y="32756"/>
                  </a:cubicBezTo>
                  <a:cubicBezTo>
                    <a:pt x="15109" y="31245"/>
                    <a:pt x="15173" y="29606"/>
                    <a:pt x="15173" y="28223"/>
                  </a:cubicBezTo>
                  <a:cubicBezTo>
                    <a:pt x="15173" y="27645"/>
                    <a:pt x="15173" y="27098"/>
                    <a:pt x="15141" y="26648"/>
                  </a:cubicBezTo>
                  <a:cubicBezTo>
                    <a:pt x="15044" y="25362"/>
                    <a:pt x="14787" y="23723"/>
                    <a:pt x="14401" y="22212"/>
                  </a:cubicBezTo>
                  <a:cubicBezTo>
                    <a:pt x="14048" y="20702"/>
                    <a:pt x="13598" y="19351"/>
                    <a:pt x="13148" y="18612"/>
                  </a:cubicBezTo>
                  <a:cubicBezTo>
                    <a:pt x="12762" y="18034"/>
                    <a:pt x="12344" y="17487"/>
                    <a:pt x="12055" y="17069"/>
                  </a:cubicBezTo>
                  <a:cubicBezTo>
                    <a:pt x="11926" y="16844"/>
                    <a:pt x="11798" y="16651"/>
                    <a:pt x="11701" y="16458"/>
                  </a:cubicBezTo>
                  <a:cubicBezTo>
                    <a:pt x="11637" y="16298"/>
                    <a:pt x="11573" y="16169"/>
                    <a:pt x="11573" y="16073"/>
                  </a:cubicBezTo>
                  <a:cubicBezTo>
                    <a:pt x="11573" y="16008"/>
                    <a:pt x="11605" y="15976"/>
                    <a:pt x="11605" y="15944"/>
                  </a:cubicBezTo>
                  <a:cubicBezTo>
                    <a:pt x="11637" y="15912"/>
                    <a:pt x="11701" y="15816"/>
                    <a:pt x="11830" y="15719"/>
                  </a:cubicBezTo>
                  <a:cubicBezTo>
                    <a:pt x="12280" y="15333"/>
                    <a:pt x="13276" y="14690"/>
                    <a:pt x="14369" y="14048"/>
                  </a:cubicBezTo>
                  <a:cubicBezTo>
                    <a:pt x="15430" y="13405"/>
                    <a:pt x="16587" y="12794"/>
                    <a:pt x="17391" y="12440"/>
                  </a:cubicBezTo>
                  <a:cubicBezTo>
                    <a:pt x="18259" y="12087"/>
                    <a:pt x="19770" y="11476"/>
                    <a:pt x="21055" y="10833"/>
                  </a:cubicBezTo>
                  <a:cubicBezTo>
                    <a:pt x="21698" y="10512"/>
                    <a:pt x="22277" y="10190"/>
                    <a:pt x="22727" y="9869"/>
                  </a:cubicBezTo>
                  <a:cubicBezTo>
                    <a:pt x="22952" y="9740"/>
                    <a:pt x="23113" y="9580"/>
                    <a:pt x="23241" y="9451"/>
                  </a:cubicBezTo>
                  <a:cubicBezTo>
                    <a:pt x="23402" y="9290"/>
                    <a:pt x="23498" y="9129"/>
                    <a:pt x="23498" y="8937"/>
                  </a:cubicBezTo>
                  <a:cubicBezTo>
                    <a:pt x="23498" y="8808"/>
                    <a:pt x="23434" y="8712"/>
                    <a:pt x="23370" y="8615"/>
                  </a:cubicBezTo>
                  <a:cubicBezTo>
                    <a:pt x="23177" y="8454"/>
                    <a:pt x="22855" y="8069"/>
                    <a:pt x="22502" y="7554"/>
                  </a:cubicBezTo>
                  <a:cubicBezTo>
                    <a:pt x="21955" y="6815"/>
                    <a:pt x="21280" y="5851"/>
                    <a:pt x="20734" y="5079"/>
                  </a:cubicBezTo>
                  <a:cubicBezTo>
                    <a:pt x="20220" y="4308"/>
                    <a:pt x="19834" y="3697"/>
                    <a:pt x="19834" y="3697"/>
                  </a:cubicBezTo>
                  <a:lnTo>
                    <a:pt x="19802" y="3697"/>
                  </a:lnTo>
                  <a:cubicBezTo>
                    <a:pt x="19802" y="3697"/>
                    <a:pt x="19384" y="3151"/>
                    <a:pt x="18805" y="2540"/>
                  </a:cubicBezTo>
                  <a:cubicBezTo>
                    <a:pt x="18194" y="1929"/>
                    <a:pt x="17487" y="1254"/>
                    <a:pt x="16844" y="965"/>
                  </a:cubicBezTo>
                  <a:cubicBezTo>
                    <a:pt x="15944" y="579"/>
                    <a:pt x="14659" y="0"/>
                    <a:pt x="12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887;p64"/>
            <p:cNvSpPr/>
            <p:nvPr/>
          </p:nvSpPr>
          <p:spPr>
            <a:xfrm>
              <a:off x="4852250" y="3131925"/>
              <a:ext cx="629250" cy="449325"/>
            </a:xfrm>
            <a:custGeom>
              <a:avLst/>
              <a:gdLst/>
              <a:ahLst/>
              <a:cxnLst/>
              <a:rect l="l" t="t" r="r" b="b"/>
              <a:pathLst>
                <a:path w="25170" h="17973" extrusionOk="0">
                  <a:moveTo>
                    <a:pt x="1737" y="0"/>
                  </a:moveTo>
                  <a:cubicBezTo>
                    <a:pt x="1737" y="0"/>
                    <a:pt x="1" y="1286"/>
                    <a:pt x="65" y="3311"/>
                  </a:cubicBezTo>
                  <a:cubicBezTo>
                    <a:pt x="97" y="5336"/>
                    <a:pt x="2508" y="15655"/>
                    <a:pt x="2862" y="16715"/>
                  </a:cubicBezTo>
                  <a:cubicBezTo>
                    <a:pt x="3247" y="17744"/>
                    <a:pt x="4855" y="17841"/>
                    <a:pt x="5208" y="17969"/>
                  </a:cubicBezTo>
                  <a:cubicBezTo>
                    <a:pt x="5213" y="17972"/>
                    <a:pt x="5222" y="17973"/>
                    <a:pt x="5233" y="17973"/>
                  </a:cubicBezTo>
                  <a:cubicBezTo>
                    <a:pt x="5966" y="17973"/>
                    <a:pt x="19384" y="12762"/>
                    <a:pt x="19384" y="12762"/>
                  </a:cubicBezTo>
                  <a:cubicBezTo>
                    <a:pt x="19384" y="12762"/>
                    <a:pt x="21023" y="13919"/>
                    <a:pt x="21666" y="13919"/>
                  </a:cubicBezTo>
                  <a:cubicBezTo>
                    <a:pt x="22277" y="13887"/>
                    <a:pt x="24045" y="13855"/>
                    <a:pt x="24045" y="13855"/>
                  </a:cubicBezTo>
                  <a:cubicBezTo>
                    <a:pt x="24045" y="13855"/>
                    <a:pt x="24752" y="15012"/>
                    <a:pt x="24977" y="15012"/>
                  </a:cubicBezTo>
                  <a:cubicBezTo>
                    <a:pt x="25170" y="15012"/>
                    <a:pt x="25106" y="14465"/>
                    <a:pt x="25009" y="14048"/>
                  </a:cubicBezTo>
                  <a:cubicBezTo>
                    <a:pt x="24945" y="13630"/>
                    <a:pt x="24559" y="12569"/>
                    <a:pt x="24559" y="12569"/>
                  </a:cubicBezTo>
                  <a:cubicBezTo>
                    <a:pt x="24559" y="12569"/>
                    <a:pt x="22663" y="11444"/>
                    <a:pt x="21730" y="11251"/>
                  </a:cubicBezTo>
                  <a:cubicBezTo>
                    <a:pt x="20974" y="11089"/>
                    <a:pt x="20149" y="10836"/>
                    <a:pt x="19580" y="10836"/>
                  </a:cubicBezTo>
                  <a:cubicBezTo>
                    <a:pt x="19473" y="10836"/>
                    <a:pt x="19374" y="10845"/>
                    <a:pt x="19287" y="10865"/>
                  </a:cubicBezTo>
                  <a:cubicBezTo>
                    <a:pt x="18709" y="11026"/>
                    <a:pt x="7555" y="12826"/>
                    <a:pt x="7555" y="12826"/>
                  </a:cubicBezTo>
                  <a:cubicBezTo>
                    <a:pt x="7555" y="12826"/>
                    <a:pt x="7812" y="5304"/>
                    <a:pt x="7619" y="3697"/>
                  </a:cubicBezTo>
                  <a:cubicBezTo>
                    <a:pt x="7458" y="2090"/>
                    <a:pt x="6783" y="450"/>
                    <a:pt x="5530" y="193"/>
                  </a:cubicBezTo>
                  <a:lnTo>
                    <a:pt x="1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888;p64"/>
            <p:cNvSpPr/>
            <p:nvPr/>
          </p:nvSpPr>
          <p:spPr>
            <a:xfrm>
              <a:off x="4848250" y="3127100"/>
              <a:ext cx="637275" cy="459700"/>
            </a:xfrm>
            <a:custGeom>
              <a:avLst/>
              <a:gdLst/>
              <a:ahLst/>
              <a:cxnLst/>
              <a:rect l="l" t="t" r="r" b="b"/>
              <a:pathLst>
                <a:path w="25491" h="18388" extrusionOk="0">
                  <a:moveTo>
                    <a:pt x="1768" y="0"/>
                  </a:moveTo>
                  <a:cubicBezTo>
                    <a:pt x="1768" y="33"/>
                    <a:pt x="1318" y="354"/>
                    <a:pt x="868" y="933"/>
                  </a:cubicBezTo>
                  <a:cubicBezTo>
                    <a:pt x="450" y="1511"/>
                    <a:pt x="0" y="2379"/>
                    <a:pt x="0" y="3440"/>
                  </a:cubicBezTo>
                  <a:lnTo>
                    <a:pt x="0" y="3536"/>
                  </a:lnTo>
                  <a:lnTo>
                    <a:pt x="2" y="3536"/>
                  </a:lnTo>
                  <a:lnTo>
                    <a:pt x="2" y="3536"/>
                  </a:lnTo>
                  <a:cubicBezTo>
                    <a:pt x="37" y="4090"/>
                    <a:pt x="166" y="5104"/>
                    <a:pt x="418" y="6365"/>
                  </a:cubicBezTo>
                  <a:cubicBezTo>
                    <a:pt x="772" y="8262"/>
                    <a:pt x="1318" y="10705"/>
                    <a:pt x="1800" y="12794"/>
                  </a:cubicBezTo>
                  <a:cubicBezTo>
                    <a:pt x="2025" y="13823"/>
                    <a:pt x="2250" y="14755"/>
                    <a:pt x="2443" y="15494"/>
                  </a:cubicBezTo>
                  <a:cubicBezTo>
                    <a:pt x="2636" y="16233"/>
                    <a:pt x="2764" y="16748"/>
                    <a:pt x="2829" y="16973"/>
                  </a:cubicBezTo>
                  <a:cubicBezTo>
                    <a:pt x="2957" y="17262"/>
                    <a:pt x="3150" y="17519"/>
                    <a:pt x="3375" y="17680"/>
                  </a:cubicBezTo>
                  <a:cubicBezTo>
                    <a:pt x="3729" y="17969"/>
                    <a:pt x="4147" y="18098"/>
                    <a:pt x="4532" y="18194"/>
                  </a:cubicBezTo>
                  <a:cubicBezTo>
                    <a:pt x="4725" y="18259"/>
                    <a:pt x="4886" y="18291"/>
                    <a:pt x="5015" y="18323"/>
                  </a:cubicBezTo>
                  <a:cubicBezTo>
                    <a:pt x="5143" y="18323"/>
                    <a:pt x="5272" y="18355"/>
                    <a:pt x="5304" y="18387"/>
                  </a:cubicBezTo>
                  <a:lnTo>
                    <a:pt x="5529" y="18387"/>
                  </a:lnTo>
                  <a:cubicBezTo>
                    <a:pt x="5722" y="18323"/>
                    <a:pt x="6075" y="18226"/>
                    <a:pt x="6557" y="18066"/>
                  </a:cubicBezTo>
                  <a:cubicBezTo>
                    <a:pt x="9694" y="16990"/>
                    <a:pt x="18272" y="13666"/>
                    <a:pt x="19495" y="13202"/>
                  </a:cubicBezTo>
                  <a:lnTo>
                    <a:pt x="19495" y="13202"/>
                  </a:lnTo>
                  <a:cubicBezTo>
                    <a:pt x="19638" y="13299"/>
                    <a:pt x="19959" y="13512"/>
                    <a:pt x="20315" y="13726"/>
                  </a:cubicBezTo>
                  <a:cubicBezTo>
                    <a:pt x="20572" y="13855"/>
                    <a:pt x="20830" y="14015"/>
                    <a:pt x="21087" y="14112"/>
                  </a:cubicBezTo>
                  <a:cubicBezTo>
                    <a:pt x="21344" y="14241"/>
                    <a:pt x="21601" y="14305"/>
                    <a:pt x="21826" y="14305"/>
                  </a:cubicBezTo>
                  <a:cubicBezTo>
                    <a:pt x="22344" y="14305"/>
                    <a:pt x="23692" y="14282"/>
                    <a:pt x="24091" y="14275"/>
                  </a:cubicBezTo>
                  <a:lnTo>
                    <a:pt x="24091" y="14275"/>
                  </a:lnTo>
                  <a:cubicBezTo>
                    <a:pt x="24166" y="14395"/>
                    <a:pt x="24282" y="14581"/>
                    <a:pt x="24398" y="14755"/>
                  </a:cubicBezTo>
                  <a:cubicBezTo>
                    <a:pt x="24526" y="14916"/>
                    <a:pt x="24623" y="15044"/>
                    <a:pt x="24751" y="15173"/>
                  </a:cubicBezTo>
                  <a:cubicBezTo>
                    <a:pt x="24783" y="15237"/>
                    <a:pt x="24848" y="15301"/>
                    <a:pt x="24912" y="15333"/>
                  </a:cubicBezTo>
                  <a:cubicBezTo>
                    <a:pt x="24944" y="15366"/>
                    <a:pt x="25008" y="15430"/>
                    <a:pt x="25137" y="15430"/>
                  </a:cubicBezTo>
                  <a:cubicBezTo>
                    <a:pt x="25201" y="15430"/>
                    <a:pt x="25266" y="15398"/>
                    <a:pt x="25330" y="15366"/>
                  </a:cubicBezTo>
                  <a:cubicBezTo>
                    <a:pt x="25426" y="15269"/>
                    <a:pt x="25426" y="15205"/>
                    <a:pt x="25458" y="15141"/>
                  </a:cubicBezTo>
                  <a:cubicBezTo>
                    <a:pt x="25458" y="15076"/>
                    <a:pt x="25491" y="14980"/>
                    <a:pt x="25491" y="14916"/>
                  </a:cubicBezTo>
                  <a:cubicBezTo>
                    <a:pt x="25491" y="14691"/>
                    <a:pt x="25426" y="14433"/>
                    <a:pt x="25394" y="14208"/>
                  </a:cubicBezTo>
                  <a:cubicBezTo>
                    <a:pt x="25330" y="13951"/>
                    <a:pt x="25233" y="13598"/>
                    <a:pt x="25137" y="13276"/>
                  </a:cubicBezTo>
                  <a:cubicBezTo>
                    <a:pt x="25008" y="12955"/>
                    <a:pt x="24912" y="12698"/>
                    <a:pt x="24912" y="12698"/>
                  </a:cubicBezTo>
                  <a:lnTo>
                    <a:pt x="24912" y="12633"/>
                  </a:lnTo>
                  <a:lnTo>
                    <a:pt x="24848" y="12601"/>
                  </a:lnTo>
                  <a:cubicBezTo>
                    <a:pt x="24848" y="12601"/>
                    <a:pt x="24365" y="12312"/>
                    <a:pt x="23755" y="11990"/>
                  </a:cubicBezTo>
                  <a:cubicBezTo>
                    <a:pt x="23144" y="11669"/>
                    <a:pt x="22437" y="11347"/>
                    <a:pt x="21923" y="11219"/>
                  </a:cubicBezTo>
                  <a:cubicBezTo>
                    <a:pt x="21183" y="11090"/>
                    <a:pt x="20412" y="10833"/>
                    <a:pt x="19769" y="10833"/>
                  </a:cubicBezTo>
                  <a:cubicBezTo>
                    <a:pt x="19640" y="10833"/>
                    <a:pt x="19512" y="10833"/>
                    <a:pt x="19383" y="10865"/>
                  </a:cubicBezTo>
                  <a:cubicBezTo>
                    <a:pt x="19319" y="10865"/>
                    <a:pt x="19094" y="10930"/>
                    <a:pt x="18740" y="10994"/>
                  </a:cubicBezTo>
                  <a:cubicBezTo>
                    <a:pt x="17487" y="11219"/>
                    <a:pt x="14722" y="11669"/>
                    <a:pt x="12279" y="12055"/>
                  </a:cubicBezTo>
                  <a:cubicBezTo>
                    <a:pt x="11026" y="12248"/>
                    <a:pt x="9901" y="12440"/>
                    <a:pt x="9065" y="12569"/>
                  </a:cubicBezTo>
                  <a:cubicBezTo>
                    <a:pt x="8565" y="12662"/>
                    <a:pt x="8182" y="12722"/>
                    <a:pt x="7948" y="12757"/>
                  </a:cubicBezTo>
                  <a:lnTo>
                    <a:pt x="7948" y="12757"/>
                  </a:lnTo>
                  <a:cubicBezTo>
                    <a:pt x="7976" y="11808"/>
                    <a:pt x="8068" y="8483"/>
                    <a:pt x="8068" y="6108"/>
                  </a:cubicBezTo>
                  <a:cubicBezTo>
                    <a:pt x="8068" y="5111"/>
                    <a:pt x="8036" y="4308"/>
                    <a:pt x="8004" y="3890"/>
                  </a:cubicBezTo>
                  <a:cubicBezTo>
                    <a:pt x="7908" y="3054"/>
                    <a:pt x="7683" y="2218"/>
                    <a:pt x="7329" y="1543"/>
                  </a:cubicBezTo>
                  <a:cubicBezTo>
                    <a:pt x="6975" y="868"/>
                    <a:pt x="6429" y="322"/>
                    <a:pt x="5722" y="161"/>
                  </a:cubicBezTo>
                  <a:lnTo>
                    <a:pt x="5625" y="579"/>
                  </a:lnTo>
                  <a:cubicBezTo>
                    <a:pt x="6172" y="708"/>
                    <a:pt x="6622" y="1126"/>
                    <a:pt x="6943" y="1736"/>
                  </a:cubicBezTo>
                  <a:cubicBezTo>
                    <a:pt x="7297" y="2347"/>
                    <a:pt x="7490" y="3151"/>
                    <a:pt x="7586" y="3922"/>
                  </a:cubicBezTo>
                  <a:cubicBezTo>
                    <a:pt x="7618" y="4308"/>
                    <a:pt x="7650" y="5144"/>
                    <a:pt x="7650" y="6108"/>
                  </a:cubicBezTo>
                  <a:cubicBezTo>
                    <a:pt x="7650" y="7490"/>
                    <a:pt x="7618" y="9226"/>
                    <a:pt x="7554" y="10608"/>
                  </a:cubicBezTo>
                  <a:cubicBezTo>
                    <a:pt x="7522" y="11958"/>
                    <a:pt x="7490" y="12987"/>
                    <a:pt x="7490" y="13019"/>
                  </a:cubicBezTo>
                  <a:lnTo>
                    <a:pt x="7490" y="13276"/>
                  </a:lnTo>
                  <a:lnTo>
                    <a:pt x="7747" y="13212"/>
                  </a:lnTo>
                  <a:cubicBezTo>
                    <a:pt x="7747" y="13212"/>
                    <a:pt x="10543" y="12762"/>
                    <a:pt x="13404" y="12312"/>
                  </a:cubicBezTo>
                  <a:cubicBezTo>
                    <a:pt x="14819" y="12087"/>
                    <a:pt x="16265" y="11830"/>
                    <a:pt x="17390" y="11637"/>
                  </a:cubicBezTo>
                  <a:cubicBezTo>
                    <a:pt x="17969" y="11540"/>
                    <a:pt x="18451" y="11476"/>
                    <a:pt x="18805" y="11412"/>
                  </a:cubicBezTo>
                  <a:cubicBezTo>
                    <a:pt x="19158" y="11347"/>
                    <a:pt x="19383" y="11315"/>
                    <a:pt x="19480" y="11283"/>
                  </a:cubicBezTo>
                  <a:cubicBezTo>
                    <a:pt x="19576" y="11251"/>
                    <a:pt x="19672" y="11251"/>
                    <a:pt x="19769" y="11251"/>
                  </a:cubicBezTo>
                  <a:cubicBezTo>
                    <a:pt x="20283" y="11251"/>
                    <a:pt x="21087" y="11476"/>
                    <a:pt x="21858" y="11637"/>
                  </a:cubicBezTo>
                  <a:cubicBezTo>
                    <a:pt x="22276" y="11733"/>
                    <a:pt x="22983" y="12055"/>
                    <a:pt x="23562" y="12376"/>
                  </a:cubicBezTo>
                  <a:cubicBezTo>
                    <a:pt x="23851" y="12505"/>
                    <a:pt x="24108" y="12665"/>
                    <a:pt x="24301" y="12762"/>
                  </a:cubicBezTo>
                  <a:cubicBezTo>
                    <a:pt x="24405" y="12831"/>
                    <a:pt x="24490" y="12882"/>
                    <a:pt x="24547" y="12914"/>
                  </a:cubicBezTo>
                  <a:lnTo>
                    <a:pt x="24547" y="12914"/>
                  </a:lnTo>
                  <a:cubicBezTo>
                    <a:pt x="24580" y="13004"/>
                    <a:pt x="24650" y="13196"/>
                    <a:pt x="24719" y="13405"/>
                  </a:cubicBezTo>
                  <a:cubicBezTo>
                    <a:pt x="24816" y="13726"/>
                    <a:pt x="24944" y="14080"/>
                    <a:pt x="24976" y="14273"/>
                  </a:cubicBezTo>
                  <a:cubicBezTo>
                    <a:pt x="25006" y="14479"/>
                    <a:pt x="25035" y="14712"/>
                    <a:pt x="25040" y="14873"/>
                  </a:cubicBezTo>
                  <a:lnTo>
                    <a:pt x="25040" y="14873"/>
                  </a:lnTo>
                  <a:cubicBezTo>
                    <a:pt x="25010" y="14838"/>
                    <a:pt x="24977" y="14799"/>
                    <a:pt x="24944" y="14755"/>
                  </a:cubicBezTo>
                  <a:cubicBezTo>
                    <a:pt x="24816" y="14594"/>
                    <a:pt x="24687" y="14401"/>
                    <a:pt x="24558" y="14241"/>
                  </a:cubicBezTo>
                  <a:cubicBezTo>
                    <a:pt x="24462" y="14048"/>
                    <a:pt x="24365" y="13919"/>
                    <a:pt x="24365" y="13919"/>
                  </a:cubicBezTo>
                  <a:lnTo>
                    <a:pt x="24301" y="13823"/>
                  </a:lnTo>
                  <a:lnTo>
                    <a:pt x="24205" y="13823"/>
                  </a:lnTo>
                  <a:cubicBezTo>
                    <a:pt x="24205" y="13823"/>
                    <a:pt x="22485" y="13885"/>
                    <a:pt x="21821" y="13887"/>
                  </a:cubicBezTo>
                  <a:lnTo>
                    <a:pt x="21821" y="13887"/>
                  </a:lnTo>
                  <a:cubicBezTo>
                    <a:pt x="21692" y="13885"/>
                    <a:pt x="21502" y="13821"/>
                    <a:pt x="21280" y="13726"/>
                  </a:cubicBezTo>
                  <a:cubicBezTo>
                    <a:pt x="20926" y="13565"/>
                    <a:pt x="20508" y="13340"/>
                    <a:pt x="20219" y="13148"/>
                  </a:cubicBezTo>
                  <a:cubicBezTo>
                    <a:pt x="20058" y="13051"/>
                    <a:pt x="19930" y="12955"/>
                    <a:pt x="19833" y="12890"/>
                  </a:cubicBezTo>
                  <a:cubicBezTo>
                    <a:pt x="19737" y="12826"/>
                    <a:pt x="19672" y="12794"/>
                    <a:pt x="19672" y="12794"/>
                  </a:cubicBezTo>
                  <a:lnTo>
                    <a:pt x="19576" y="12730"/>
                  </a:lnTo>
                  <a:lnTo>
                    <a:pt x="19480" y="12762"/>
                  </a:lnTo>
                  <a:cubicBezTo>
                    <a:pt x="19480" y="12762"/>
                    <a:pt x="18644" y="13083"/>
                    <a:pt x="17358" y="13565"/>
                  </a:cubicBezTo>
                  <a:cubicBezTo>
                    <a:pt x="15429" y="14305"/>
                    <a:pt x="12568" y="15398"/>
                    <a:pt x="10093" y="16330"/>
                  </a:cubicBezTo>
                  <a:cubicBezTo>
                    <a:pt x="8872" y="16780"/>
                    <a:pt x="7715" y="17198"/>
                    <a:pt x="6879" y="17487"/>
                  </a:cubicBezTo>
                  <a:cubicBezTo>
                    <a:pt x="6461" y="17648"/>
                    <a:pt x="6107" y="17776"/>
                    <a:pt x="5850" y="17841"/>
                  </a:cubicBezTo>
                  <a:cubicBezTo>
                    <a:pt x="5690" y="17873"/>
                    <a:pt x="5593" y="17905"/>
                    <a:pt x="5529" y="17937"/>
                  </a:cubicBezTo>
                  <a:lnTo>
                    <a:pt x="5446" y="17965"/>
                  </a:lnTo>
                  <a:lnTo>
                    <a:pt x="5446" y="17965"/>
                  </a:lnTo>
                  <a:cubicBezTo>
                    <a:pt x="5321" y="17934"/>
                    <a:pt x="5165" y="17903"/>
                    <a:pt x="4950" y="17873"/>
                  </a:cubicBezTo>
                  <a:cubicBezTo>
                    <a:pt x="4661" y="17809"/>
                    <a:pt x="4275" y="17712"/>
                    <a:pt x="3954" y="17551"/>
                  </a:cubicBezTo>
                  <a:cubicBezTo>
                    <a:pt x="3600" y="17359"/>
                    <a:pt x="3343" y="17134"/>
                    <a:pt x="3247" y="16812"/>
                  </a:cubicBezTo>
                  <a:cubicBezTo>
                    <a:pt x="3150" y="16587"/>
                    <a:pt x="2925" y="15751"/>
                    <a:pt x="2636" y="14594"/>
                  </a:cubicBezTo>
                  <a:cubicBezTo>
                    <a:pt x="2218" y="12890"/>
                    <a:pt x="1672" y="10480"/>
                    <a:pt x="1254" y="8326"/>
                  </a:cubicBezTo>
                  <a:cubicBezTo>
                    <a:pt x="804" y="6172"/>
                    <a:pt x="450" y="4244"/>
                    <a:pt x="418" y="3504"/>
                  </a:cubicBezTo>
                  <a:lnTo>
                    <a:pt x="418" y="3440"/>
                  </a:lnTo>
                  <a:cubicBezTo>
                    <a:pt x="418" y="2508"/>
                    <a:pt x="836" y="1736"/>
                    <a:pt x="1222" y="1190"/>
                  </a:cubicBezTo>
                  <a:cubicBezTo>
                    <a:pt x="1414" y="933"/>
                    <a:pt x="1639" y="708"/>
                    <a:pt x="1768" y="579"/>
                  </a:cubicBezTo>
                  <a:cubicBezTo>
                    <a:pt x="1864" y="483"/>
                    <a:pt x="1929" y="451"/>
                    <a:pt x="1961" y="418"/>
                  </a:cubicBezTo>
                  <a:lnTo>
                    <a:pt x="1993" y="354"/>
                  </a:lnTo>
                  <a:lnTo>
                    <a:pt x="2025" y="354"/>
                  </a:lnTo>
                  <a:lnTo>
                    <a:pt x="1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889;p64"/>
            <p:cNvSpPr/>
            <p:nvPr/>
          </p:nvSpPr>
          <p:spPr>
            <a:xfrm>
              <a:off x="4853050" y="3111825"/>
              <a:ext cx="245950" cy="480600"/>
            </a:xfrm>
            <a:custGeom>
              <a:avLst/>
              <a:gdLst/>
              <a:ahLst/>
              <a:cxnLst/>
              <a:rect l="l" t="t" r="r" b="b"/>
              <a:pathLst>
                <a:path w="9838" h="19224" extrusionOk="0">
                  <a:moveTo>
                    <a:pt x="1962" y="1"/>
                  </a:moveTo>
                  <a:cubicBezTo>
                    <a:pt x="1962" y="1"/>
                    <a:pt x="1480" y="354"/>
                    <a:pt x="965" y="965"/>
                  </a:cubicBezTo>
                  <a:cubicBezTo>
                    <a:pt x="483" y="1576"/>
                    <a:pt x="1" y="2508"/>
                    <a:pt x="1" y="3633"/>
                  </a:cubicBezTo>
                  <a:cubicBezTo>
                    <a:pt x="1" y="4758"/>
                    <a:pt x="322" y="6944"/>
                    <a:pt x="644" y="9098"/>
                  </a:cubicBezTo>
                  <a:cubicBezTo>
                    <a:pt x="965" y="11251"/>
                    <a:pt x="1287" y="13405"/>
                    <a:pt x="1287" y="14369"/>
                  </a:cubicBezTo>
                  <a:cubicBezTo>
                    <a:pt x="1287" y="15430"/>
                    <a:pt x="1544" y="16587"/>
                    <a:pt x="1994" y="17552"/>
                  </a:cubicBezTo>
                  <a:cubicBezTo>
                    <a:pt x="2187" y="18002"/>
                    <a:pt x="2444" y="18420"/>
                    <a:pt x="2765" y="18709"/>
                  </a:cubicBezTo>
                  <a:cubicBezTo>
                    <a:pt x="3055" y="19030"/>
                    <a:pt x="3440" y="19223"/>
                    <a:pt x="3826" y="19223"/>
                  </a:cubicBezTo>
                  <a:cubicBezTo>
                    <a:pt x="4180" y="19223"/>
                    <a:pt x="4726" y="19127"/>
                    <a:pt x="5337" y="18966"/>
                  </a:cubicBezTo>
                  <a:cubicBezTo>
                    <a:pt x="7233" y="18516"/>
                    <a:pt x="9837" y="17616"/>
                    <a:pt x="9837" y="17616"/>
                  </a:cubicBezTo>
                  <a:lnTo>
                    <a:pt x="9709" y="17198"/>
                  </a:lnTo>
                  <a:cubicBezTo>
                    <a:pt x="9709" y="17198"/>
                    <a:pt x="9419" y="17294"/>
                    <a:pt x="8969" y="17455"/>
                  </a:cubicBezTo>
                  <a:cubicBezTo>
                    <a:pt x="8262" y="17680"/>
                    <a:pt x="7233" y="18002"/>
                    <a:pt x="6205" y="18291"/>
                  </a:cubicBezTo>
                  <a:cubicBezTo>
                    <a:pt x="5208" y="18580"/>
                    <a:pt x="4244" y="18805"/>
                    <a:pt x="3826" y="18805"/>
                  </a:cubicBezTo>
                  <a:cubicBezTo>
                    <a:pt x="3569" y="18805"/>
                    <a:pt x="3312" y="18677"/>
                    <a:pt x="3055" y="18420"/>
                  </a:cubicBezTo>
                  <a:cubicBezTo>
                    <a:pt x="2669" y="18034"/>
                    <a:pt x="2347" y="17391"/>
                    <a:pt x="2090" y="16652"/>
                  </a:cubicBezTo>
                  <a:cubicBezTo>
                    <a:pt x="1865" y="15912"/>
                    <a:pt x="1705" y="15109"/>
                    <a:pt x="1705" y="14369"/>
                  </a:cubicBezTo>
                  <a:cubicBezTo>
                    <a:pt x="1705" y="13309"/>
                    <a:pt x="1383" y="11187"/>
                    <a:pt x="1062" y="9033"/>
                  </a:cubicBezTo>
                  <a:cubicBezTo>
                    <a:pt x="740" y="6880"/>
                    <a:pt x="419" y="4694"/>
                    <a:pt x="419" y="3633"/>
                  </a:cubicBezTo>
                  <a:cubicBezTo>
                    <a:pt x="419" y="2637"/>
                    <a:pt x="869" y="1801"/>
                    <a:pt x="1319" y="1222"/>
                  </a:cubicBezTo>
                  <a:cubicBezTo>
                    <a:pt x="1544" y="933"/>
                    <a:pt x="1769" y="708"/>
                    <a:pt x="1930" y="579"/>
                  </a:cubicBezTo>
                  <a:cubicBezTo>
                    <a:pt x="2026" y="483"/>
                    <a:pt x="2090" y="419"/>
                    <a:pt x="2122" y="386"/>
                  </a:cubicBezTo>
                  <a:lnTo>
                    <a:pt x="2187" y="354"/>
                  </a:lnTo>
                  <a:lnTo>
                    <a:pt x="2219" y="354"/>
                  </a:lnTo>
                  <a:lnTo>
                    <a:pt x="19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890;p64"/>
            <p:cNvSpPr/>
            <p:nvPr/>
          </p:nvSpPr>
          <p:spPr>
            <a:xfrm>
              <a:off x="5006550" y="3155225"/>
              <a:ext cx="124575" cy="303800"/>
            </a:xfrm>
            <a:custGeom>
              <a:avLst/>
              <a:gdLst/>
              <a:ahLst/>
              <a:cxnLst/>
              <a:rect l="l" t="t" r="r" b="b"/>
              <a:pathLst>
                <a:path w="4983" h="12152" extrusionOk="0">
                  <a:moveTo>
                    <a:pt x="290" y="1"/>
                  </a:moveTo>
                  <a:lnTo>
                    <a:pt x="0" y="322"/>
                  </a:lnTo>
                  <a:cubicBezTo>
                    <a:pt x="33" y="354"/>
                    <a:pt x="1126" y="1383"/>
                    <a:pt x="1126" y="3954"/>
                  </a:cubicBezTo>
                  <a:cubicBezTo>
                    <a:pt x="1126" y="4211"/>
                    <a:pt x="1126" y="4501"/>
                    <a:pt x="1093" y="4790"/>
                  </a:cubicBezTo>
                  <a:cubicBezTo>
                    <a:pt x="1061" y="5208"/>
                    <a:pt x="1061" y="5851"/>
                    <a:pt x="1061" y="6590"/>
                  </a:cubicBezTo>
                  <a:cubicBezTo>
                    <a:pt x="1061" y="8840"/>
                    <a:pt x="1158" y="11894"/>
                    <a:pt x="1158" y="11894"/>
                  </a:cubicBezTo>
                  <a:lnTo>
                    <a:pt x="1190" y="12151"/>
                  </a:lnTo>
                  <a:lnTo>
                    <a:pt x="4983" y="11251"/>
                  </a:lnTo>
                  <a:lnTo>
                    <a:pt x="4886" y="10833"/>
                  </a:lnTo>
                  <a:lnTo>
                    <a:pt x="1597" y="11604"/>
                  </a:lnTo>
                  <a:lnTo>
                    <a:pt x="1597" y="11604"/>
                  </a:lnTo>
                  <a:cubicBezTo>
                    <a:pt x="1585" y="11290"/>
                    <a:pt x="1564" y="10742"/>
                    <a:pt x="1543" y="10062"/>
                  </a:cubicBezTo>
                  <a:cubicBezTo>
                    <a:pt x="1511" y="9033"/>
                    <a:pt x="1479" y="7715"/>
                    <a:pt x="1479" y="6590"/>
                  </a:cubicBezTo>
                  <a:cubicBezTo>
                    <a:pt x="1479" y="5851"/>
                    <a:pt x="1479" y="5208"/>
                    <a:pt x="1511" y="4822"/>
                  </a:cubicBezTo>
                  <a:cubicBezTo>
                    <a:pt x="1543" y="4533"/>
                    <a:pt x="1543" y="4211"/>
                    <a:pt x="1543" y="3954"/>
                  </a:cubicBezTo>
                  <a:cubicBezTo>
                    <a:pt x="1543" y="1190"/>
                    <a:pt x="322" y="33"/>
                    <a:pt x="2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891;p64"/>
            <p:cNvSpPr/>
            <p:nvPr/>
          </p:nvSpPr>
          <p:spPr>
            <a:xfrm>
              <a:off x="5276575" y="3402800"/>
              <a:ext cx="204925" cy="104425"/>
            </a:xfrm>
            <a:custGeom>
              <a:avLst/>
              <a:gdLst/>
              <a:ahLst/>
              <a:cxnLst/>
              <a:rect l="l" t="t" r="r" b="b"/>
              <a:pathLst>
                <a:path w="8197" h="4177" extrusionOk="0">
                  <a:moveTo>
                    <a:pt x="2607" y="1"/>
                  </a:moveTo>
                  <a:cubicBezTo>
                    <a:pt x="2500" y="1"/>
                    <a:pt x="2401" y="10"/>
                    <a:pt x="2314" y="30"/>
                  </a:cubicBezTo>
                  <a:cubicBezTo>
                    <a:pt x="2154" y="94"/>
                    <a:pt x="1254" y="255"/>
                    <a:pt x="0" y="448"/>
                  </a:cubicBezTo>
                  <a:lnTo>
                    <a:pt x="482" y="2666"/>
                  </a:lnTo>
                  <a:cubicBezTo>
                    <a:pt x="1672" y="2216"/>
                    <a:pt x="2411" y="1927"/>
                    <a:pt x="2411" y="1927"/>
                  </a:cubicBezTo>
                  <a:cubicBezTo>
                    <a:pt x="2411" y="1927"/>
                    <a:pt x="4050" y="3084"/>
                    <a:pt x="4693" y="3084"/>
                  </a:cubicBezTo>
                  <a:cubicBezTo>
                    <a:pt x="5304" y="3052"/>
                    <a:pt x="7072" y="3020"/>
                    <a:pt x="7072" y="3020"/>
                  </a:cubicBezTo>
                  <a:cubicBezTo>
                    <a:pt x="7072" y="3020"/>
                    <a:pt x="7779" y="4177"/>
                    <a:pt x="8004" y="4177"/>
                  </a:cubicBezTo>
                  <a:cubicBezTo>
                    <a:pt x="8197" y="4177"/>
                    <a:pt x="8133" y="3630"/>
                    <a:pt x="8036" y="3213"/>
                  </a:cubicBezTo>
                  <a:cubicBezTo>
                    <a:pt x="7972" y="2795"/>
                    <a:pt x="7586" y="1734"/>
                    <a:pt x="7586" y="1734"/>
                  </a:cubicBezTo>
                  <a:cubicBezTo>
                    <a:pt x="7586" y="1734"/>
                    <a:pt x="5690" y="609"/>
                    <a:pt x="4757" y="416"/>
                  </a:cubicBezTo>
                  <a:cubicBezTo>
                    <a:pt x="4001" y="254"/>
                    <a:pt x="3176" y="1"/>
                    <a:pt x="26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892;p64"/>
            <p:cNvSpPr/>
            <p:nvPr/>
          </p:nvSpPr>
          <p:spPr>
            <a:xfrm>
              <a:off x="5270125" y="3397925"/>
              <a:ext cx="215400" cy="114925"/>
            </a:xfrm>
            <a:custGeom>
              <a:avLst/>
              <a:gdLst/>
              <a:ahLst/>
              <a:cxnLst/>
              <a:rect l="l" t="t" r="r" b="b"/>
              <a:pathLst>
                <a:path w="8616" h="4597" extrusionOk="0">
                  <a:moveTo>
                    <a:pt x="2894" y="418"/>
                  </a:moveTo>
                  <a:cubicBezTo>
                    <a:pt x="3408" y="418"/>
                    <a:pt x="4212" y="643"/>
                    <a:pt x="4983" y="804"/>
                  </a:cubicBezTo>
                  <a:cubicBezTo>
                    <a:pt x="5401" y="900"/>
                    <a:pt x="6108" y="1222"/>
                    <a:pt x="6687" y="1543"/>
                  </a:cubicBezTo>
                  <a:cubicBezTo>
                    <a:pt x="6976" y="1672"/>
                    <a:pt x="7233" y="1832"/>
                    <a:pt x="7426" y="1929"/>
                  </a:cubicBezTo>
                  <a:cubicBezTo>
                    <a:pt x="7530" y="1998"/>
                    <a:pt x="7615" y="2049"/>
                    <a:pt x="7672" y="2081"/>
                  </a:cubicBezTo>
                  <a:lnTo>
                    <a:pt x="7672" y="2081"/>
                  </a:lnTo>
                  <a:cubicBezTo>
                    <a:pt x="7705" y="2171"/>
                    <a:pt x="7775" y="2363"/>
                    <a:pt x="7844" y="2572"/>
                  </a:cubicBezTo>
                  <a:cubicBezTo>
                    <a:pt x="7941" y="2893"/>
                    <a:pt x="8069" y="3247"/>
                    <a:pt x="8101" y="3440"/>
                  </a:cubicBezTo>
                  <a:cubicBezTo>
                    <a:pt x="8131" y="3646"/>
                    <a:pt x="8160" y="3879"/>
                    <a:pt x="8165" y="4040"/>
                  </a:cubicBezTo>
                  <a:lnTo>
                    <a:pt x="8165" y="4040"/>
                  </a:lnTo>
                  <a:cubicBezTo>
                    <a:pt x="8135" y="4005"/>
                    <a:pt x="8102" y="3966"/>
                    <a:pt x="8069" y="3922"/>
                  </a:cubicBezTo>
                  <a:cubicBezTo>
                    <a:pt x="7941" y="3761"/>
                    <a:pt x="7812" y="3568"/>
                    <a:pt x="7683" y="3408"/>
                  </a:cubicBezTo>
                  <a:cubicBezTo>
                    <a:pt x="7587" y="3215"/>
                    <a:pt x="7490" y="3086"/>
                    <a:pt x="7490" y="3086"/>
                  </a:cubicBezTo>
                  <a:lnTo>
                    <a:pt x="7426" y="2990"/>
                  </a:lnTo>
                  <a:lnTo>
                    <a:pt x="7330" y="2990"/>
                  </a:lnTo>
                  <a:cubicBezTo>
                    <a:pt x="7330" y="2990"/>
                    <a:pt x="5610" y="3052"/>
                    <a:pt x="4946" y="3054"/>
                  </a:cubicBezTo>
                  <a:lnTo>
                    <a:pt x="4946" y="3054"/>
                  </a:lnTo>
                  <a:cubicBezTo>
                    <a:pt x="4817" y="3052"/>
                    <a:pt x="4627" y="2988"/>
                    <a:pt x="4405" y="2893"/>
                  </a:cubicBezTo>
                  <a:cubicBezTo>
                    <a:pt x="4051" y="2732"/>
                    <a:pt x="3633" y="2507"/>
                    <a:pt x="3344" y="2315"/>
                  </a:cubicBezTo>
                  <a:cubicBezTo>
                    <a:pt x="3183" y="2218"/>
                    <a:pt x="3055" y="2122"/>
                    <a:pt x="2958" y="2057"/>
                  </a:cubicBezTo>
                  <a:cubicBezTo>
                    <a:pt x="2862" y="1993"/>
                    <a:pt x="2797" y="1961"/>
                    <a:pt x="2797" y="1961"/>
                  </a:cubicBezTo>
                  <a:lnTo>
                    <a:pt x="2701" y="1897"/>
                  </a:lnTo>
                  <a:lnTo>
                    <a:pt x="2605" y="1929"/>
                  </a:lnTo>
                  <a:cubicBezTo>
                    <a:pt x="2605" y="1929"/>
                    <a:pt x="1936" y="2180"/>
                    <a:pt x="910" y="2577"/>
                  </a:cubicBezTo>
                  <a:lnTo>
                    <a:pt x="910" y="2577"/>
                  </a:lnTo>
                  <a:lnTo>
                    <a:pt x="529" y="821"/>
                  </a:lnTo>
                  <a:lnTo>
                    <a:pt x="529" y="821"/>
                  </a:lnTo>
                  <a:cubicBezTo>
                    <a:pt x="1062" y="716"/>
                    <a:pt x="1500" y="635"/>
                    <a:pt x="1865" y="579"/>
                  </a:cubicBezTo>
                  <a:cubicBezTo>
                    <a:pt x="2251" y="514"/>
                    <a:pt x="2508" y="482"/>
                    <a:pt x="2605" y="450"/>
                  </a:cubicBezTo>
                  <a:cubicBezTo>
                    <a:pt x="2701" y="418"/>
                    <a:pt x="2797" y="418"/>
                    <a:pt x="2894" y="418"/>
                  </a:cubicBezTo>
                  <a:close/>
                  <a:moveTo>
                    <a:pt x="2894" y="0"/>
                  </a:moveTo>
                  <a:cubicBezTo>
                    <a:pt x="2765" y="0"/>
                    <a:pt x="2637" y="0"/>
                    <a:pt x="2508" y="32"/>
                  </a:cubicBezTo>
                  <a:cubicBezTo>
                    <a:pt x="2444" y="32"/>
                    <a:pt x="2187" y="97"/>
                    <a:pt x="1801" y="161"/>
                  </a:cubicBezTo>
                  <a:cubicBezTo>
                    <a:pt x="1383" y="225"/>
                    <a:pt x="837" y="322"/>
                    <a:pt x="226" y="418"/>
                  </a:cubicBezTo>
                  <a:lnTo>
                    <a:pt x="1" y="482"/>
                  </a:lnTo>
                  <a:lnTo>
                    <a:pt x="612" y="3150"/>
                  </a:lnTo>
                  <a:lnTo>
                    <a:pt x="837" y="3054"/>
                  </a:lnTo>
                  <a:cubicBezTo>
                    <a:pt x="1707" y="2715"/>
                    <a:pt x="2341" y="2468"/>
                    <a:pt x="2615" y="2366"/>
                  </a:cubicBezTo>
                  <a:lnTo>
                    <a:pt x="2615" y="2366"/>
                  </a:lnTo>
                  <a:cubicBezTo>
                    <a:pt x="2757" y="2462"/>
                    <a:pt x="3081" y="2677"/>
                    <a:pt x="3440" y="2893"/>
                  </a:cubicBezTo>
                  <a:cubicBezTo>
                    <a:pt x="3697" y="3022"/>
                    <a:pt x="3955" y="3182"/>
                    <a:pt x="4212" y="3279"/>
                  </a:cubicBezTo>
                  <a:cubicBezTo>
                    <a:pt x="4469" y="3408"/>
                    <a:pt x="4726" y="3472"/>
                    <a:pt x="4951" y="3472"/>
                  </a:cubicBezTo>
                  <a:cubicBezTo>
                    <a:pt x="5469" y="3472"/>
                    <a:pt x="6817" y="3449"/>
                    <a:pt x="7216" y="3442"/>
                  </a:cubicBezTo>
                  <a:lnTo>
                    <a:pt x="7216" y="3442"/>
                  </a:lnTo>
                  <a:cubicBezTo>
                    <a:pt x="7291" y="3562"/>
                    <a:pt x="7407" y="3748"/>
                    <a:pt x="7523" y="3922"/>
                  </a:cubicBezTo>
                  <a:cubicBezTo>
                    <a:pt x="7651" y="4083"/>
                    <a:pt x="7748" y="4211"/>
                    <a:pt x="7876" y="4340"/>
                  </a:cubicBezTo>
                  <a:cubicBezTo>
                    <a:pt x="7908" y="4404"/>
                    <a:pt x="7973" y="4468"/>
                    <a:pt x="8037" y="4500"/>
                  </a:cubicBezTo>
                  <a:cubicBezTo>
                    <a:pt x="8069" y="4533"/>
                    <a:pt x="8133" y="4597"/>
                    <a:pt x="8262" y="4597"/>
                  </a:cubicBezTo>
                  <a:cubicBezTo>
                    <a:pt x="8326" y="4597"/>
                    <a:pt x="8391" y="4565"/>
                    <a:pt x="8455" y="4533"/>
                  </a:cubicBezTo>
                  <a:cubicBezTo>
                    <a:pt x="8551" y="4436"/>
                    <a:pt x="8551" y="4372"/>
                    <a:pt x="8583" y="4308"/>
                  </a:cubicBezTo>
                  <a:cubicBezTo>
                    <a:pt x="8583" y="4243"/>
                    <a:pt x="8616" y="4147"/>
                    <a:pt x="8616" y="4083"/>
                  </a:cubicBezTo>
                  <a:cubicBezTo>
                    <a:pt x="8616" y="3858"/>
                    <a:pt x="8551" y="3600"/>
                    <a:pt x="8519" y="3375"/>
                  </a:cubicBezTo>
                  <a:cubicBezTo>
                    <a:pt x="8455" y="3118"/>
                    <a:pt x="8358" y="2765"/>
                    <a:pt x="8262" y="2443"/>
                  </a:cubicBezTo>
                  <a:cubicBezTo>
                    <a:pt x="8133" y="2122"/>
                    <a:pt x="8037" y="1865"/>
                    <a:pt x="8037" y="1865"/>
                  </a:cubicBezTo>
                  <a:lnTo>
                    <a:pt x="8037" y="1800"/>
                  </a:lnTo>
                  <a:lnTo>
                    <a:pt x="7973" y="1768"/>
                  </a:lnTo>
                  <a:cubicBezTo>
                    <a:pt x="7973" y="1768"/>
                    <a:pt x="7490" y="1479"/>
                    <a:pt x="6880" y="1157"/>
                  </a:cubicBezTo>
                  <a:cubicBezTo>
                    <a:pt x="6269" y="836"/>
                    <a:pt x="5562" y="514"/>
                    <a:pt x="5048" y="386"/>
                  </a:cubicBezTo>
                  <a:cubicBezTo>
                    <a:pt x="4308" y="257"/>
                    <a:pt x="3537" y="0"/>
                    <a:pt x="28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893;p64"/>
            <p:cNvSpPr/>
            <p:nvPr/>
          </p:nvSpPr>
          <p:spPr>
            <a:xfrm>
              <a:off x="5526475" y="3239600"/>
              <a:ext cx="90850" cy="322275"/>
            </a:xfrm>
            <a:custGeom>
              <a:avLst/>
              <a:gdLst/>
              <a:ahLst/>
              <a:cxnLst/>
              <a:rect l="l" t="t" r="r" b="b"/>
              <a:pathLst>
                <a:path w="3634" h="12891" extrusionOk="0">
                  <a:moveTo>
                    <a:pt x="2894" y="1"/>
                  </a:moveTo>
                  <a:lnTo>
                    <a:pt x="1" y="12698"/>
                  </a:lnTo>
                  <a:lnTo>
                    <a:pt x="740" y="12891"/>
                  </a:lnTo>
                  <a:lnTo>
                    <a:pt x="3633" y="194"/>
                  </a:lnTo>
                  <a:lnTo>
                    <a:pt x="28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894;p64"/>
            <p:cNvSpPr/>
            <p:nvPr/>
          </p:nvSpPr>
          <p:spPr>
            <a:xfrm>
              <a:off x="5520050" y="3233175"/>
              <a:ext cx="103700" cy="335125"/>
            </a:xfrm>
            <a:custGeom>
              <a:avLst/>
              <a:gdLst/>
              <a:ahLst/>
              <a:cxnLst/>
              <a:rect l="l" t="t" r="r" b="b"/>
              <a:pathLst>
                <a:path w="4148" h="13405" extrusionOk="0">
                  <a:moveTo>
                    <a:pt x="3312" y="515"/>
                  </a:moveTo>
                  <a:lnTo>
                    <a:pt x="3633" y="611"/>
                  </a:lnTo>
                  <a:lnTo>
                    <a:pt x="852" y="12873"/>
                  </a:lnTo>
                  <a:lnTo>
                    <a:pt x="852" y="12873"/>
                  </a:lnTo>
                  <a:lnTo>
                    <a:pt x="515" y="12794"/>
                  </a:lnTo>
                  <a:lnTo>
                    <a:pt x="3312" y="515"/>
                  </a:lnTo>
                  <a:close/>
                  <a:moveTo>
                    <a:pt x="2990" y="1"/>
                  </a:moveTo>
                  <a:lnTo>
                    <a:pt x="1" y="13116"/>
                  </a:lnTo>
                  <a:lnTo>
                    <a:pt x="1158" y="13405"/>
                  </a:lnTo>
                  <a:lnTo>
                    <a:pt x="1222" y="13180"/>
                  </a:lnTo>
                  <a:lnTo>
                    <a:pt x="4147" y="290"/>
                  </a:lnTo>
                  <a:lnTo>
                    <a:pt x="29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895;p64"/>
            <p:cNvSpPr/>
            <p:nvPr/>
          </p:nvSpPr>
          <p:spPr>
            <a:xfrm>
              <a:off x="5156825" y="3548200"/>
              <a:ext cx="391375" cy="27350"/>
            </a:xfrm>
            <a:custGeom>
              <a:avLst/>
              <a:gdLst/>
              <a:ahLst/>
              <a:cxnLst/>
              <a:rect l="l" t="t" r="r" b="b"/>
              <a:pathLst>
                <a:path w="15655" h="1094" extrusionOk="0">
                  <a:moveTo>
                    <a:pt x="15623" y="0"/>
                  </a:moveTo>
                  <a:lnTo>
                    <a:pt x="0" y="322"/>
                  </a:lnTo>
                  <a:lnTo>
                    <a:pt x="33" y="1093"/>
                  </a:lnTo>
                  <a:lnTo>
                    <a:pt x="15655" y="772"/>
                  </a:lnTo>
                  <a:lnTo>
                    <a:pt x="156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896;p64"/>
            <p:cNvSpPr/>
            <p:nvPr/>
          </p:nvSpPr>
          <p:spPr>
            <a:xfrm>
              <a:off x="5152000" y="3542575"/>
              <a:ext cx="401025" cy="38600"/>
            </a:xfrm>
            <a:custGeom>
              <a:avLst/>
              <a:gdLst/>
              <a:ahLst/>
              <a:cxnLst/>
              <a:rect l="l" t="t" r="r" b="b"/>
              <a:pathLst>
                <a:path w="16041" h="1544" extrusionOk="0">
                  <a:moveTo>
                    <a:pt x="15623" y="418"/>
                  </a:moveTo>
                  <a:lnTo>
                    <a:pt x="15623" y="776"/>
                  </a:lnTo>
                  <a:lnTo>
                    <a:pt x="15623" y="776"/>
                  </a:lnTo>
                  <a:lnTo>
                    <a:pt x="418" y="1125"/>
                  </a:lnTo>
                  <a:lnTo>
                    <a:pt x="418" y="772"/>
                  </a:lnTo>
                  <a:lnTo>
                    <a:pt x="15623" y="418"/>
                  </a:lnTo>
                  <a:close/>
                  <a:moveTo>
                    <a:pt x="16041" y="0"/>
                  </a:moveTo>
                  <a:lnTo>
                    <a:pt x="1" y="354"/>
                  </a:lnTo>
                  <a:lnTo>
                    <a:pt x="1" y="1543"/>
                  </a:lnTo>
                  <a:lnTo>
                    <a:pt x="16041" y="1190"/>
                  </a:lnTo>
                  <a:lnTo>
                    <a:pt x="16041" y="965"/>
                  </a:lnTo>
                  <a:lnTo>
                    <a:pt x="16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897;p64"/>
            <p:cNvSpPr/>
            <p:nvPr/>
          </p:nvSpPr>
          <p:spPr>
            <a:xfrm>
              <a:off x="5553000" y="2925400"/>
              <a:ext cx="167175" cy="190475"/>
            </a:xfrm>
            <a:custGeom>
              <a:avLst/>
              <a:gdLst/>
              <a:ahLst/>
              <a:cxnLst/>
              <a:rect l="l" t="t" r="r" b="b"/>
              <a:pathLst>
                <a:path w="6687" h="7619" extrusionOk="0">
                  <a:moveTo>
                    <a:pt x="1" y="0"/>
                  </a:moveTo>
                  <a:lnTo>
                    <a:pt x="3344" y="7618"/>
                  </a:lnTo>
                  <a:lnTo>
                    <a:pt x="66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898;p64"/>
            <p:cNvSpPr/>
            <p:nvPr/>
          </p:nvSpPr>
          <p:spPr>
            <a:xfrm>
              <a:off x="2940475" y="4391175"/>
              <a:ext cx="989275" cy="520775"/>
            </a:xfrm>
            <a:custGeom>
              <a:avLst/>
              <a:gdLst/>
              <a:ahLst/>
              <a:cxnLst/>
              <a:rect l="l" t="t" r="r" b="b"/>
              <a:pathLst>
                <a:path w="39571" h="20831" extrusionOk="0">
                  <a:moveTo>
                    <a:pt x="4565" y="1"/>
                  </a:moveTo>
                  <a:lnTo>
                    <a:pt x="4565" y="10094"/>
                  </a:lnTo>
                  <a:cubicBezTo>
                    <a:pt x="4565" y="13405"/>
                    <a:pt x="3440" y="16619"/>
                    <a:pt x="1350" y="19191"/>
                  </a:cubicBezTo>
                  <a:lnTo>
                    <a:pt x="0" y="20830"/>
                  </a:lnTo>
                  <a:lnTo>
                    <a:pt x="39570" y="20830"/>
                  </a:lnTo>
                  <a:lnTo>
                    <a:pt x="38220" y="19191"/>
                  </a:lnTo>
                  <a:cubicBezTo>
                    <a:pt x="36131" y="16619"/>
                    <a:pt x="35006" y="13405"/>
                    <a:pt x="35006" y="10094"/>
                  </a:cubicBezTo>
                  <a:lnTo>
                    <a:pt x="350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899;p64"/>
            <p:cNvSpPr/>
            <p:nvPr/>
          </p:nvSpPr>
          <p:spPr>
            <a:xfrm>
              <a:off x="3007975" y="4124375"/>
              <a:ext cx="854250" cy="429975"/>
            </a:xfrm>
            <a:custGeom>
              <a:avLst/>
              <a:gdLst/>
              <a:ahLst/>
              <a:cxnLst/>
              <a:rect l="l" t="t" r="r" b="b"/>
              <a:pathLst>
                <a:path w="34170" h="17199" extrusionOk="0">
                  <a:moveTo>
                    <a:pt x="1865" y="1"/>
                  </a:moveTo>
                  <a:lnTo>
                    <a:pt x="1865" y="8294"/>
                  </a:lnTo>
                  <a:lnTo>
                    <a:pt x="1865" y="10126"/>
                  </a:lnTo>
                  <a:cubicBezTo>
                    <a:pt x="1865" y="12601"/>
                    <a:pt x="1222" y="15044"/>
                    <a:pt x="0" y="17198"/>
                  </a:cubicBezTo>
                  <a:lnTo>
                    <a:pt x="34170" y="17198"/>
                  </a:lnTo>
                  <a:cubicBezTo>
                    <a:pt x="32948" y="15044"/>
                    <a:pt x="32306" y="12601"/>
                    <a:pt x="32306" y="10126"/>
                  </a:cubicBezTo>
                  <a:lnTo>
                    <a:pt x="32306" y="8294"/>
                  </a:lnTo>
                  <a:lnTo>
                    <a:pt x="32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900;p64"/>
            <p:cNvSpPr/>
            <p:nvPr/>
          </p:nvSpPr>
          <p:spPr>
            <a:xfrm>
              <a:off x="2934850" y="4385550"/>
              <a:ext cx="1000525" cy="532025"/>
            </a:xfrm>
            <a:custGeom>
              <a:avLst/>
              <a:gdLst/>
              <a:ahLst/>
              <a:cxnLst/>
              <a:rect l="l" t="t" r="r" b="b"/>
              <a:pathLst>
                <a:path w="40021" h="21281" extrusionOk="0">
                  <a:moveTo>
                    <a:pt x="35006" y="419"/>
                  </a:moveTo>
                  <a:lnTo>
                    <a:pt x="35006" y="10319"/>
                  </a:lnTo>
                  <a:cubicBezTo>
                    <a:pt x="35006" y="13662"/>
                    <a:pt x="36163" y="16941"/>
                    <a:pt x="38284" y="19545"/>
                  </a:cubicBezTo>
                  <a:lnTo>
                    <a:pt x="39345" y="20863"/>
                  </a:lnTo>
                  <a:lnTo>
                    <a:pt x="675" y="20863"/>
                  </a:lnTo>
                  <a:lnTo>
                    <a:pt x="1736" y="19545"/>
                  </a:lnTo>
                  <a:cubicBezTo>
                    <a:pt x="3858" y="16941"/>
                    <a:pt x="5015" y="13662"/>
                    <a:pt x="5015" y="10319"/>
                  </a:cubicBezTo>
                  <a:lnTo>
                    <a:pt x="5015" y="419"/>
                  </a:lnTo>
                  <a:close/>
                  <a:moveTo>
                    <a:pt x="4790" y="1"/>
                  </a:moveTo>
                  <a:cubicBezTo>
                    <a:pt x="4725" y="1"/>
                    <a:pt x="4693" y="33"/>
                    <a:pt x="4661" y="65"/>
                  </a:cubicBezTo>
                  <a:cubicBezTo>
                    <a:pt x="4597" y="97"/>
                    <a:pt x="4597" y="161"/>
                    <a:pt x="4597" y="226"/>
                  </a:cubicBezTo>
                  <a:lnTo>
                    <a:pt x="4597" y="10319"/>
                  </a:lnTo>
                  <a:cubicBezTo>
                    <a:pt x="4597" y="13566"/>
                    <a:pt x="3472" y="16748"/>
                    <a:pt x="1415" y="19287"/>
                  </a:cubicBezTo>
                  <a:lnTo>
                    <a:pt x="65" y="20927"/>
                  </a:lnTo>
                  <a:cubicBezTo>
                    <a:pt x="0" y="20991"/>
                    <a:pt x="0" y="21088"/>
                    <a:pt x="32" y="21152"/>
                  </a:cubicBezTo>
                  <a:cubicBezTo>
                    <a:pt x="65" y="21216"/>
                    <a:pt x="161" y="21280"/>
                    <a:pt x="225" y="21280"/>
                  </a:cubicBezTo>
                  <a:lnTo>
                    <a:pt x="39795" y="21280"/>
                  </a:lnTo>
                  <a:cubicBezTo>
                    <a:pt x="39859" y="21280"/>
                    <a:pt x="39956" y="21216"/>
                    <a:pt x="39988" y="21152"/>
                  </a:cubicBezTo>
                  <a:cubicBezTo>
                    <a:pt x="40020" y="21088"/>
                    <a:pt x="39988" y="20991"/>
                    <a:pt x="39956" y="20927"/>
                  </a:cubicBezTo>
                  <a:lnTo>
                    <a:pt x="38606" y="19287"/>
                  </a:lnTo>
                  <a:cubicBezTo>
                    <a:pt x="36548" y="16748"/>
                    <a:pt x="35423" y="13566"/>
                    <a:pt x="35423" y="10319"/>
                  </a:cubicBezTo>
                  <a:lnTo>
                    <a:pt x="35423" y="226"/>
                  </a:lnTo>
                  <a:cubicBezTo>
                    <a:pt x="35423" y="161"/>
                    <a:pt x="35423" y="97"/>
                    <a:pt x="35359" y="65"/>
                  </a:cubicBezTo>
                  <a:cubicBezTo>
                    <a:pt x="35327" y="33"/>
                    <a:pt x="35263" y="1"/>
                    <a:pt x="35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901;p64"/>
            <p:cNvSpPr/>
            <p:nvPr/>
          </p:nvSpPr>
          <p:spPr>
            <a:xfrm>
              <a:off x="1906225" y="2226250"/>
              <a:ext cx="3057750" cy="2244525"/>
            </a:xfrm>
            <a:custGeom>
              <a:avLst/>
              <a:gdLst/>
              <a:ahLst/>
              <a:cxnLst/>
              <a:rect l="l" t="t" r="r" b="b"/>
              <a:pathLst>
                <a:path w="122310" h="89781" extrusionOk="0">
                  <a:moveTo>
                    <a:pt x="4565" y="0"/>
                  </a:moveTo>
                  <a:cubicBezTo>
                    <a:pt x="2058" y="0"/>
                    <a:pt x="0" y="2026"/>
                    <a:pt x="0" y="4533"/>
                  </a:cubicBezTo>
                  <a:lnTo>
                    <a:pt x="0" y="85216"/>
                  </a:lnTo>
                  <a:cubicBezTo>
                    <a:pt x="0" y="87755"/>
                    <a:pt x="2058" y="89780"/>
                    <a:pt x="4565" y="89780"/>
                  </a:cubicBezTo>
                  <a:lnTo>
                    <a:pt x="117745" y="89780"/>
                  </a:lnTo>
                  <a:cubicBezTo>
                    <a:pt x="120253" y="89780"/>
                    <a:pt x="122310" y="87755"/>
                    <a:pt x="122310" y="85216"/>
                  </a:cubicBezTo>
                  <a:lnTo>
                    <a:pt x="122310" y="4533"/>
                  </a:lnTo>
                  <a:cubicBezTo>
                    <a:pt x="122310" y="2026"/>
                    <a:pt x="120253" y="0"/>
                    <a:pt x="1177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902;p64"/>
            <p:cNvSpPr/>
            <p:nvPr/>
          </p:nvSpPr>
          <p:spPr>
            <a:xfrm>
              <a:off x="1901400" y="2220625"/>
              <a:ext cx="3067400" cy="2254950"/>
            </a:xfrm>
            <a:custGeom>
              <a:avLst/>
              <a:gdLst/>
              <a:ahLst/>
              <a:cxnLst/>
              <a:rect l="l" t="t" r="r" b="b"/>
              <a:pathLst>
                <a:path w="122696" h="90198" extrusionOk="0">
                  <a:moveTo>
                    <a:pt x="117938" y="418"/>
                  </a:moveTo>
                  <a:cubicBezTo>
                    <a:pt x="119128" y="418"/>
                    <a:pt x="120221" y="901"/>
                    <a:pt x="120992" y="1704"/>
                  </a:cubicBezTo>
                  <a:cubicBezTo>
                    <a:pt x="121796" y="2476"/>
                    <a:pt x="122278" y="3569"/>
                    <a:pt x="122278" y="4758"/>
                  </a:cubicBezTo>
                  <a:lnTo>
                    <a:pt x="122278" y="85441"/>
                  </a:lnTo>
                  <a:cubicBezTo>
                    <a:pt x="122278" y="86662"/>
                    <a:pt x="121796" y="87723"/>
                    <a:pt x="120992" y="88526"/>
                  </a:cubicBezTo>
                  <a:cubicBezTo>
                    <a:pt x="120221" y="89298"/>
                    <a:pt x="119128" y="89780"/>
                    <a:pt x="117938" y="89780"/>
                  </a:cubicBezTo>
                  <a:lnTo>
                    <a:pt x="4758" y="89780"/>
                  </a:lnTo>
                  <a:cubicBezTo>
                    <a:pt x="3569" y="89780"/>
                    <a:pt x="2476" y="89298"/>
                    <a:pt x="1672" y="88526"/>
                  </a:cubicBezTo>
                  <a:cubicBezTo>
                    <a:pt x="901" y="87723"/>
                    <a:pt x="418" y="86662"/>
                    <a:pt x="418" y="85441"/>
                  </a:cubicBezTo>
                  <a:lnTo>
                    <a:pt x="418" y="4758"/>
                  </a:lnTo>
                  <a:cubicBezTo>
                    <a:pt x="418" y="3569"/>
                    <a:pt x="901" y="2476"/>
                    <a:pt x="1672" y="1704"/>
                  </a:cubicBezTo>
                  <a:cubicBezTo>
                    <a:pt x="2476" y="901"/>
                    <a:pt x="3569" y="418"/>
                    <a:pt x="4758" y="418"/>
                  </a:cubicBezTo>
                  <a:close/>
                  <a:moveTo>
                    <a:pt x="4758" y="0"/>
                  </a:moveTo>
                  <a:cubicBezTo>
                    <a:pt x="2122" y="0"/>
                    <a:pt x="1" y="2122"/>
                    <a:pt x="1" y="4758"/>
                  </a:cubicBezTo>
                  <a:lnTo>
                    <a:pt x="1" y="85441"/>
                  </a:lnTo>
                  <a:cubicBezTo>
                    <a:pt x="1" y="88076"/>
                    <a:pt x="2122" y="90198"/>
                    <a:pt x="4758" y="90198"/>
                  </a:cubicBezTo>
                  <a:lnTo>
                    <a:pt x="117938" y="90198"/>
                  </a:lnTo>
                  <a:cubicBezTo>
                    <a:pt x="120574" y="90198"/>
                    <a:pt x="122696" y="88076"/>
                    <a:pt x="122696" y="85441"/>
                  </a:cubicBezTo>
                  <a:lnTo>
                    <a:pt x="122696" y="4758"/>
                  </a:lnTo>
                  <a:cubicBezTo>
                    <a:pt x="122696" y="2122"/>
                    <a:pt x="120574" y="0"/>
                    <a:pt x="117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903;p64"/>
            <p:cNvSpPr/>
            <p:nvPr/>
          </p:nvSpPr>
          <p:spPr>
            <a:xfrm>
              <a:off x="1906225" y="4121975"/>
              <a:ext cx="3057750" cy="348800"/>
            </a:xfrm>
            <a:custGeom>
              <a:avLst/>
              <a:gdLst/>
              <a:ahLst/>
              <a:cxnLst/>
              <a:rect l="l" t="t" r="r" b="b"/>
              <a:pathLst>
                <a:path w="122310" h="13952" extrusionOk="0">
                  <a:moveTo>
                    <a:pt x="0" y="0"/>
                  </a:moveTo>
                  <a:lnTo>
                    <a:pt x="0" y="9387"/>
                  </a:lnTo>
                  <a:cubicBezTo>
                    <a:pt x="0" y="11926"/>
                    <a:pt x="2058" y="13951"/>
                    <a:pt x="4565" y="13951"/>
                  </a:cubicBezTo>
                  <a:lnTo>
                    <a:pt x="117745" y="13951"/>
                  </a:lnTo>
                  <a:cubicBezTo>
                    <a:pt x="120253" y="13951"/>
                    <a:pt x="122310" y="11926"/>
                    <a:pt x="122310" y="9387"/>
                  </a:cubicBezTo>
                  <a:lnTo>
                    <a:pt x="1223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904;p64"/>
            <p:cNvSpPr/>
            <p:nvPr/>
          </p:nvSpPr>
          <p:spPr>
            <a:xfrm>
              <a:off x="1901400" y="4116350"/>
              <a:ext cx="3067400" cy="359225"/>
            </a:xfrm>
            <a:custGeom>
              <a:avLst/>
              <a:gdLst/>
              <a:ahLst/>
              <a:cxnLst/>
              <a:rect l="l" t="t" r="r" b="b"/>
              <a:pathLst>
                <a:path w="122696" h="14369" extrusionOk="0">
                  <a:moveTo>
                    <a:pt x="122278" y="418"/>
                  </a:moveTo>
                  <a:lnTo>
                    <a:pt x="122278" y="9612"/>
                  </a:lnTo>
                  <a:cubicBezTo>
                    <a:pt x="122278" y="10833"/>
                    <a:pt x="121796" y="11894"/>
                    <a:pt x="120992" y="12697"/>
                  </a:cubicBezTo>
                  <a:cubicBezTo>
                    <a:pt x="120221" y="13469"/>
                    <a:pt x="119128" y="13951"/>
                    <a:pt x="117938" y="13951"/>
                  </a:cubicBezTo>
                  <a:lnTo>
                    <a:pt x="4758" y="13951"/>
                  </a:lnTo>
                  <a:cubicBezTo>
                    <a:pt x="3569" y="13951"/>
                    <a:pt x="2476" y="13469"/>
                    <a:pt x="1672" y="12697"/>
                  </a:cubicBezTo>
                  <a:cubicBezTo>
                    <a:pt x="901" y="11894"/>
                    <a:pt x="418" y="10833"/>
                    <a:pt x="418" y="9612"/>
                  </a:cubicBez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7" y="33"/>
                    <a:pt x="65" y="65"/>
                  </a:cubicBezTo>
                  <a:cubicBezTo>
                    <a:pt x="1" y="97"/>
                    <a:pt x="1" y="161"/>
                    <a:pt x="1" y="225"/>
                  </a:cubicBezTo>
                  <a:lnTo>
                    <a:pt x="1" y="9612"/>
                  </a:lnTo>
                  <a:cubicBezTo>
                    <a:pt x="1" y="12247"/>
                    <a:pt x="2122" y="14369"/>
                    <a:pt x="4758" y="14369"/>
                  </a:cubicBezTo>
                  <a:lnTo>
                    <a:pt x="117938" y="14369"/>
                  </a:lnTo>
                  <a:cubicBezTo>
                    <a:pt x="120574" y="14369"/>
                    <a:pt x="122696" y="12247"/>
                    <a:pt x="122696" y="9612"/>
                  </a:cubicBezTo>
                  <a:lnTo>
                    <a:pt x="122696" y="225"/>
                  </a:lnTo>
                  <a:cubicBezTo>
                    <a:pt x="122696" y="161"/>
                    <a:pt x="122664" y="97"/>
                    <a:pt x="122631" y="65"/>
                  </a:cubicBezTo>
                  <a:cubicBezTo>
                    <a:pt x="122599" y="33"/>
                    <a:pt x="122535" y="0"/>
                    <a:pt x="122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905;p64"/>
            <p:cNvSpPr/>
            <p:nvPr/>
          </p:nvSpPr>
          <p:spPr>
            <a:xfrm>
              <a:off x="2060525" y="2365275"/>
              <a:ext cx="2749175" cy="1586350"/>
            </a:xfrm>
            <a:custGeom>
              <a:avLst/>
              <a:gdLst/>
              <a:ahLst/>
              <a:cxnLst/>
              <a:rect l="l" t="t" r="r" b="b"/>
              <a:pathLst>
                <a:path w="109967" h="63454" extrusionOk="0">
                  <a:moveTo>
                    <a:pt x="0" y="0"/>
                  </a:moveTo>
                  <a:lnTo>
                    <a:pt x="0" y="63454"/>
                  </a:lnTo>
                  <a:lnTo>
                    <a:pt x="109966" y="63454"/>
                  </a:lnTo>
                  <a:lnTo>
                    <a:pt x="1099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906;p64"/>
            <p:cNvSpPr/>
            <p:nvPr/>
          </p:nvSpPr>
          <p:spPr>
            <a:xfrm>
              <a:off x="2054900" y="2360450"/>
              <a:ext cx="2760425" cy="1596000"/>
            </a:xfrm>
            <a:custGeom>
              <a:avLst/>
              <a:gdLst/>
              <a:ahLst/>
              <a:cxnLst/>
              <a:rect l="l" t="t" r="r" b="b"/>
              <a:pathLst>
                <a:path w="110417" h="63840" extrusionOk="0">
                  <a:moveTo>
                    <a:pt x="109998" y="419"/>
                  </a:moveTo>
                  <a:lnTo>
                    <a:pt x="109998" y="63422"/>
                  </a:lnTo>
                  <a:lnTo>
                    <a:pt x="418" y="63422"/>
                  </a:lnTo>
                  <a:lnTo>
                    <a:pt x="418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1"/>
                    <a:pt x="64" y="65"/>
                  </a:cubicBezTo>
                  <a:cubicBezTo>
                    <a:pt x="32" y="97"/>
                    <a:pt x="0" y="161"/>
                    <a:pt x="0" y="193"/>
                  </a:cubicBezTo>
                  <a:lnTo>
                    <a:pt x="0" y="63647"/>
                  </a:lnTo>
                  <a:cubicBezTo>
                    <a:pt x="0" y="63711"/>
                    <a:pt x="32" y="63743"/>
                    <a:pt x="64" y="63775"/>
                  </a:cubicBezTo>
                  <a:cubicBezTo>
                    <a:pt x="97" y="63840"/>
                    <a:pt x="161" y="63840"/>
                    <a:pt x="225" y="63840"/>
                  </a:cubicBezTo>
                  <a:lnTo>
                    <a:pt x="110191" y="63840"/>
                  </a:lnTo>
                  <a:cubicBezTo>
                    <a:pt x="110255" y="63840"/>
                    <a:pt x="110320" y="63840"/>
                    <a:pt x="110352" y="63775"/>
                  </a:cubicBezTo>
                  <a:cubicBezTo>
                    <a:pt x="110384" y="63743"/>
                    <a:pt x="110416" y="63711"/>
                    <a:pt x="110416" y="63647"/>
                  </a:cubicBezTo>
                  <a:lnTo>
                    <a:pt x="110416" y="193"/>
                  </a:lnTo>
                  <a:cubicBezTo>
                    <a:pt x="110416" y="161"/>
                    <a:pt x="110384" y="97"/>
                    <a:pt x="110352" y="65"/>
                  </a:cubicBezTo>
                  <a:cubicBezTo>
                    <a:pt x="110320" y="1"/>
                    <a:pt x="110255" y="1"/>
                    <a:pt x="110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907;p64"/>
            <p:cNvSpPr/>
            <p:nvPr/>
          </p:nvSpPr>
          <p:spPr>
            <a:xfrm>
              <a:off x="2940475" y="4911925"/>
              <a:ext cx="989275" cy="45025"/>
            </a:xfrm>
            <a:custGeom>
              <a:avLst/>
              <a:gdLst/>
              <a:ahLst/>
              <a:cxnLst/>
              <a:rect l="l" t="t" r="r" b="b"/>
              <a:pathLst>
                <a:path w="39571" h="1801" extrusionOk="0">
                  <a:moveTo>
                    <a:pt x="0" y="0"/>
                  </a:moveTo>
                  <a:lnTo>
                    <a:pt x="0" y="1801"/>
                  </a:lnTo>
                  <a:lnTo>
                    <a:pt x="39570" y="1801"/>
                  </a:lnTo>
                  <a:lnTo>
                    <a:pt x="395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908;p64"/>
            <p:cNvSpPr/>
            <p:nvPr/>
          </p:nvSpPr>
          <p:spPr>
            <a:xfrm>
              <a:off x="2935650" y="4907100"/>
              <a:ext cx="999725" cy="55475"/>
            </a:xfrm>
            <a:custGeom>
              <a:avLst/>
              <a:gdLst/>
              <a:ahLst/>
              <a:cxnLst/>
              <a:rect l="l" t="t" r="r" b="b"/>
              <a:pathLst>
                <a:path w="39989" h="2219" extrusionOk="0">
                  <a:moveTo>
                    <a:pt x="39538" y="418"/>
                  </a:moveTo>
                  <a:lnTo>
                    <a:pt x="39538" y="1801"/>
                  </a:lnTo>
                  <a:lnTo>
                    <a:pt x="418" y="1801"/>
                  </a:lnTo>
                  <a:lnTo>
                    <a:pt x="418" y="418"/>
                  </a:lnTo>
                  <a:close/>
                  <a:moveTo>
                    <a:pt x="193" y="1"/>
                  </a:moveTo>
                  <a:cubicBezTo>
                    <a:pt x="129" y="1"/>
                    <a:pt x="97" y="1"/>
                    <a:pt x="65" y="65"/>
                  </a:cubicBezTo>
                  <a:cubicBezTo>
                    <a:pt x="0" y="97"/>
                    <a:pt x="0" y="161"/>
                    <a:pt x="0" y="193"/>
                  </a:cubicBezTo>
                  <a:lnTo>
                    <a:pt x="0" y="1994"/>
                  </a:lnTo>
                  <a:cubicBezTo>
                    <a:pt x="0" y="2058"/>
                    <a:pt x="0" y="2122"/>
                    <a:pt x="65" y="2154"/>
                  </a:cubicBezTo>
                  <a:cubicBezTo>
                    <a:pt x="97" y="2186"/>
                    <a:pt x="129" y="2219"/>
                    <a:pt x="193" y="2219"/>
                  </a:cubicBezTo>
                  <a:lnTo>
                    <a:pt x="39763" y="2219"/>
                  </a:lnTo>
                  <a:cubicBezTo>
                    <a:pt x="39827" y="2219"/>
                    <a:pt x="39859" y="2186"/>
                    <a:pt x="39924" y="2154"/>
                  </a:cubicBezTo>
                  <a:cubicBezTo>
                    <a:pt x="39956" y="2122"/>
                    <a:pt x="39988" y="2058"/>
                    <a:pt x="39988" y="1994"/>
                  </a:cubicBezTo>
                  <a:lnTo>
                    <a:pt x="39988" y="193"/>
                  </a:lnTo>
                  <a:cubicBezTo>
                    <a:pt x="39988" y="161"/>
                    <a:pt x="39956" y="97"/>
                    <a:pt x="39924" y="65"/>
                  </a:cubicBezTo>
                  <a:cubicBezTo>
                    <a:pt x="39859" y="1"/>
                    <a:pt x="39827" y="1"/>
                    <a:pt x="39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909;p64"/>
            <p:cNvSpPr/>
            <p:nvPr/>
          </p:nvSpPr>
          <p:spPr>
            <a:xfrm>
              <a:off x="2383575" y="2497075"/>
              <a:ext cx="147875" cy="199325"/>
            </a:xfrm>
            <a:custGeom>
              <a:avLst/>
              <a:gdLst/>
              <a:ahLst/>
              <a:cxnLst/>
              <a:rect l="l" t="t" r="r" b="b"/>
              <a:pathLst>
                <a:path w="5915" h="7973" extrusionOk="0">
                  <a:moveTo>
                    <a:pt x="0" y="0"/>
                  </a:moveTo>
                  <a:lnTo>
                    <a:pt x="3954" y="7972"/>
                  </a:lnTo>
                  <a:lnTo>
                    <a:pt x="5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910;p64"/>
            <p:cNvSpPr/>
            <p:nvPr/>
          </p:nvSpPr>
          <p:spPr>
            <a:xfrm>
              <a:off x="2377950" y="2491450"/>
              <a:ext cx="159125" cy="209975"/>
            </a:xfrm>
            <a:custGeom>
              <a:avLst/>
              <a:gdLst/>
              <a:ahLst/>
              <a:cxnLst/>
              <a:rect l="l" t="t" r="r" b="b"/>
              <a:pathLst>
                <a:path w="6365" h="8399" extrusionOk="0">
                  <a:moveTo>
                    <a:pt x="5883" y="418"/>
                  </a:moveTo>
                  <a:lnTo>
                    <a:pt x="4119" y="7593"/>
                  </a:lnTo>
                  <a:lnTo>
                    <a:pt x="4119" y="7593"/>
                  </a:lnTo>
                  <a:lnTo>
                    <a:pt x="547" y="418"/>
                  </a:lnTo>
                  <a:close/>
                  <a:moveTo>
                    <a:pt x="225" y="0"/>
                  </a:moveTo>
                  <a:cubicBezTo>
                    <a:pt x="129" y="0"/>
                    <a:pt x="65" y="32"/>
                    <a:pt x="32" y="97"/>
                  </a:cubicBezTo>
                  <a:cubicBezTo>
                    <a:pt x="0" y="161"/>
                    <a:pt x="0" y="257"/>
                    <a:pt x="32" y="322"/>
                  </a:cubicBezTo>
                  <a:lnTo>
                    <a:pt x="4018" y="8293"/>
                  </a:lnTo>
                  <a:cubicBezTo>
                    <a:pt x="4045" y="8346"/>
                    <a:pt x="4092" y="8398"/>
                    <a:pt x="4161" y="8398"/>
                  </a:cubicBezTo>
                  <a:cubicBezTo>
                    <a:pt x="4177" y="8398"/>
                    <a:pt x="4193" y="8396"/>
                    <a:pt x="4211" y="8390"/>
                  </a:cubicBezTo>
                  <a:cubicBezTo>
                    <a:pt x="4308" y="8390"/>
                    <a:pt x="4372" y="8326"/>
                    <a:pt x="4404" y="8229"/>
                  </a:cubicBezTo>
                  <a:lnTo>
                    <a:pt x="6365" y="257"/>
                  </a:lnTo>
                  <a:cubicBezTo>
                    <a:pt x="6365" y="193"/>
                    <a:pt x="6365" y="129"/>
                    <a:pt x="6333" y="97"/>
                  </a:cubicBezTo>
                  <a:cubicBezTo>
                    <a:pt x="6268" y="32"/>
                    <a:pt x="6204" y="0"/>
                    <a:pt x="6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911;p64"/>
            <p:cNvSpPr/>
            <p:nvPr/>
          </p:nvSpPr>
          <p:spPr>
            <a:xfrm>
              <a:off x="2398825" y="2504300"/>
              <a:ext cx="94875" cy="192100"/>
            </a:xfrm>
            <a:custGeom>
              <a:avLst/>
              <a:gdLst/>
              <a:ahLst/>
              <a:cxnLst/>
              <a:rect l="l" t="t" r="r" b="b"/>
              <a:pathLst>
                <a:path w="3795" h="7684" extrusionOk="0">
                  <a:moveTo>
                    <a:pt x="1" y="0"/>
                  </a:moveTo>
                  <a:lnTo>
                    <a:pt x="3344" y="7683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912;p64"/>
            <p:cNvSpPr/>
            <p:nvPr/>
          </p:nvSpPr>
          <p:spPr>
            <a:xfrm>
              <a:off x="2393200" y="2499475"/>
              <a:ext cx="106125" cy="201950"/>
            </a:xfrm>
            <a:custGeom>
              <a:avLst/>
              <a:gdLst/>
              <a:ahLst/>
              <a:cxnLst/>
              <a:rect l="l" t="t" r="r" b="b"/>
              <a:pathLst>
                <a:path w="4245" h="8078" extrusionOk="0">
                  <a:moveTo>
                    <a:pt x="3794" y="419"/>
                  </a:moveTo>
                  <a:lnTo>
                    <a:pt x="3427" y="6947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97"/>
                  </a:cubicBezTo>
                  <a:cubicBezTo>
                    <a:pt x="33" y="129"/>
                    <a:pt x="1" y="226"/>
                    <a:pt x="33" y="290"/>
                  </a:cubicBezTo>
                  <a:lnTo>
                    <a:pt x="3376" y="7940"/>
                  </a:lnTo>
                  <a:cubicBezTo>
                    <a:pt x="3429" y="8020"/>
                    <a:pt x="3504" y="8077"/>
                    <a:pt x="3582" y="8077"/>
                  </a:cubicBezTo>
                  <a:cubicBezTo>
                    <a:pt x="3599" y="8077"/>
                    <a:pt x="3616" y="8075"/>
                    <a:pt x="3633" y="8069"/>
                  </a:cubicBezTo>
                  <a:cubicBezTo>
                    <a:pt x="3730" y="8069"/>
                    <a:pt x="3794" y="7972"/>
                    <a:pt x="3794" y="7876"/>
                  </a:cubicBezTo>
                  <a:lnTo>
                    <a:pt x="4244" y="226"/>
                  </a:lnTo>
                  <a:cubicBezTo>
                    <a:pt x="4244" y="161"/>
                    <a:pt x="4212" y="97"/>
                    <a:pt x="4180" y="65"/>
                  </a:cubicBezTo>
                  <a:cubicBezTo>
                    <a:pt x="4148" y="1"/>
                    <a:pt x="4083" y="1"/>
                    <a:pt x="4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913;p64"/>
            <p:cNvSpPr/>
            <p:nvPr/>
          </p:nvSpPr>
          <p:spPr>
            <a:xfrm>
              <a:off x="2377950" y="2489825"/>
              <a:ext cx="104475" cy="206575"/>
            </a:xfrm>
            <a:custGeom>
              <a:avLst/>
              <a:gdLst/>
              <a:ahLst/>
              <a:cxnLst/>
              <a:rect l="l" t="t" r="r" b="b"/>
              <a:pathLst>
                <a:path w="4179" h="8263" extrusionOk="0">
                  <a:moveTo>
                    <a:pt x="0" y="1"/>
                  </a:moveTo>
                  <a:lnTo>
                    <a:pt x="4179" y="8262"/>
                  </a:lnTo>
                  <a:lnTo>
                    <a:pt x="3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914;p64"/>
            <p:cNvSpPr/>
            <p:nvPr/>
          </p:nvSpPr>
          <p:spPr>
            <a:xfrm>
              <a:off x="2372325" y="2484200"/>
              <a:ext cx="115725" cy="217225"/>
            </a:xfrm>
            <a:custGeom>
              <a:avLst/>
              <a:gdLst/>
              <a:ahLst/>
              <a:cxnLst/>
              <a:rect l="l" t="t" r="r" b="b"/>
              <a:pathLst>
                <a:path w="4629" h="8689" extrusionOk="0">
                  <a:moveTo>
                    <a:pt x="3825" y="419"/>
                  </a:moveTo>
                  <a:lnTo>
                    <a:pt x="4166" y="7535"/>
                  </a:lnTo>
                  <a:lnTo>
                    <a:pt x="579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64" y="97"/>
                  </a:cubicBezTo>
                  <a:cubicBezTo>
                    <a:pt x="0" y="162"/>
                    <a:pt x="0" y="258"/>
                    <a:pt x="32" y="322"/>
                  </a:cubicBezTo>
                  <a:lnTo>
                    <a:pt x="4243" y="8583"/>
                  </a:lnTo>
                  <a:cubicBezTo>
                    <a:pt x="4270" y="8636"/>
                    <a:pt x="4339" y="8688"/>
                    <a:pt x="4416" y="8688"/>
                  </a:cubicBezTo>
                  <a:cubicBezTo>
                    <a:pt x="4433" y="8688"/>
                    <a:pt x="4451" y="8686"/>
                    <a:pt x="4468" y="8680"/>
                  </a:cubicBezTo>
                  <a:cubicBezTo>
                    <a:pt x="4565" y="8648"/>
                    <a:pt x="4629" y="8551"/>
                    <a:pt x="4629" y="8455"/>
                  </a:cubicBezTo>
                  <a:lnTo>
                    <a:pt x="4211" y="194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915;p64"/>
            <p:cNvSpPr/>
            <p:nvPr/>
          </p:nvSpPr>
          <p:spPr>
            <a:xfrm>
              <a:off x="2153725" y="2452075"/>
              <a:ext cx="328700" cy="244325"/>
            </a:xfrm>
            <a:custGeom>
              <a:avLst/>
              <a:gdLst/>
              <a:ahLst/>
              <a:cxnLst/>
              <a:rect l="l" t="t" r="r" b="b"/>
              <a:pathLst>
                <a:path w="13148" h="9773" extrusionOk="0">
                  <a:moveTo>
                    <a:pt x="1" y="0"/>
                  </a:moveTo>
                  <a:lnTo>
                    <a:pt x="2412" y="9772"/>
                  </a:lnTo>
                  <a:lnTo>
                    <a:pt x="13148" y="9772"/>
                  </a:lnTo>
                  <a:lnTo>
                    <a:pt x="11444" y="1125"/>
                  </a:lnTo>
                  <a:lnTo>
                    <a:pt x="6108" y="1125"/>
                  </a:lnTo>
                  <a:lnTo>
                    <a:pt x="5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916;p64"/>
            <p:cNvSpPr/>
            <p:nvPr/>
          </p:nvSpPr>
          <p:spPr>
            <a:xfrm>
              <a:off x="2148100" y="2447250"/>
              <a:ext cx="339950" cy="253950"/>
            </a:xfrm>
            <a:custGeom>
              <a:avLst/>
              <a:gdLst/>
              <a:ahLst/>
              <a:cxnLst/>
              <a:rect l="l" t="t" r="r" b="b"/>
              <a:pathLst>
                <a:path w="13598" h="10158" extrusionOk="0">
                  <a:moveTo>
                    <a:pt x="5240" y="418"/>
                  </a:moveTo>
                  <a:lnTo>
                    <a:pt x="6173" y="1447"/>
                  </a:lnTo>
                  <a:cubicBezTo>
                    <a:pt x="6205" y="1511"/>
                    <a:pt x="6269" y="1511"/>
                    <a:pt x="6333" y="1511"/>
                  </a:cubicBezTo>
                  <a:lnTo>
                    <a:pt x="11509" y="1511"/>
                  </a:lnTo>
                  <a:lnTo>
                    <a:pt x="13116" y="9740"/>
                  </a:lnTo>
                  <a:lnTo>
                    <a:pt x="2797" y="9740"/>
                  </a:lnTo>
                  <a:lnTo>
                    <a:pt x="483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2"/>
                    <a:pt x="65" y="65"/>
                  </a:cubicBezTo>
                  <a:cubicBezTo>
                    <a:pt x="1" y="129"/>
                    <a:pt x="1" y="193"/>
                    <a:pt x="1" y="257"/>
                  </a:cubicBezTo>
                  <a:lnTo>
                    <a:pt x="2412" y="9997"/>
                  </a:lnTo>
                  <a:cubicBezTo>
                    <a:pt x="2444" y="10094"/>
                    <a:pt x="2540" y="10158"/>
                    <a:pt x="2637" y="10158"/>
                  </a:cubicBezTo>
                  <a:lnTo>
                    <a:pt x="13373" y="10158"/>
                  </a:lnTo>
                  <a:cubicBezTo>
                    <a:pt x="13437" y="10158"/>
                    <a:pt x="13502" y="10126"/>
                    <a:pt x="13566" y="10094"/>
                  </a:cubicBezTo>
                  <a:cubicBezTo>
                    <a:pt x="13598" y="10029"/>
                    <a:pt x="13598" y="9965"/>
                    <a:pt x="13598" y="9901"/>
                  </a:cubicBezTo>
                  <a:lnTo>
                    <a:pt x="11894" y="1254"/>
                  </a:lnTo>
                  <a:cubicBezTo>
                    <a:pt x="11862" y="1157"/>
                    <a:pt x="11798" y="1093"/>
                    <a:pt x="11669" y="1093"/>
                  </a:cubicBezTo>
                  <a:lnTo>
                    <a:pt x="6435" y="1093"/>
                  </a:lnTo>
                  <a:lnTo>
                    <a:pt x="5498" y="65"/>
                  </a:lnTo>
                  <a:cubicBezTo>
                    <a:pt x="5465" y="32"/>
                    <a:pt x="5401" y="0"/>
                    <a:pt x="5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917;p64"/>
            <p:cNvSpPr/>
            <p:nvPr/>
          </p:nvSpPr>
          <p:spPr>
            <a:xfrm>
              <a:off x="2383575" y="2857075"/>
              <a:ext cx="147875" cy="199325"/>
            </a:xfrm>
            <a:custGeom>
              <a:avLst/>
              <a:gdLst/>
              <a:ahLst/>
              <a:cxnLst/>
              <a:rect l="l" t="t" r="r" b="b"/>
              <a:pathLst>
                <a:path w="5915" h="7973" extrusionOk="0">
                  <a:moveTo>
                    <a:pt x="0" y="1"/>
                  </a:moveTo>
                  <a:lnTo>
                    <a:pt x="3954" y="7973"/>
                  </a:lnTo>
                  <a:lnTo>
                    <a:pt x="59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918;p64"/>
            <p:cNvSpPr/>
            <p:nvPr/>
          </p:nvSpPr>
          <p:spPr>
            <a:xfrm>
              <a:off x="2377950" y="2852275"/>
              <a:ext cx="159125" cy="209750"/>
            </a:xfrm>
            <a:custGeom>
              <a:avLst/>
              <a:gdLst/>
              <a:ahLst/>
              <a:cxnLst/>
              <a:rect l="l" t="t" r="r" b="b"/>
              <a:pathLst>
                <a:path w="6365" h="8390" extrusionOk="0">
                  <a:moveTo>
                    <a:pt x="5883" y="418"/>
                  </a:moveTo>
                  <a:lnTo>
                    <a:pt x="4124" y="7572"/>
                  </a:lnTo>
                  <a:lnTo>
                    <a:pt x="547" y="418"/>
                  </a:lnTo>
                  <a:close/>
                  <a:moveTo>
                    <a:pt x="225" y="0"/>
                  </a:moveTo>
                  <a:cubicBezTo>
                    <a:pt x="129" y="0"/>
                    <a:pt x="65" y="32"/>
                    <a:pt x="32" y="96"/>
                  </a:cubicBezTo>
                  <a:cubicBezTo>
                    <a:pt x="0" y="161"/>
                    <a:pt x="0" y="225"/>
                    <a:pt x="32" y="289"/>
                  </a:cubicBezTo>
                  <a:lnTo>
                    <a:pt x="4018" y="8261"/>
                  </a:lnTo>
                  <a:cubicBezTo>
                    <a:pt x="4050" y="8358"/>
                    <a:pt x="4115" y="8390"/>
                    <a:pt x="4211" y="8390"/>
                  </a:cubicBezTo>
                  <a:cubicBezTo>
                    <a:pt x="4308" y="8358"/>
                    <a:pt x="4372" y="8293"/>
                    <a:pt x="4404" y="8229"/>
                  </a:cubicBezTo>
                  <a:lnTo>
                    <a:pt x="6365" y="257"/>
                  </a:lnTo>
                  <a:cubicBezTo>
                    <a:pt x="6365" y="193"/>
                    <a:pt x="6365" y="129"/>
                    <a:pt x="6333" y="64"/>
                  </a:cubicBezTo>
                  <a:cubicBezTo>
                    <a:pt x="6268" y="32"/>
                    <a:pt x="6204" y="0"/>
                    <a:pt x="6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919;p64"/>
            <p:cNvSpPr/>
            <p:nvPr/>
          </p:nvSpPr>
          <p:spPr>
            <a:xfrm>
              <a:off x="2398825" y="2865125"/>
              <a:ext cx="94875" cy="191275"/>
            </a:xfrm>
            <a:custGeom>
              <a:avLst/>
              <a:gdLst/>
              <a:ahLst/>
              <a:cxnLst/>
              <a:rect l="l" t="t" r="r" b="b"/>
              <a:pathLst>
                <a:path w="3795" h="7651" extrusionOk="0">
                  <a:moveTo>
                    <a:pt x="1" y="0"/>
                  </a:moveTo>
                  <a:lnTo>
                    <a:pt x="3344" y="7651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920;p64"/>
            <p:cNvSpPr/>
            <p:nvPr/>
          </p:nvSpPr>
          <p:spPr>
            <a:xfrm>
              <a:off x="2393200" y="2859500"/>
              <a:ext cx="106125" cy="202525"/>
            </a:xfrm>
            <a:custGeom>
              <a:avLst/>
              <a:gdLst/>
              <a:ahLst/>
              <a:cxnLst/>
              <a:rect l="l" t="t" r="r" b="b"/>
              <a:pathLst>
                <a:path w="4245" h="8101" extrusionOk="0">
                  <a:moveTo>
                    <a:pt x="3794" y="418"/>
                  </a:moveTo>
                  <a:lnTo>
                    <a:pt x="3428" y="6950"/>
                  </a:lnTo>
                  <a:lnTo>
                    <a:pt x="3428" y="6950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3"/>
                    <a:pt x="65" y="97"/>
                  </a:cubicBezTo>
                  <a:cubicBezTo>
                    <a:pt x="33" y="161"/>
                    <a:pt x="1" y="225"/>
                    <a:pt x="33" y="290"/>
                  </a:cubicBezTo>
                  <a:lnTo>
                    <a:pt x="3376" y="7972"/>
                  </a:lnTo>
                  <a:cubicBezTo>
                    <a:pt x="3440" y="8069"/>
                    <a:pt x="3537" y="8101"/>
                    <a:pt x="3633" y="8101"/>
                  </a:cubicBezTo>
                  <a:cubicBezTo>
                    <a:pt x="3730" y="8069"/>
                    <a:pt x="3794" y="8004"/>
                    <a:pt x="3794" y="7876"/>
                  </a:cubicBezTo>
                  <a:lnTo>
                    <a:pt x="4244" y="225"/>
                  </a:lnTo>
                  <a:cubicBezTo>
                    <a:pt x="4244" y="161"/>
                    <a:pt x="4212" y="97"/>
                    <a:pt x="4180" y="65"/>
                  </a:cubicBezTo>
                  <a:cubicBezTo>
                    <a:pt x="4148" y="33"/>
                    <a:pt x="4083" y="0"/>
                    <a:pt x="4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921;p64"/>
            <p:cNvSpPr/>
            <p:nvPr/>
          </p:nvSpPr>
          <p:spPr>
            <a:xfrm>
              <a:off x="2377950" y="2849850"/>
              <a:ext cx="104475" cy="206550"/>
            </a:xfrm>
            <a:custGeom>
              <a:avLst/>
              <a:gdLst/>
              <a:ahLst/>
              <a:cxnLst/>
              <a:rect l="l" t="t" r="r" b="b"/>
              <a:pathLst>
                <a:path w="4179" h="8262" extrusionOk="0">
                  <a:moveTo>
                    <a:pt x="0" y="1"/>
                  </a:moveTo>
                  <a:lnTo>
                    <a:pt x="4179" y="8262"/>
                  </a:lnTo>
                  <a:lnTo>
                    <a:pt x="3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922;p64"/>
            <p:cNvSpPr/>
            <p:nvPr/>
          </p:nvSpPr>
          <p:spPr>
            <a:xfrm>
              <a:off x="2372325" y="2844225"/>
              <a:ext cx="115725" cy="217300"/>
            </a:xfrm>
            <a:custGeom>
              <a:avLst/>
              <a:gdLst/>
              <a:ahLst/>
              <a:cxnLst/>
              <a:rect l="l" t="t" r="r" b="b"/>
              <a:pathLst>
                <a:path w="4629" h="8692" extrusionOk="0">
                  <a:moveTo>
                    <a:pt x="3825" y="451"/>
                  </a:moveTo>
                  <a:lnTo>
                    <a:pt x="4166" y="7538"/>
                  </a:lnTo>
                  <a:lnTo>
                    <a:pt x="579" y="451"/>
                  </a:lnTo>
                  <a:close/>
                  <a:moveTo>
                    <a:pt x="225" y="1"/>
                  </a:moveTo>
                  <a:cubicBezTo>
                    <a:pt x="161" y="1"/>
                    <a:pt x="97" y="65"/>
                    <a:pt x="64" y="129"/>
                  </a:cubicBezTo>
                  <a:cubicBezTo>
                    <a:pt x="0" y="193"/>
                    <a:pt x="0" y="258"/>
                    <a:pt x="32" y="322"/>
                  </a:cubicBezTo>
                  <a:lnTo>
                    <a:pt x="4243" y="8583"/>
                  </a:lnTo>
                  <a:cubicBezTo>
                    <a:pt x="4267" y="8656"/>
                    <a:pt x="4328" y="8692"/>
                    <a:pt x="4397" y="8692"/>
                  </a:cubicBezTo>
                  <a:cubicBezTo>
                    <a:pt x="4420" y="8692"/>
                    <a:pt x="4444" y="8688"/>
                    <a:pt x="4468" y="8680"/>
                  </a:cubicBezTo>
                  <a:cubicBezTo>
                    <a:pt x="4565" y="8680"/>
                    <a:pt x="4629" y="8583"/>
                    <a:pt x="4629" y="8487"/>
                  </a:cubicBezTo>
                  <a:lnTo>
                    <a:pt x="4211" y="226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923;p64"/>
            <p:cNvSpPr/>
            <p:nvPr/>
          </p:nvSpPr>
          <p:spPr>
            <a:xfrm>
              <a:off x="2153725" y="2812875"/>
              <a:ext cx="328700" cy="243525"/>
            </a:xfrm>
            <a:custGeom>
              <a:avLst/>
              <a:gdLst/>
              <a:ahLst/>
              <a:cxnLst/>
              <a:rect l="l" t="t" r="r" b="b"/>
              <a:pathLst>
                <a:path w="13148" h="9741" extrusionOk="0">
                  <a:moveTo>
                    <a:pt x="1" y="1"/>
                  </a:moveTo>
                  <a:lnTo>
                    <a:pt x="2412" y="9741"/>
                  </a:lnTo>
                  <a:lnTo>
                    <a:pt x="13148" y="9741"/>
                  </a:lnTo>
                  <a:lnTo>
                    <a:pt x="11444" y="1094"/>
                  </a:lnTo>
                  <a:lnTo>
                    <a:pt x="6108" y="1094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924;p64"/>
            <p:cNvSpPr/>
            <p:nvPr/>
          </p:nvSpPr>
          <p:spPr>
            <a:xfrm>
              <a:off x="2148100" y="2807250"/>
              <a:ext cx="339950" cy="254775"/>
            </a:xfrm>
            <a:custGeom>
              <a:avLst/>
              <a:gdLst/>
              <a:ahLst/>
              <a:cxnLst/>
              <a:rect l="l" t="t" r="r" b="b"/>
              <a:pathLst>
                <a:path w="13598" h="10191" extrusionOk="0">
                  <a:moveTo>
                    <a:pt x="5240" y="419"/>
                  </a:moveTo>
                  <a:lnTo>
                    <a:pt x="6173" y="1480"/>
                  </a:lnTo>
                  <a:cubicBezTo>
                    <a:pt x="6205" y="1512"/>
                    <a:pt x="6269" y="1544"/>
                    <a:pt x="6333" y="1544"/>
                  </a:cubicBezTo>
                  <a:lnTo>
                    <a:pt x="11509" y="1544"/>
                  </a:lnTo>
                  <a:lnTo>
                    <a:pt x="13116" y="9741"/>
                  </a:lnTo>
                  <a:lnTo>
                    <a:pt x="2797" y="9741"/>
                  </a:lnTo>
                  <a:lnTo>
                    <a:pt x="483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97"/>
                  </a:cubicBezTo>
                  <a:cubicBezTo>
                    <a:pt x="1" y="130"/>
                    <a:pt x="1" y="194"/>
                    <a:pt x="1" y="258"/>
                  </a:cubicBezTo>
                  <a:lnTo>
                    <a:pt x="2412" y="10030"/>
                  </a:lnTo>
                  <a:cubicBezTo>
                    <a:pt x="2444" y="10126"/>
                    <a:pt x="2540" y="10191"/>
                    <a:pt x="2637" y="10191"/>
                  </a:cubicBezTo>
                  <a:lnTo>
                    <a:pt x="13373" y="10191"/>
                  </a:lnTo>
                  <a:cubicBezTo>
                    <a:pt x="13437" y="10191"/>
                    <a:pt x="13502" y="10159"/>
                    <a:pt x="13566" y="10094"/>
                  </a:cubicBezTo>
                  <a:cubicBezTo>
                    <a:pt x="13598" y="10062"/>
                    <a:pt x="13598" y="9998"/>
                    <a:pt x="13598" y="9934"/>
                  </a:cubicBezTo>
                  <a:lnTo>
                    <a:pt x="11894" y="1287"/>
                  </a:lnTo>
                  <a:cubicBezTo>
                    <a:pt x="11862" y="1190"/>
                    <a:pt x="11798" y="1126"/>
                    <a:pt x="11669" y="1126"/>
                  </a:cubicBezTo>
                  <a:lnTo>
                    <a:pt x="6437" y="1126"/>
                  </a:lnTo>
                  <a:lnTo>
                    <a:pt x="5498" y="65"/>
                  </a:lnTo>
                  <a:cubicBezTo>
                    <a:pt x="5465" y="33"/>
                    <a:pt x="5401" y="1"/>
                    <a:pt x="5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925;p64"/>
            <p:cNvSpPr/>
            <p:nvPr/>
          </p:nvSpPr>
          <p:spPr>
            <a:xfrm>
              <a:off x="2383575" y="3217900"/>
              <a:ext cx="147875" cy="199325"/>
            </a:xfrm>
            <a:custGeom>
              <a:avLst/>
              <a:gdLst/>
              <a:ahLst/>
              <a:cxnLst/>
              <a:rect l="l" t="t" r="r" b="b"/>
              <a:pathLst>
                <a:path w="5915" h="7973" extrusionOk="0">
                  <a:moveTo>
                    <a:pt x="0" y="1"/>
                  </a:moveTo>
                  <a:lnTo>
                    <a:pt x="3954" y="7973"/>
                  </a:lnTo>
                  <a:lnTo>
                    <a:pt x="59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926;p64"/>
            <p:cNvSpPr/>
            <p:nvPr/>
          </p:nvSpPr>
          <p:spPr>
            <a:xfrm>
              <a:off x="2377950" y="3212275"/>
              <a:ext cx="159125" cy="209775"/>
            </a:xfrm>
            <a:custGeom>
              <a:avLst/>
              <a:gdLst/>
              <a:ahLst/>
              <a:cxnLst/>
              <a:rect l="l" t="t" r="r" b="b"/>
              <a:pathLst>
                <a:path w="6365" h="8391" extrusionOk="0">
                  <a:moveTo>
                    <a:pt x="5883" y="419"/>
                  </a:moveTo>
                  <a:lnTo>
                    <a:pt x="4119" y="7593"/>
                  </a:lnTo>
                  <a:lnTo>
                    <a:pt x="4119" y="7593"/>
                  </a:lnTo>
                  <a:lnTo>
                    <a:pt x="547" y="419"/>
                  </a:lnTo>
                  <a:close/>
                  <a:moveTo>
                    <a:pt x="225" y="1"/>
                  </a:moveTo>
                  <a:cubicBezTo>
                    <a:pt x="129" y="1"/>
                    <a:pt x="65" y="33"/>
                    <a:pt x="32" y="97"/>
                  </a:cubicBezTo>
                  <a:cubicBezTo>
                    <a:pt x="0" y="162"/>
                    <a:pt x="0" y="258"/>
                    <a:pt x="32" y="322"/>
                  </a:cubicBezTo>
                  <a:lnTo>
                    <a:pt x="4018" y="8294"/>
                  </a:lnTo>
                  <a:cubicBezTo>
                    <a:pt x="4050" y="8358"/>
                    <a:pt x="4115" y="8391"/>
                    <a:pt x="4211" y="8391"/>
                  </a:cubicBezTo>
                  <a:cubicBezTo>
                    <a:pt x="4308" y="8391"/>
                    <a:pt x="4372" y="8326"/>
                    <a:pt x="4404" y="8230"/>
                  </a:cubicBezTo>
                  <a:lnTo>
                    <a:pt x="6365" y="258"/>
                  </a:lnTo>
                  <a:cubicBezTo>
                    <a:pt x="6365" y="194"/>
                    <a:pt x="6365" y="129"/>
                    <a:pt x="6333" y="97"/>
                  </a:cubicBezTo>
                  <a:cubicBezTo>
                    <a:pt x="6268" y="33"/>
                    <a:pt x="6204" y="1"/>
                    <a:pt x="6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927;p64"/>
            <p:cNvSpPr/>
            <p:nvPr/>
          </p:nvSpPr>
          <p:spPr>
            <a:xfrm>
              <a:off x="2398825" y="3225150"/>
              <a:ext cx="94875" cy="192075"/>
            </a:xfrm>
            <a:custGeom>
              <a:avLst/>
              <a:gdLst/>
              <a:ahLst/>
              <a:cxnLst/>
              <a:rect l="l" t="t" r="r" b="b"/>
              <a:pathLst>
                <a:path w="3795" h="7683" extrusionOk="0">
                  <a:moveTo>
                    <a:pt x="1" y="0"/>
                  </a:moveTo>
                  <a:lnTo>
                    <a:pt x="3344" y="7683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928;p64"/>
            <p:cNvSpPr/>
            <p:nvPr/>
          </p:nvSpPr>
          <p:spPr>
            <a:xfrm>
              <a:off x="2393200" y="3219525"/>
              <a:ext cx="106125" cy="202725"/>
            </a:xfrm>
            <a:custGeom>
              <a:avLst/>
              <a:gdLst/>
              <a:ahLst/>
              <a:cxnLst/>
              <a:rect l="l" t="t" r="r" b="b"/>
              <a:pathLst>
                <a:path w="4245" h="8109" extrusionOk="0">
                  <a:moveTo>
                    <a:pt x="3794" y="450"/>
                  </a:moveTo>
                  <a:lnTo>
                    <a:pt x="3427" y="6978"/>
                  </a:lnTo>
                  <a:lnTo>
                    <a:pt x="547" y="450"/>
                  </a:lnTo>
                  <a:close/>
                  <a:moveTo>
                    <a:pt x="226" y="0"/>
                  </a:moveTo>
                  <a:cubicBezTo>
                    <a:pt x="162" y="0"/>
                    <a:pt x="97" y="64"/>
                    <a:pt x="65" y="97"/>
                  </a:cubicBezTo>
                  <a:cubicBezTo>
                    <a:pt x="33" y="161"/>
                    <a:pt x="1" y="257"/>
                    <a:pt x="33" y="322"/>
                  </a:cubicBezTo>
                  <a:lnTo>
                    <a:pt x="3376" y="7972"/>
                  </a:lnTo>
                  <a:cubicBezTo>
                    <a:pt x="3429" y="8051"/>
                    <a:pt x="3504" y="8109"/>
                    <a:pt x="3582" y="8109"/>
                  </a:cubicBezTo>
                  <a:cubicBezTo>
                    <a:pt x="3599" y="8109"/>
                    <a:pt x="3616" y="8106"/>
                    <a:pt x="3633" y="8101"/>
                  </a:cubicBezTo>
                  <a:cubicBezTo>
                    <a:pt x="3730" y="8101"/>
                    <a:pt x="3794" y="8004"/>
                    <a:pt x="3794" y="7908"/>
                  </a:cubicBezTo>
                  <a:lnTo>
                    <a:pt x="4244" y="225"/>
                  </a:lnTo>
                  <a:cubicBezTo>
                    <a:pt x="4244" y="193"/>
                    <a:pt x="4212" y="129"/>
                    <a:pt x="4180" y="97"/>
                  </a:cubicBezTo>
                  <a:cubicBezTo>
                    <a:pt x="4148" y="32"/>
                    <a:pt x="4083" y="0"/>
                    <a:pt x="4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929;p64"/>
            <p:cNvSpPr/>
            <p:nvPr/>
          </p:nvSpPr>
          <p:spPr>
            <a:xfrm>
              <a:off x="2377950" y="3209875"/>
              <a:ext cx="104475" cy="207350"/>
            </a:xfrm>
            <a:custGeom>
              <a:avLst/>
              <a:gdLst/>
              <a:ahLst/>
              <a:cxnLst/>
              <a:rect l="l" t="t" r="r" b="b"/>
              <a:pathLst>
                <a:path w="4179" h="8294" extrusionOk="0">
                  <a:moveTo>
                    <a:pt x="0" y="0"/>
                  </a:moveTo>
                  <a:lnTo>
                    <a:pt x="4179" y="8294"/>
                  </a:lnTo>
                  <a:lnTo>
                    <a:pt x="3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930;p64"/>
            <p:cNvSpPr/>
            <p:nvPr/>
          </p:nvSpPr>
          <p:spPr>
            <a:xfrm>
              <a:off x="2372325" y="3205050"/>
              <a:ext cx="115725" cy="217225"/>
            </a:xfrm>
            <a:custGeom>
              <a:avLst/>
              <a:gdLst/>
              <a:ahLst/>
              <a:cxnLst/>
              <a:rect l="l" t="t" r="r" b="b"/>
              <a:pathLst>
                <a:path w="4629" h="8689" extrusionOk="0">
                  <a:moveTo>
                    <a:pt x="3825" y="418"/>
                  </a:moveTo>
                  <a:lnTo>
                    <a:pt x="4166" y="7535"/>
                  </a:lnTo>
                  <a:lnTo>
                    <a:pt x="4166" y="7535"/>
                  </a:lnTo>
                  <a:lnTo>
                    <a:pt x="579" y="418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64" y="97"/>
                  </a:cubicBezTo>
                  <a:cubicBezTo>
                    <a:pt x="0" y="161"/>
                    <a:pt x="0" y="226"/>
                    <a:pt x="32" y="290"/>
                  </a:cubicBezTo>
                  <a:lnTo>
                    <a:pt x="4243" y="8583"/>
                  </a:lnTo>
                  <a:cubicBezTo>
                    <a:pt x="4270" y="8636"/>
                    <a:pt x="4339" y="8688"/>
                    <a:pt x="4416" y="8688"/>
                  </a:cubicBezTo>
                  <a:cubicBezTo>
                    <a:pt x="4433" y="8688"/>
                    <a:pt x="4451" y="8685"/>
                    <a:pt x="4468" y="8680"/>
                  </a:cubicBezTo>
                  <a:cubicBezTo>
                    <a:pt x="4565" y="8647"/>
                    <a:pt x="4629" y="8551"/>
                    <a:pt x="4629" y="8455"/>
                  </a:cubicBezTo>
                  <a:lnTo>
                    <a:pt x="4211" y="193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3931;p64"/>
            <p:cNvSpPr/>
            <p:nvPr/>
          </p:nvSpPr>
          <p:spPr>
            <a:xfrm>
              <a:off x="2153725" y="3172900"/>
              <a:ext cx="328700" cy="244325"/>
            </a:xfrm>
            <a:custGeom>
              <a:avLst/>
              <a:gdLst/>
              <a:ahLst/>
              <a:cxnLst/>
              <a:rect l="l" t="t" r="r" b="b"/>
              <a:pathLst>
                <a:path w="13148" h="9773" extrusionOk="0">
                  <a:moveTo>
                    <a:pt x="1" y="1"/>
                  </a:moveTo>
                  <a:lnTo>
                    <a:pt x="2412" y="9773"/>
                  </a:lnTo>
                  <a:lnTo>
                    <a:pt x="13148" y="9773"/>
                  </a:lnTo>
                  <a:lnTo>
                    <a:pt x="11444" y="1126"/>
                  </a:lnTo>
                  <a:lnTo>
                    <a:pt x="6108" y="1126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3932;p64"/>
            <p:cNvSpPr/>
            <p:nvPr/>
          </p:nvSpPr>
          <p:spPr>
            <a:xfrm>
              <a:off x="2148100" y="3168075"/>
              <a:ext cx="339950" cy="253975"/>
            </a:xfrm>
            <a:custGeom>
              <a:avLst/>
              <a:gdLst/>
              <a:ahLst/>
              <a:cxnLst/>
              <a:rect l="l" t="t" r="r" b="b"/>
              <a:pathLst>
                <a:path w="13598" h="10159" extrusionOk="0">
                  <a:moveTo>
                    <a:pt x="5240" y="419"/>
                  </a:moveTo>
                  <a:lnTo>
                    <a:pt x="6173" y="1447"/>
                  </a:lnTo>
                  <a:cubicBezTo>
                    <a:pt x="6205" y="1480"/>
                    <a:pt x="6269" y="1512"/>
                    <a:pt x="6333" y="1512"/>
                  </a:cubicBezTo>
                  <a:lnTo>
                    <a:pt x="11509" y="1512"/>
                  </a:lnTo>
                  <a:lnTo>
                    <a:pt x="13116" y="9741"/>
                  </a:lnTo>
                  <a:lnTo>
                    <a:pt x="2797" y="9741"/>
                  </a:lnTo>
                  <a:lnTo>
                    <a:pt x="483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65"/>
                  </a:cubicBezTo>
                  <a:cubicBezTo>
                    <a:pt x="1" y="129"/>
                    <a:pt x="1" y="194"/>
                    <a:pt x="1" y="258"/>
                  </a:cubicBezTo>
                  <a:lnTo>
                    <a:pt x="2412" y="9998"/>
                  </a:lnTo>
                  <a:cubicBezTo>
                    <a:pt x="2444" y="10094"/>
                    <a:pt x="2540" y="10159"/>
                    <a:pt x="2637" y="10159"/>
                  </a:cubicBezTo>
                  <a:lnTo>
                    <a:pt x="13373" y="10159"/>
                  </a:lnTo>
                  <a:cubicBezTo>
                    <a:pt x="13437" y="10159"/>
                    <a:pt x="13502" y="10126"/>
                    <a:pt x="13566" y="10094"/>
                  </a:cubicBezTo>
                  <a:cubicBezTo>
                    <a:pt x="13598" y="10030"/>
                    <a:pt x="13598" y="9966"/>
                    <a:pt x="13598" y="9901"/>
                  </a:cubicBezTo>
                  <a:lnTo>
                    <a:pt x="11894" y="1254"/>
                  </a:lnTo>
                  <a:cubicBezTo>
                    <a:pt x="11862" y="1158"/>
                    <a:pt x="11798" y="1094"/>
                    <a:pt x="11669" y="1094"/>
                  </a:cubicBezTo>
                  <a:lnTo>
                    <a:pt x="6435" y="1094"/>
                  </a:lnTo>
                  <a:lnTo>
                    <a:pt x="5498" y="65"/>
                  </a:lnTo>
                  <a:cubicBezTo>
                    <a:pt x="5465" y="1"/>
                    <a:pt x="5401" y="1"/>
                    <a:pt x="5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3933;p64"/>
            <p:cNvSpPr/>
            <p:nvPr/>
          </p:nvSpPr>
          <p:spPr>
            <a:xfrm>
              <a:off x="4591075" y="3348900"/>
              <a:ext cx="148700" cy="199325"/>
            </a:xfrm>
            <a:custGeom>
              <a:avLst/>
              <a:gdLst/>
              <a:ahLst/>
              <a:cxnLst/>
              <a:rect l="l" t="t" r="r" b="b"/>
              <a:pathLst>
                <a:path w="5948" h="7973" extrusionOk="0">
                  <a:moveTo>
                    <a:pt x="1" y="0"/>
                  </a:moveTo>
                  <a:lnTo>
                    <a:pt x="3987" y="7972"/>
                  </a:lnTo>
                  <a:lnTo>
                    <a:pt x="59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3934;p64"/>
            <p:cNvSpPr/>
            <p:nvPr/>
          </p:nvSpPr>
          <p:spPr>
            <a:xfrm>
              <a:off x="4585450" y="3344075"/>
              <a:ext cx="159950" cy="209775"/>
            </a:xfrm>
            <a:custGeom>
              <a:avLst/>
              <a:gdLst/>
              <a:ahLst/>
              <a:cxnLst/>
              <a:rect l="l" t="t" r="r" b="b"/>
              <a:pathLst>
                <a:path w="6398" h="8391" extrusionOk="0">
                  <a:moveTo>
                    <a:pt x="5883" y="418"/>
                  </a:moveTo>
                  <a:lnTo>
                    <a:pt x="4135" y="7530"/>
                  </a:lnTo>
                  <a:lnTo>
                    <a:pt x="4135" y="7530"/>
                  </a:lnTo>
                  <a:lnTo>
                    <a:pt x="579" y="418"/>
                  </a:lnTo>
                  <a:close/>
                  <a:moveTo>
                    <a:pt x="226" y="1"/>
                  </a:moveTo>
                  <a:cubicBezTo>
                    <a:pt x="162" y="1"/>
                    <a:pt x="65" y="33"/>
                    <a:pt x="33" y="97"/>
                  </a:cubicBezTo>
                  <a:cubicBezTo>
                    <a:pt x="1" y="161"/>
                    <a:pt x="1" y="226"/>
                    <a:pt x="33" y="290"/>
                  </a:cubicBezTo>
                  <a:lnTo>
                    <a:pt x="4019" y="8262"/>
                  </a:lnTo>
                  <a:cubicBezTo>
                    <a:pt x="4051" y="8358"/>
                    <a:pt x="4147" y="8390"/>
                    <a:pt x="4244" y="8390"/>
                  </a:cubicBezTo>
                  <a:cubicBezTo>
                    <a:pt x="4308" y="8358"/>
                    <a:pt x="4405" y="8294"/>
                    <a:pt x="4405" y="8229"/>
                  </a:cubicBezTo>
                  <a:lnTo>
                    <a:pt x="6365" y="258"/>
                  </a:lnTo>
                  <a:cubicBezTo>
                    <a:pt x="6398" y="193"/>
                    <a:pt x="6365" y="129"/>
                    <a:pt x="6333" y="65"/>
                  </a:cubicBezTo>
                  <a:cubicBezTo>
                    <a:pt x="6301" y="33"/>
                    <a:pt x="6237" y="1"/>
                    <a:pt x="6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3935;p64"/>
            <p:cNvSpPr/>
            <p:nvPr/>
          </p:nvSpPr>
          <p:spPr>
            <a:xfrm>
              <a:off x="4607150" y="3356925"/>
              <a:ext cx="94050" cy="191300"/>
            </a:xfrm>
            <a:custGeom>
              <a:avLst/>
              <a:gdLst/>
              <a:ahLst/>
              <a:cxnLst/>
              <a:rect l="l" t="t" r="r" b="b"/>
              <a:pathLst>
                <a:path w="3762" h="7652" extrusionOk="0">
                  <a:moveTo>
                    <a:pt x="1" y="1"/>
                  </a:moveTo>
                  <a:lnTo>
                    <a:pt x="3344" y="7651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936;p64"/>
            <p:cNvSpPr/>
            <p:nvPr/>
          </p:nvSpPr>
          <p:spPr>
            <a:xfrm>
              <a:off x="4601525" y="3351300"/>
              <a:ext cx="105300" cy="202550"/>
            </a:xfrm>
            <a:custGeom>
              <a:avLst/>
              <a:gdLst/>
              <a:ahLst/>
              <a:cxnLst/>
              <a:rect l="l" t="t" r="r" b="b"/>
              <a:pathLst>
                <a:path w="4212" h="8102" extrusionOk="0">
                  <a:moveTo>
                    <a:pt x="3762" y="419"/>
                  </a:moveTo>
                  <a:lnTo>
                    <a:pt x="3395" y="6968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29" y="1"/>
                    <a:pt x="65" y="33"/>
                    <a:pt x="33" y="97"/>
                  </a:cubicBezTo>
                  <a:cubicBezTo>
                    <a:pt x="1" y="162"/>
                    <a:pt x="1" y="226"/>
                    <a:pt x="33" y="290"/>
                  </a:cubicBezTo>
                  <a:lnTo>
                    <a:pt x="3376" y="7973"/>
                  </a:lnTo>
                  <a:cubicBezTo>
                    <a:pt x="3408" y="8069"/>
                    <a:pt x="3504" y="8101"/>
                    <a:pt x="3601" y="8101"/>
                  </a:cubicBezTo>
                  <a:cubicBezTo>
                    <a:pt x="3697" y="8069"/>
                    <a:pt x="3762" y="8005"/>
                    <a:pt x="3762" y="7908"/>
                  </a:cubicBezTo>
                  <a:lnTo>
                    <a:pt x="4212" y="226"/>
                  </a:lnTo>
                  <a:cubicBezTo>
                    <a:pt x="4212" y="162"/>
                    <a:pt x="4179" y="97"/>
                    <a:pt x="4147" y="65"/>
                  </a:cubicBezTo>
                  <a:cubicBezTo>
                    <a:pt x="4115" y="33"/>
                    <a:pt x="4051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937;p64"/>
            <p:cNvSpPr/>
            <p:nvPr/>
          </p:nvSpPr>
          <p:spPr>
            <a:xfrm>
              <a:off x="4586250" y="3341675"/>
              <a:ext cx="104500" cy="206550"/>
            </a:xfrm>
            <a:custGeom>
              <a:avLst/>
              <a:gdLst/>
              <a:ahLst/>
              <a:cxnLst/>
              <a:rect l="l" t="t" r="r" b="b"/>
              <a:pathLst>
                <a:path w="4180" h="8262" extrusionOk="0">
                  <a:moveTo>
                    <a:pt x="1" y="0"/>
                  </a:moveTo>
                  <a:lnTo>
                    <a:pt x="4180" y="8261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938;p64"/>
            <p:cNvSpPr/>
            <p:nvPr/>
          </p:nvSpPr>
          <p:spPr>
            <a:xfrm>
              <a:off x="4580625" y="3336050"/>
              <a:ext cx="115750" cy="217800"/>
            </a:xfrm>
            <a:custGeom>
              <a:avLst/>
              <a:gdLst/>
              <a:ahLst/>
              <a:cxnLst/>
              <a:rect l="l" t="t" r="r" b="b"/>
              <a:pathLst>
                <a:path w="4630" h="8712" extrusionOk="0">
                  <a:moveTo>
                    <a:pt x="3794" y="450"/>
                  </a:moveTo>
                  <a:lnTo>
                    <a:pt x="4131" y="7475"/>
                  </a:lnTo>
                  <a:lnTo>
                    <a:pt x="547" y="450"/>
                  </a:lnTo>
                  <a:close/>
                  <a:moveTo>
                    <a:pt x="226" y="0"/>
                  </a:moveTo>
                  <a:cubicBezTo>
                    <a:pt x="130" y="0"/>
                    <a:pt x="65" y="64"/>
                    <a:pt x="33" y="129"/>
                  </a:cubicBezTo>
                  <a:cubicBezTo>
                    <a:pt x="1" y="193"/>
                    <a:pt x="1" y="257"/>
                    <a:pt x="33" y="322"/>
                  </a:cubicBezTo>
                  <a:lnTo>
                    <a:pt x="4212" y="8583"/>
                  </a:lnTo>
                  <a:cubicBezTo>
                    <a:pt x="4244" y="8679"/>
                    <a:pt x="4340" y="8711"/>
                    <a:pt x="4437" y="8711"/>
                  </a:cubicBezTo>
                  <a:cubicBezTo>
                    <a:pt x="4533" y="8679"/>
                    <a:pt x="4630" y="8583"/>
                    <a:pt x="4598" y="8486"/>
                  </a:cubicBezTo>
                  <a:lnTo>
                    <a:pt x="4593" y="8392"/>
                  </a:lnTo>
                  <a:lnTo>
                    <a:pt x="4593" y="8392"/>
                  </a:lnTo>
                  <a:lnTo>
                    <a:pt x="4598" y="8390"/>
                  </a:lnTo>
                  <a:lnTo>
                    <a:pt x="4593" y="8380"/>
                  </a:lnTo>
                  <a:lnTo>
                    <a:pt x="4212" y="225"/>
                  </a:lnTo>
                  <a:cubicBezTo>
                    <a:pt x="4212" y="96"/>
                    <a:pt x="4115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939;p64"/>
            <p:cNvSpPr/>
            <p:nvPr/>
          </p:nvSpPr>
          <p:spPr>
            <a:xfrm>
              <a:off x="4361250" y="3304700"/>
              <a:ext cx="329500" cy="243525"/>
            </a:xfrm>
            <a:custGeom>
              <a:avLst/>
              <a:gdLst/>
              <a:ahLst/>
              <a:cxnLst/>
              <a:rect l="l" t="t" r="r" b="b"/>
              <a:pathLst>
                <a:path w="13180" h="9741" extrusionOk="0">
                  <a:moveTo>
                    <a:pt x="1" y="0"/>
                  </a:moveTo>
                  <a:lnTo>
                    <a:pt x="2411" y="9740"/>
                  </a:lnTo>
                  <a:lnTo>
                    <a:pt x="13180" y="9740"/>
                  </a:lnTo>
                  <a:lnTo>
                    <a:pt x="11476" y="1093"/>
                  </a:lnTo>
                  <a:lnTo>
                    <a:pt x="6108" y="1093"/>
                  </a:lnTo>
                  <a:lnTo>
                    <a:pt x="51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3940;p64"/>
            <p:cNvSpPr/>
            <p:nvPr/>
          </p:nvSpPr>
          <p:spPr>
            <a:xfrm>
              <a:off x="4355625" y="3299075"/>
              <a:ext cx="340750" cy="254775"/>
            </a:xfrm>
            <a:custGeom>
              <a:avLst/>
              <a:gdLst/>
              <a:ahLst/>
              <a:cxnLst/>
              <a:rect l="l" t="t" r="r" b="b"/>
              <a:pathLst>
                <a:path w="13630" h="10191" extrusionOk="0">
                  <a:moveTo>
                    <a:pt x="5272" y="418"/>
                  </a:moveTo>
                  <a:lnTo>
                    <a:pt x="6172" y="1479"/>
                  </a:lnTo>
                  <a:cubicBezTo>
                    <a:pt x="6204" y="1511"/>
                    <a:pt x="6269" y="1543"/>
                    <a:pt x="6333" y="1543"/>
                  </a:cubicBezTo>
                  <a:lnTo>
                    <a:pt x="11508" y="1543"/>
                  </a:lnTo>
                  <a:lnTo>
                    <a:pt x="13148" y="9772"/>
                  </a:lnTo>
                  <a:lnTo>
                    <a:pt x="2797" y="9772"/>
                  </a:lnTo>
                  <a:lnTo>
                    <a:pt x="515" y="418"/>
                  </a:lnTo>
                  <a:close/>
                  <a:moveTo>
                    <a:pt x="226" y="0"/>
                  </a:moveTo>
                  <a:cubicBezTo>
                    <a:pt x="161" y="0"/>
                    <a:pt x="97" y="33"/>
                    <a:pt x="65" y="97"/>
                  </a:cubicBezTo>
                  <a:cubicBezTo>
                    <a:pt x="33" y="129"/>
                    <a:pt x="1" y="193"/>
                    <a:pt x="33" y="258"/>
                  </a:cubicBezTo>
                  <a:lnTo>
                    <a:pt x="2444" y="10029"/>
                  </a:lnTo>
                  <a:cubicBezTo>
                    <a:pt x="2444" y="10126"/>
                    <a:pt x="2540" y="10190"/>
                    <a:pt x="2636" y="10190"/>
                  </a:cubicBezTo>
                  <a:lnTo>
                    <a:pt x="13405" y="10190"/>
                  </a:lnTo>
                  <a:cubicBezTo>
                    <a:pt x="13469" y="10190"/>
                    <a:pt x="13533" y="10158"/>
                    <a:pt x="13565" y="10094"/>
                  </a:cubicBezTo>
                  <a:cubicBezTo>
                    <a:pt x="13598" y="10062"/>
                    <a:pt x="13630" y="9997"/>
                    <a:pt x="13598" y="9933"/>
                  </a:cubicBezTo>
                  <a:lnTo>
                    <a:pt x="11894" y="1286"/>
                  </a:lnTo>
                  <a:cubicBezTo>
                    <a:pt x="11894" y="1190"/>
                    <a:pt x="11798" y="1125"/>
                    <a:pt x="11701" y="1125"/>
                  </a:cubicBezTo>
                  <a:lnTo>
                    <a:pt x="6439" y="1125"/>
                  </a:lnTo>
                  <a:lnTo>
                    <a:pt x="5529" y="65"/>
                  </a:lnTo>
                  <a:cubicBezTo>
                    <a:pt x="5465" y="33"/>
                    <a:pt x="5433" y="0"/>
                    <a:pt x="5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3941;p64"/>
            <p:cNvSpPr/>
            <p:nvPr/>
          </p:nvSpPr>
          <p:spPr>
            <a:xfrm>
              <a:off x="4591075" y="2493850"/>
              <a:ext cx="148700" cy="199325"/>
            </a:xfrm>
            <a:custGeom>
              <a:avLst/>
              <a:gdLst/>
              <a:ahLst/>
              <a:cxnLst/>
              <a:rect l="l" t="t" r="r" b="b"/>
              <a:pathLst>
                <a:path w="5948" h="7973" extrusionOk="0">
                  <a:moveTo>
                    <a:pt x="1" y="1"/>
                  </a:moveTo>
                  <a:lnTo>
                    <a:pt x="3987" y="7972"/>
                  </a:lnTo>
                  <a:lnTo>
                    <a:pt x="59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3942;p64"/>
            <p:cNvSpPr/>
            <p:nvPr/>
          </p:nvSpPr>
          <p:spPr>
            <a:xfrm>
              <a:off x="4585450" y="2489025"/>
              <a:ext cx="159950" cy="209775"/>
            </a:xfrm>
            <a:custGeom>
              <a:avLst/>
              <a:gdLst/>
              <a:ahLst/>
              <a:cxnLst/>
              <a:rect l="l" t="t" r="r" b="b"/>
              <a:pathLst>
                <a:path w="6398" h="8391" extrusionOk="0">
                  <a:moveTo>
                    <a:pt x="5883" y="419"/>
                  </a:moveTo>
                  <a:lnTo>
                    <a:pt x="4135" y="7530"/>
                  </a:lnTo>
                  <a:lnTo>
                    <a:pt x="579" y="419"/>
                  </a:lnTo>
                  <a:close/>
                  <a:moveTo>
                    <a:pt x="226" y="1"/>
                  </a:moveTo>
                  <a:cubicBezTo>
                    <a:pt x="162" y="1"/>
                    <a:pt x="65" y="33"/>
                    <a:pt x="33" y="97"/>
                  </a:cubicBezTo>
                  <a:cubicBezTo>
                    <a:pt x="1" y="161"/>
                    <a:pt x="1" y="226"/>
                    <a:pt x="33" y="290"/>
                  </a:cubicBezTo>
                  <a:lnTo>
                    <a:pt x="4019" y="8262"/>
                  </a:lnTo>
                  <a:cubicBezTo>
                    <a:pt x="4051" y="8358"/>
                    <a:pt x="4147" y="8390"/>
                    <a:pt x="4244" y="8390"/>
                  </a:cubicBezTo>
                  <a:cubicBezTo>
                    <a:pt x="4308" y="8390"/>
                    <a:pt x="4405" y="8326"/>
                    <a:pt x="4405" y="8230"/>
                  </a:cubicBezTo>
                  <a:lnTo>
                    <a:pt x="6365" y="258"/>
                  </a:lnTo>
                  <a:cubicBezTo>
                    <a:pt x="6398" y="194"/>
                    <a:pt x="6365" y="129"/>
                    <a:pt x="6333" y="65"/>
                  </a:cubicBezTo>
                  <a:cubicBezTo>
                    <a:pt x="6301" y="33"/>
                    <a:pt x="6237" y="1"/>
                    <a:pt x="6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3943;p64"/>
            <p:cNvSpPr/>
            <p:nvPr/>
          </p:nvSpPr>
          <p:spPr>
            <a:xfrm>
              <a:off x="4607150" y="2501900"/>
              <a:ext cx="94050" cy="191275"/>
            </a:xfrm>
            <a:custGeom>
              <a:avLst/>
              <a:gdLst/>
              <a:ahLst/>
              <a:cxnLst/>
              <a:rect l="l" t="t" r="r" b="b"/>
              <a:pathLst>
                <a:path w="3762" h="7651" extrusionOk="0">
                  <a:moveTo>
                    <a:pt x="1" y="0"/>
                  </a:moveTo>
                  <a:lnTo>
                    <a:pt x="3344" y="7650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3944;p64"/>
            <p:cNvSpPr/>
            <p:nvPr/>
          </p:nvSpPr>
          <p:spPr>
            <a:xfrm>
              <a:off x="4601525" y="2496275"/>
              <a:ext cx="105300" cy="202525"/>
            </a:xfrm>
            <a:custGeom>
              <a:avLst/>
              <a:gdLst/>
              <a:ahLst/>
              <a:cxnLst/>
              <a:rect l="l" t="t" r="r" b="b"/>
              <a:pathLst>
                <a:path w="4212" h="8101" extrusionOk="0">
                  <a:moveTo>
                    <a:pt x="3762" y="418"/>
                  </a:moveTo>
                  <a:lnTo>
                    <a:pt x="3395" y="6967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29" y="0"/>
                    <a:pt x="65" y="32"/>
                    <a:pt x="33" y="96"/>
                  </a:cubicBezTo>
                  <a:cubicBezTo>
                    <a:pt x="1" y="161"/>
                    <a:pt x="1" y="225"/>
                    <a:pt x="33" y="321"/>
                  </a:cubicBezTo>
                  <a:lnTo>
                    <a:pt x="3376" y="7972"/>
                  </a:lnTo>
                  <a:cubicBezTo>
                    <a:pt x="3408" y="8068"/>
                    <a:pt x="3504" y="8100"/>
                    <a:pt x="3601" y="8100"/>
                  </a:cubicBezTo>
                  <a:cubicBezTo>
                    <a:pt x="3697" y="8068"/>
                    <a:pt x="3762" y="8004"/>
                    <a:pt x="3762" y="7908"/>
                  </a:cubicBezTo>
                  <a:lnTo>
                    <a:pt x="4212" y="225"/>
                  </a:lnTo>
                  <a:cubicBezTo>
                    <a:pt x="4212" y="161"/>
                    <a:pt x="4179" y="129"/>
                    <a:pt x="4147" y="64"/>
                  </a:cubicBezTo>
                  <a:cubicBezTo>
                    <a:pt x="4115" y="32"/>
                    <a:pt x="4051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3945;p64"/>
            <p:cNvSpPr/>
            <p:nvPr/>
          </p:nvSpPr>
          <p:spPr>
            <a:xfrm>
              <a:off x="4586250" y="2486625"/>
              <a:ext cx="104500" cy="206550"/>
            </a:xfrm>
            <a:custGeom>
              <a:avLst/>
              <a:gdLst/>
              <a:ahLst/>
              <a:cxnLst/>
              <a:rect l="l" t="t" r="r" b="b"/>
              <a:pathLst>
                <a:path w="4180" h="8262" extrusionOk="0">
                  <a:moveTo>
                    <a:pt x="1" y="0"/>
                  </a:moveTo>
                  <a:lnTo>
                    <a:pt x="4180" y="8261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3946;p64"/>
            <p:cNvSpPr/>
            <p:nvPr/>
          </p:nvSpPr>
          <p:spPr>
            <a:xfrm>
              <a:off x="4580625" y="2481800"/>
              <a:ext cx="115750" cy="217200"/>
            </a:xfrm>
            <a:custGeom>
              <a:avLst/>
              <a:gdLst/>
              <a:ahLst/>
              <a:cxnLst/>
              <a:rect l="l" t="t" r="r" b="b"/>
              <a:pathLst>
                <a:path w="4630" h="8688" extrusionOk="0">
                  <a:moveTo>
                    <a:pt x="3794" y="418"/>
                  </a:moveTo>
                  <a:lnTo>
                    <a:pt x="4130" y="7441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30" y="0"/>
                    <a:pt x="65" y="33"/>
                    <a:pt x="33" y="97"/>
                  </a:cubicBezTo>
                  <a:cubicBezTo>
                    <a:pt x="1" y="161"/>
                    <a:pt x="1" y="225"/>
                    <a:pt x="33" y="290"/>
                  </a:cubicBezTo>
                  <a:lnTo>
                    <a:pt x="4212" y="8551"/>
                  </a:lnTo>
                  <a:cubicBezTo>
                    <a:pt x="4238" y="8630"/>
                    <a:pt x="4308" y="8688"/>
                    <a:pt x="4386" y="8688"/>
                  </a:cubicBezTo>
                  <a:cubicBezTo>
                    <a:pt x="4403" y="8688"/>
                    <a:pt x="4420" y="8685"/>
                    <a:pt x="4437" y="8679"/>
                  </a:cubicBezTo>
                  <a:cubicBezTo>
                    <a:pt x="4533" y="8647"/>
                    <a:pt x="4630" y="8551"/>
                    <a:pt x="4598" y="8454"/>
                  </a:cubicBezTo>
                  <a:lnTo>
                    <a:pt x="4593" y="8360"/>
                  </a:lnTo>
                  <a:lnTo>
                    <a:pt x="4598" y="8358"/>
                  </a:lnTo>
                  <a:lnTo>
                    <a:pt x="4593" y="8348"/>
                  </a:lnTo>
                  <a:lnTo>
                    <a:pt x="4212" y="193"/>
                  </a:lnTo>
                  <a:cubicBezTo>
                    <a:pt x="4212" y="65"/>
                    <a:pt x="4115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3947;p64"/>
            <p:cNvSpPr/>
            <p:nvPr/>
          </p:nvSpPr>
          <p:spPr>
            <a:xfrm>
              <a:off x="4361250" y="2449650"/>
              <a:ext cx="329500" cy="243525"/>
            </a:xfrm>
            <a:custGeom>
              <a:avLst/>
              <a:gdLst/>
              <a:ahLst/>
              <a:cxnLst/>
              <a:rect l="l" t="t" r="r" b="b"/>
              <a:pathLst>
                <a:path w="13180" h="9741" extrusionOk="0">
                  <a:moveTo>
                    <a:pt x="1" y="1"/>
                  </a:moveTo>
                  <a:lnTo>
                    <a:pt x="2411" y="9740"/>
                  </a:lnTo>
                  <a:lnTo>
                    <a:pt x="13180" y="9740"/>
                  </a:lnTo>
                  <a:lnTo>
                    <a:pt x="11476" y="1094"/>
                  </a:lnTo>
                  <a:lnTo>
                    <a:pt x="6108" y="1094"/>
                  </a:lnTo>
                  <a:lnTo>
                    <a:pt x="5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3948;p64"/>
            <p:cNvSpPr/>
            <p:nvPr/>
          </p:nvSpPr>
          <p:spPr>
            <a:xfrm>
              <a:off x="4355625" y="2444025"/>
              <a:ext cx="340750" cy="254775"/>
            </a:xfrm>
            <a:custGeom>
              <a:avLst/>
              <a:gdLst/>
              <a:ahLst/>
              <a:cxnLst/>
              <a:rect l="l" t="t" r="r" b="b"/>
              <a:pathLst>
                <a:path w="13630" h="10191" extrusionOk="0">
                  <a:moveTo>
                    <a:pt x="5272" y="451"/>
                  </a:moveTo>
                  <a:lnTo>
                    <a:pt x="6172" y="1479"/>
                  </a:lnTo>
                  <a:cubicBezTo>
                    <a:pt x="6204" y="1511"/>
                    <a:pt x="6269" y="1544"/>
                    <a:pt x="6333" y="1544"/>
                  </a:cubicBezTo>
                  <a:lnTo>
                    <a:pt x="11508" y="1544"/>
                  </a:lnTo>
                  <a:lnTo>
                    <a:pt x="13148" y="9773"/>
                  </a:lnTo>
                  <a:lnTo>
                    <a:pt x="2797" y="9773"/>
                  </a:lnTo>
                  <a:lnTo>
                    <a:pt x="515" y="451"/>
                  </a:lnTo>
                  <a:close/>
                  <a:moveTo>
                    <a:pt x="226" y="1"/>
                  </a:moveTo>
                  <a:cubicBezTo>
                    <a:pt x="161" y="1"/>
                    <a:pt x="97" y="33"/>
                    <a:pt x="65" y="97"/>
                  </a:cubicBezTo>
                  <a:cubicBezTo>
                    <a:pt x="33" y="161"/>
                    <a:pt x="1" y="226"/>
                    <a:pt x="33" y="290"/>
                  </a:cubicBezTo>
                  <a:lnTo>
                    <a:pt x="2444" y="10030"/>
                  </a:lnTo>
                  <a:cubicBezTo>
                    <a:pt x="2444" y="10126"/>
                    <a:pt x="2540" y="10190"/>
                    <a:pt x="2636" y="10190"/>
                  </a:cubicBezTo>
                  <a:lnTo>
                    <a:pt x="13405" y="10190"/>
                  </a:lnTo>
                  <a:cubicBezTo>
                    <a:pt x="13469" y="10190"/>
                    <a:pt x="13533" y="10158"/>
                    <a:pt x="13565" y="10126"/>
                  </a:cubicBezTo>
                  <a:cubicBezTo>
                    <a:pt x="13598" y="10062"/>
                    <a:pt x="13630" y="9998"/>
                    <a:pt x="13598" y="9933"/>
                  </a:cubicBezTo>
                  <a:lnTo>
                    <a:pt x="11894" y="1286"/>
                  </a:lnTo>
                  <a:cubicBezTo>
                    <a:pt x="11894" y="1190"/>
                    <a:pt x="11798" y="1126"/>
                    <a:pt x="11701" y="1126"/>
                  </a:cubicBezTo>
                  <a:lnTo>
                    <a:pt x="6437" y="1126"/>
                  </a:lnTo>
                  <a:lnTo>
                    <a:pt x="5529" y="97"/>
                  </a:lnTo>
                  <a:cubicBezTo>
                    <a:pt x="5465" y="33"/>
                    <a:pt x="5433" y="1"/>
                    <a:pt x="5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3949;p64"/>
            <p:cNvSpPr/>
            <p:nvPr/>
          </p:nvSpPr>
          <p:spPr>
            <a:xfrm>
              <a:off x="4591075" y="3692850"/>
              <a:ext cx="148700" cy="199325"/>
            </a:xfrm>
            <a:custGeom>
              <a:avLst/>
              <a:gdLst/>
              <a:ahLst/>
              <a:cxnLst/>
              <a:rect l="l" t="t" r="r" b="b"/>
              <a:pathLst>
                <a:path w="5948" h="7973" extrusionOk="0">
                  <a:moveTo>
                    <a:pt x="1" y="0"/>
                  </a:moveTo>
                  <a:lnTo>
                    <a:pt x="3987" y="7972"/>
                  </a:lnTo>
                  <a:lnTo>
                    <a:pt x="59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3950;p64"/>
            <p:cNvSpPr/>
            <p:nvPr/>
          </p:nvSpPr>
          <p:spPr>
            <a:xfrm>
              <a:off x="4585450" y="3687225"/>
              <a:ext cx="159950" cy="209975"/>
            </a:xfrm>
            <a:custGeom>
              <a:avLst/>
              <a:gdLst/>
              <a:ahLst/>
              <a:cxnLst/>
              <a:rect l="l" t="t" r="r" b="b"/>
              <a:pathLst>
                <a:path w="6398" h="8399" extrusionOk="0">
                  <a:moveTo>
                    <a:pt x="5883" y="418"/>
                  </a:moveTo>
                  <a:lnTo>
                    <a:pt x="4130" y="7549"/>
                  </a:lnTo>
                  <a:lnTo>
                    <a:pt x="579" y="418"/>
                  </a:lnTo>
                  <a:close/>
                  <a:moveTo>
                    <a:pt x="226" y="0"/>
                  </a:moveTo>
                  <a:cubicBezTo>
                    <a:pt x="162" y="0"/>
                    <a:pt x="65" y="32"/>
                    <a:pt x="33" y="97"/>
                  </a:cubicBezTo>
                  <a:cubicBezTo>
                    <a:pt x="1" y="161"/>
                    <a:pt x="1" y="257"/>
                    <a:pt x="33" y="322"/>
                  </a:cubicBezTo>
                  <a:lnTo>
                    <a:pt x="4019" y="8293"/>
                  </a:lnTo>
                  <a:cubicBezTo>
                    <a:pt x="4045" y="8346"/>
                    <a:pt x="4114" y="8398"/>
                    <a:pt x="4191" y="8398"/>
                  </a:cubicBezTo>
                  <a:cubicBezTo>
                    <a:pt x="4209" y="8398"/>
                    <a:pt x="4226" y="8396"/>
                    <a:pt x="4244" y="8390"/>
                  </a:cubicBezTo>
                  <a:cubicBezTo>
                    <a:pt x="4308" y="8390"/>
                    <a:pt x="4405" y="8326"/>
                    <a:pt x="4405" y="8229"/>
                  </a:cubicBezTo>
                  <a:lnTo>
                    <a:pt x="6365" y="257"/>
                  </a:lnTo>
                  <a:cubicBezTo>
                    <a:pt x="6398" y="193"/>
                    <a:pt x="6365" y="129"/>
                    <a:pt x="6333" y="97"/>
                  </a:cubicBezTo>
                  <a:cubicBezTo>
                    <a:pt x="6301" y="32"/>
                    <a:pt x="6237" y="0"/>
                    <a:pt x="6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3951;p64"/>
            <p:cNvSpPr/>
            <p:nvPr/>
          </p:nvSpPr>
          <p:spPr>
            <a:xfrm>
              <a:off x="4607150" y="3700075"/>
              <a:ext cx="94050" cy="192100"/>
            </a:xfrm>
            <a:custGeom>
              <a:avLst/>
              <a:gdLst/>
              <a:ahLst/>
              <a:cxnLst/>
              <a:rect l="l" t="t" r="r" b="b"/>
              <a:pathLst>
                <a:path w="3762" h="7684" extrusionOk="0">
                  <a:moveTo>
                    <a:pt x="1" y="1"/>
                  </a:moveTo>
                  <a:lnTo>
                    <a:pt x="3344" y="7683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3952;p64"/>
            <p:cNvSpPr/>
            <p:nvPr/>
          </p:nvSpPr>
          <p:spPr>
            <a:xfrm>
              <a:off x="4601525" y="3695250"/>
              <a:ext cx="105300" cy="201950"/>
            </a:xfrm>
            <a:custGeom>
              <a:avLst/>
              <a:gdLst/>
              <a:ahLst/>
              <a:cxnLst/>
              <a:rect l="l" t="t" r="r" b="b"/>
              <a:pathLst>
                <a:path w="4212" h="8078" extrusionOk="0">
                  <a:moveTo>
                    <a:pt x="3762" y="419"/>
                  </a:moveTo>
                  <a:lnTo>
                    <a:pt x="3395" y="6939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29" y="1"/>
                    <a:pt x="65" y="33"/>
                    <a:pt x="33" y="97"/>
                  </a:cubicBezTo>
                  <a:cubicBezTo>
                    <a:pt x="1" y="129"/>
                    <a:pt x="1" y="226"/>
                    <a:pt x="33" y="290"/>
                  </a:cubicBezTo>
                  <a:lnTo>
                    <a:pt x="3376" y="7940"/>
                  </a:lnTo>
                  <a:cubicBezTo>
                    <a:pt x="3402" y="8020"/>
                    <a:pt x="3472" y="8077"/>
                    <a:pt x="3550" y="8077"/>
                  </a:cubicBezTo>
                  <a:cubicBezTo>
                    <a:pt x="3567" y="8077"/>
                    <a:pt x="3584" y="8075"/>
                    <a:pt x="3601" y="8069"/>
                  </a:cubicBezTo>
                  <a:cubicBezTo>
                    <a:pt x="3697" y="8069"/>
                    <a:pt x="3762" y="7972"/>
                    <a:pt x="3762" y="7876"/>
                  </a:cubicBezTo>
                  <a:lnTo>
                    <a:pt x="4212" y="226"/>
                  </a:lnTo>
                  <a:cubicBezTo>
                    <a:pt x="4212" y="161"/>
                    <a:pt x="4179" y="97"/>
                    <a:pt x="4147" y="65"/>
                  </a:cubicBezTo>
                  <a:cubicBezTo>
                    <a:pt x="4115" y="1"/>
                    <a:pt x="4051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3953;p64"/>
            <p:cNvSpPr/>
            <p:nvPr/>
          </p:nvSpPr>
          <p:spPr>
            <a:xfrm>
              <a:off x="4586250" y="3685600"/>
              <a:ext cx="104500" cy="206575"/>
            </a:xfrm>
            <a:custGeom>
              <a:avLst/>
              <a:gdLst/>
              <a:ahLst/>
              <a:cxnLst/>
              <a:rect l="l" t="t" r="r" b="b"/>
              <a:pathLst>
                <a:path w="4180" h="8263" extrusionOk="0">
                  <a:moveTo>
                    <a:pt x="1" y="1"/>
                  </a:moveTo>
                  <a:lnTo>
                    <a:pt x="4180" y="8262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3954;p64"/>
            <p:cNvSpPr/>
            <p:nvPr/>
          </p:nvSpPr>
          <p:spPr>
            <a:xfrm>
              <a:off x="4580625" y="3679975"/>
              <a:ext cx="115750" cy="217300"/>
            </a:xfrm>
            <a:custGeom>
              <a:avLst/>
              <a:gdLst/>
              <a:ahLst/>
              <a:cxnLst/>
              <a:rect l="l" t="t" r="r" b="b"/>
              <a:pathLst>
                <a:path w="4630" h="8692" extrusionOk="0">
                  <a:moveTo>
                    <a:pt x="3794" y="419"/>
                  </a:moveTo>
                  <a:lnTo>
                    <a:pt x="4131" y="7473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30" y="1"/>
                    <a:pt x="65" y="33"/>
                    <a:pt x="33" y="97"/>
                  </a:cubicBezTo>
                  <a:cubicBezTo>
                    <a:pt x="1" y="162"/>
                    <a:pt x="1" y="258"/>
                    <a:pt x="33" y="322"/>
                  </a:cubicBezTo>
                  <a:lnTo>
                    <a:pt x="4212" y="8583"/>
                  </a:lnTo>
                  <a:cubicBezTo>
                    <a:pt x="4236" y="8656"/>
                    <a:pt x="4296" y="8692"/>
                    <a:pt x="4366" y="8692"/>
                  </a:cubicBezTo>
                  <a:cubicBezTo>
                    <a:pt x="4389" y="8692"/>
                    <a:pt x="4413" y="8688"/>
                    <a:pt x="4437" y="8680"/>
                  </a:cubicBezTo>
                  <a:cubicBezTo>
                    <a:pt x="4533" y="8648"/>
                    <a:pt x="4630" y="8583"/>
                    <a:pt x="4598" y="8455"/>
                  </a:cubicBezTo>
                  <a:lnTo>
                    <a:pt x="4595" y="8392"/>
                  </a:lnTo>
                  <a:lnTo>
                    <a:pt x="4595" y="8392"/>
                  </a:lnTo>
                  <a:lnTo>
                    <a:pt x="4598" y="8391"/>
                  </a:lnTo>
                  <a:lnTo>
                    <a:pt x="4594" y="8384"/>
                  </a:lnTo>
                  <a:lnTo>
                    <a:pt x="4594" y="8384"/>
                  </a:lnTo>
                  <a:lnTo>
                    <a:pt x="4212" y="194"/>
                  </a:lnTo>
                  <a:cubicBezTo>
                    <a:pt x="4212" y="97"/>
                    <a:pt x="4115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3955;p64"/>
            <p:cNvSpPr/>
            <p:nvPr/>
          </p:nvSpPr>
          <p:spPr>
            <a:xfrm>
              <a:off x="4361250" y="3647850"/>
              <a:ext cx="329500" cy="244325"/>
            </a:xfrm>
            <a:custGeom>
              <a:avLst/>
              <a:gdLst/>
              <a:ahLst/>
              <a:cxnLst/>
              <a:rect l="l" t="t" r="r" b="b"/>
              <a:pathLst>
                <a:path w="13180" h="9773" extrusionOk="0">
                  <a:moveTo>
                    <a:pt x="1" y="0"/>
                  </a:moveTo>
                  <a:lnTo>
                    <a:pt x="2411" y="9772"/>
                  </a:lnTo>
                  <a:lnTo>
                    <a:pt x="13180" y="9772"/>
                  </a:lnTo>
                  <a:lnTo>
                    <a:pt x="11476" y="1125"/>
                  </a:lnTo>
                  <a:lnTo>
                    <a:pt x="6108" y="1125"/>
                  </a:lnTo>
                  <a:lnTo>
                    <a:pt x="51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3956;p64"/>
            <p:cNvSpPr/>
            <p:nvPr/>
          </p:nvSpPr>
          <p:spPr>
            <a:xfrm>
              <a:off x="4355625" y="3643025"/>
              <a:ext cx="340750" cy="253950"/>
            </a:xfrm>
            <a:custGeom>
              <a:avLst/>
              <a:gdLst/>
              <a:ahLst/>
              <a:cxnLst/>
              <a:rect l="l" t="t" r="r" b="b"/>
              <a:pathLst>
                <a:path w="13630" h="10158" extrusionOk="0">
                  <a:moveTo>
                    <a:pt x="5272" y="418"/>
                  </a:moveTo>
                  <a:lnTo>
                    <a:pt x="6172" y="1447"/>
                  </a:lnTo>
                  <a:cubicBezTo>
                    <a:pt x="6204" y="1511"/>
                    <a:pt x="6269" y="1511"/>
                    <a:pt x="6333" y="1511"/>
                  </a:cubicBezTo>
                  <a:lnTo>
                    <a:pt x="11508" y="1511"/>
                  </a:lnTo>
                  <a:lnTo>
                    <a:pt x="13148" y="9740"/>
                  </a:lnTo>
                  <a:lnTo>
                    <a:pt x="2797" y="9740"/>
                  </a:lnTo>
                  <a:lnTo>
                    <a:pt x="515" y="418"/>
                  </a:lnTo>
                  <a:close/>
                  <a:moveTo>
                    <a:pt x="226" y="0"/>
                  </a:moveTo>
                  <a:cubicBezTo>
                    <a:pt x="161" y="0"/>
                    <a:pt x="97" y="32"/>
                    <a:pt x="65" y="65"/>
                  </a:cubicBezTo>
                  <a:cubicBezTo>
                    <a:pt x="33" y="129"/>
                    <a:pt x="1" y="193"/>
                    <a:pt x="33" y="257"/>
                  </a:cubicBezTo>
                  <a:lnTo>
                    <a:pt x="2444" y="9997"/>
                  </a:lnTo>
                  <a:cubicBezTo>
                    <a:pt x="2444" y="10094"/>
                    <a:pt x="2540" y="10158"/>
                    <a:pt x="2636" y="10158"/>
                  </a:cubicBezTo>
                  <a:lnTo>
                    <a:pt x="13405" y="10158"/>
                  </a:lnTo>
                  <a:cubicBezTo>
                    <a:pt x="13469" y="10158"/>
                    <a:pt x="13533" y="10126"/>
                    <a:pt x="13565" y="10094"/>
                  </a:cubicBezTo>
                  <a:cubicBezTo>
                    <a:pt x="13598" y="10029"/>
                    <a:pt x="13630" y="9965"/>
                    <a:pt x="13598" y="9901"/>
                  </a:cubicBezTo>
                  <a:lnTo>
                    <a:pt x="11894" y="1286"/>
                  </a:lnTo>
                  <a:cubicBezTo>
                    <a:pt x="11894" y="1157"/>
                    <a:pt x="11798" y="1093"/>
                    <a:pt x="11701" y="1093"/>
                  </a:cubicBezTo>
                  <a:lnTo>
                    <a:pt x="6437" y="1093"/>
                  </a:lnTo>
                  <a:lnTo>
                    <a:pt x="5529" y="65"/>
                  </a:lnTo>
                  <a:cubicBezTo>
                    <a:pt x="5465" y="32"/>
                    <a:pt x="5433" y="0"/>
                    <a:pt x="5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3957;p64"/>
            <p:cNvSpPr/>
            <p:nvPr/>
          </p:nvSpPr>
          <p:spPr>
            <a:xfrm>
              <a:off x="3617100" y="2493050"/>
              <a:ext cx="253975" cy="908100"/>
            </a:xfrm>
            <a:custGeom>
              <a:avLst/>
              <a:gdLst/>
              <a:ahLst/>
              <a:cxnLst/>
              <a:rect l="l" t="t" r="r" b="b"/>
              <a:pathLst>
                <a:path w="10159" h="36324" extrusionOk="0">
                  <a:moveTo>
                    <a:pt x="9741" y="0"/>
                  </a:moveTo>
                  <a:lnTo>
                    <a:pt x="9741" y="10544"/>
                  </a:lnTo>
                  <a:lnTo>
                    <a:pt x="1" y="10544"/>
                  </a:lnTo>
                  <a:lnTo>
                    <a:pt x="1" y="36324"/>
                  </a:lnTo>
                  <a:lnTo>
                    <a:pt x="419" y="36324"/>
                  </a:lnTo>
                  <a:lnTo>
                    <a:pt x="419" y="10962"/>
                  </a:lnTo>
                  <a:lnTo>
                    <a:pt x="10158" y="10962"/>
                  </a:lnTo>
                  <a:lnTo>
                    <a:pt x="101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958;p64"/>
            <p:cNvSpPr/>
            <p:nvPr/>
          </p:nvSpPr>
          <p:spPr>
            <a:xfrm>
              <a:off x="3711925" y="2493050"/>
              <a:ext cx="11275" cy="266025"/>
            </a:xfrm>
            <a:custGeom>
              <a:avLst/>
              <a:gdLst/>
              <a:ahLst/>
              <a:cxnLst/>
              <a:rect l="l" t="t" r="r" b="b"/>
              <a:pathLst>
                <a:path w="451" h="10641" extrusionOk="0">
                  <a:moveTo>
                    <a:pt x="1" y="0"/>
                  </a:moveTo>
                  <a:lnTo>
                    <a:pt x="1" y="10640"/>
                  </a:lnTo>
                  <a:lnTo>
                    <a:pt x="451" y="10640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959;p64"/>
            <p:cNvSpPr/>
            <p:nvPr/>
          </p:nvSpPr>
          <p:spPr>
            <a:xfrm>
              <a:off x="3850150" y="24769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1"/>
                  </a:moveTo>
                  <a:cubicBezTo>
                    <a:pt x="290" y="1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1"/>
                    <a:pt x="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960;p64"/>
            <p:cNvSpPr/>
            <p:nvPr/>
          </p:nvSpPr>
          <p:spPr>
            <a:xfrm>
              <a:off x="3844525" y="2472150"/>
              <a:ext cx="42625" cy="41825"/>
            </a:xfrm>
            <a:custGeom>
              <a:avLst/>
              <a:gdLst/>
              <a:ahLst/>
              <a:cxnLst/>
              <a:rect l="l" t="t" r="r" b="b"/>
              <a:pathLst>
                <a:path w="1705" h="1673" extrusionOk="0">
                  <a:moveTo>
                    <a:pt x="869" y="419"/>
                  </a:moveTo>
                  <a:cubicBezTo>
                    <a:pt x="1094" y="419"/>
                    <a:pt x="1254" y="611"/>
                    <a:pt x="1254" y="836"/>
                  </a:cubicBezTo>
                  <a:cubicBezTo>
                    <a:pt x="1254" y="1061"/>
                    <a:pt x="1094" y="1254"/>
                    <a:pt x="869" y="1254"/>
                  </a:cubicBezTo>
                  <a:cubicBezTo>
                    <a:pt x="611" y="1254"/>
                    <a:pt x="451" y="1061"/>
                    <a:pt x="451" y="836"/>
                  </a:cubicBezTo>
                  <a:cubicBezTo>
                    <a:pt x="451" y="611"/>
                    <a:pt x="611" y="419"/>
                    <a:pt x="869" y="419"/>
                  </a:cubicBezTo>
                  <a:close/>
                  <a:moveTo>
                    <a:pt x="869" y="1"/>
                  </a:moveTo>
                  <a:cubicBezTo>
                    <a:pt x="386" y="1"/>
                    <a:pt x="1" y="354"/>
                    <a:pt x="1" y="836"/>
                  </a:cubicBezTo>
                  <a:cubicBezTo>
                    <a:pt x="1" y="1286"/>
                    <a:pt x="386" y="1672"/>
                    <a:pt x="869" y="1672"/>
                  </a:cubicBezTo>
                  <a:cubicBezTo>
                    <a:pt x="1319" y="1672"/>
                    <a:pt x="1704" y="1286"/>
                    <a:pt x="1704" y="836"/>
                  </a:cubicBezTo>
                  <a:cubicBezTo>
                    <a:pt x="1704" y="354"/>
                    <a:pt x="1319" y="1"/>
                    <a:pt x="8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961;p64"/>
            <p:cNvSpPr/>
            <p:nvPr/>
          </p:nvSpPr>
          <p:spPr>
            <a:xfrm>
              <a:off x="3702300" y="247697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643" y="1"/>
                  </a:moveTo>
                  <a:cubicBezTo>
                    <a:pt x="289" y="1"/>
                    <a:pt x="0" y="290"/>
                    <a:pt x="0" y="643"/>
                  </a:cubicBezTo>
                  <a:cubicBezTo>
                    <a:pt x="0" y="997"/>
                    <a:pt x="289" y="1254"/>
                    <a:pt x="643" y="1254"/>
                  </a:cubicBezTo>
                  <a:cubicBezTo>
                    <a:pt x="997" y="1254"/>
                    <a:pt x="1254" y="997"/>
                    <a:pt x="1254" y="643"/>
                  </a:cubicBezTo>
                  <a:cubicBezTo>
                    <a:pt x="1254" y="290"/>
                    <a:pt x="997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962;p64"/>
            <p:cNvSpPr/>
            <p:nvPr/>
          </p:nvSpPr>
          <p:spPr>
            <a:xfrm>
              <a:off x="3697475" y="2472150"/>
              <a:ext cx="41800" cy="41825"/>
            </a:xfrm>
            <a:custGeom>
              <a:avLst/>
              <a:gdLst/>
              <a:ahLst/>
              <a:cxnLst/>
              <a:rect l="l" t="t" r="r" b="b"/>
              <a:pathLst>
                <a:path w="1672" h="1673" extrusionOk="0">
                  <a:moveTo>
                    <a:pt x="836" y="419"/>
                  </a:moveTo>
                  <a:cubicBezTo>
                    <a:pt x="1061" y="419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0" y="354"/>
                    <a:pt x="0" y="836"/>
                  </a:cubicBezTo>
                  <a:cubicBezTo>
                    <a:pt x="0" y="1286"/>
                    <a:pt x="354" y="1672"/>
                    <a:pt x="836" y="1672"/>
                  </a:cubicBezTo>
                  <a:cubicBezTo>
                    <a:pt x="1286" y="1672"/>
                    <a:pt x="1672" y="1286"/>
                    <a:pt x="1672" y="836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963;p64"/>
            <p:cNvSpPr/>
            <p:nvPr/>
          </p:nvSpPr>
          <p:spPr>
            <a:xfrm>
              <a:off x="3163075" y="2504300"/>
              <a:ext cx="87625" cy="532825"/>
            </a:xfrm>
            <a:custGeom>
              <a:avLst/>
              <a:gdLst/>
              <a:ahLst/>
              <a:cxnLst/>
              <a:rect l="l" t="t" r="r" b="b"/>
              <a:pathLst>
                <a:path w="3505" h="21313" extrusionOk="0">
                  <a:moveTo>
                    <a:pt x="0" y="0"/>
                  </a:moveTo>
                  <a:lnTo>
                    <a:pt x="0" y="7779"/>
                  </a:lnTo>
                  <a:lnTo>
                    <a:pt x="3086" y="10865"/>
                  </a:lnTo>
                  <a:lnTo>
                    <a:pt x="3086" y="21312"/>
                  </a:lnTo>
                  <a:lnTo>
                    <a:pt x="3504" y="21312"/>
                  </a:lnTo>
                  <a:lnTo>
                    <a:pt x="3504" y="10672"/>
                  </a:lnTo>
                  <a:lnTo>
                    <a:pt x="450" y="7619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964;p64"/>
            <p:cNvSpPr/>
            <p:nvPr/>
          </p:nvSpPr>
          <p:spPr>
            <a:xfrm>
              <a:off x="3153425" y="2481000"/>
              <a:ext cx="31375" cy="31350"/>
            </a:xfrm>
            <a:custGeom>
              <a:avLst/>
              <a:gdLst/>
              <a:ahLst/>
              <a:cxnLst/>
              <a:rect l="l" t="t" r="r" b="b"/>
              <a:pathLst>
                <a:path w="1255" h="1254" extrusionOk="0">
                  <a:moveTo>
                    <a:pt x="611" y="0"/>
                  </a:moveTo>
                  <a:cubicBezTo>
                    <a:pt x="258" y="0"/>
                    <a:pt x="1" y="290"/>
                    <a:pt x="1" y="611"/>
                  </a:cubicBezTo>
                  <a:cubicBezTo>
                    <a:pt x="1" y="965"/>
                    <a:pt x="258" y="1254"/>
                    <a:pt x="611" y="1254"/>
                  </a:cubicBezTo>
                  <a:cubicBezTo>
                    <a:pt x="965" y="1254"/>
                    <a:pt x="1254" y="965"/>
                    <a:pt x="1254" y="611"/>
                  </a:cubicBezTo>
                  <a:cubicBezTo>
                    <a:pt x="1254" y="290"/>
                    <a:pt x="965" y="0"/>
                    <a:pt x="6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3965;p64"/>
            <p:cNvSpPr/>
            <p:nvPr/>
          </p:nvSpPr>
          <p:spPr>
            <a:xfrm>
              <a:off x="3147800" y="2475375"/>
              <a:ext cx="41825" cy="41800"/>
            </a:xfrm>
            <a:custGeom>
              <a:avLst/>
              <a:gdLst/>
              <a:ahLst/>
              <a:cxnLst/>
              <a:rect l="l" t="t" r="r" b="b"/>
              <a:pathLst>
                <a:path w="1673" h="1672" extrusionOk="0">
                  <a:moveTo>
                    <a:pt x="836" y="418"/>
                  </a:moveTo>
                  <a:cubicBezTo>
                    <a:pt x="1061" y="418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8"/>
                    <a:pt x="836" y="418"/>
                  </a:cubicBezTo>
                  <a:close/>
                  <a:moveTo>
                    <a:pt x="836" y="0"/>
                  </a:moveTo>
                  <a:cubicBezTo>
                    <a:pt x="386" y="0"/>
                    <a:pt x="1" y="386"/>
                    <a:pt x="1" y="836"/>
                  </a:cubicBezTo>
                  <a:cubicBezTo>
                    <a:pt x="1" y="1318"/>
                    <a:pt x="386" y="1672"/>
                    <a:pt x="836" y="1672"/>
                  </a:cubicBezTo>
                  <a:cubicBezTo>
                    <a:pt x="1286" y="1672"/>
                    <a:pt x="1672" y="1318"/>
                    <a:pt x="1672" y="836"/>
                  </a:cubicBezTo>
                  <a:cubicBezTo>
                    <a:pt x="1672" y="386"/>
                    <a:pt x="128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3966;p64"/>
            <p:cNvSpPr/>
            <p:nvPr/>
          </p:nvSpPr>
          <p:spPr>
            <a:xfrm>
              <a:off x="2753225" y="2987275"/>
              <a:ext cx="488625" cy="170375"/>
            </a:xfrm>
            <a:custGeom>
              <a:avLst/>
              <a:gdLst/>
              <a:ahLst/>
              <a:cxnLst/>
              <a:rect l="l" t="t" r="r" b="b"/>
              <a:pathLst>
                <a:path w="19545" h="6815" extrusionOk="0">
                  <a:moveTo>
                    <a:pt x="1" y="0"/>
                  </a:moveTo>
                  <a:lnTo>
                    <a:pt x="1" y="418"/>
                  </a:lnTo>
                  <a:lnTo>
                    <a:pt x="11219" y="418"/>
                  </a:lnTo>
                  <a:lnTo>
                    <a:pt x="11219" y="6815"/>
                  </a:lnTo>
                  <a:lnTo>
                    <a:pt x="19544" y="6815"/>
                  </a:lnTo>
                  <a:lnTo>
                    <a:pt x="19544" y="6365"/>
                  </a:lnTo>
                  <a:lnTo>
                    <a:pt x="11637" y="6365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3967;p64"/>
            <p:cNvSpPr/>
            <p:nvPr/>
          </p:nvSpPr>
          <p:spPr>
            <a:xfrm>
              <a:off x="2737150" y="29768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0"/>
                  </a:moveTo>
                  <a:cubicBezTo>
                    <a:pt x="290" y="0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3968;p64"/>
            <p:cNvSpPr/>
            <p:nvPr/>
          </p:nvSpPr>
          <p:spPr>
            <a:xfrm>
              <a:off x="2732325" y="2972000"/>
              <a:ext cx="41825" cy="41825"/>
            </a:xfrm>
            <a:custGeom>
              <a:avLst/>
              <a:gdLst/>
              <a:ahLst/>
              <a:cxnLst/>
              <a:rect l="l" t="t" r="r" b="b"/>
              <a:pathLst>
                <a:path w="1673" h="1673" extrusionOk="0">
                  <a:moveTo>
                    <a:pt x="837" y="418"/>
                  </a:moveTo>
                  <a:cubicBezTo>
                    <a:pt x="1062" y="418"/>
                    <a:pt x="1255" y="611"/>
                    <a:pt x="1255" y="836"/>
                  </a:cubicBezTo>
                  <a:cubicBezTo>
                    <a:pt x="1255" y="1061"/>
                    <a:pt x="1062" y="1254"/>
                    <a:pt x="837" y="1254"/>
                  </a:cubicBezTo>
                  <a:cubicBezTo>
                    <a:pt x="612" y="1254"/>
                    <a:pt x="419" y="1061"/>
                    <a:pt x="419" y="836"/>
                  </a:cubicBezTo>
                  <a:cubicBezTo>
                    <a:pt x="419" y="611"/>
                    <a:pt x="612" y="418"/>
                    <a:pt x="837" y="418"/>
                  </a:cubicBezTo>
                  <a:close/>
                  <a:moveTo>
                    <a:pt x="837" y="1"/>
                  </a:moveTo>
                  <a:cubicBezTo>
                    <a:pt x="354" y="1"/>
                    <a:pt x="1" y="354"/>
                    <a:pt x="1" y="836"/>
                  </a:cubicBezTo>
                  <a:cubicBezTo>
                    <a:pt x="1" y="1286"/>
                    <a:pt x="354" y="1672"/>
                    <a:pt x="837" y="1672"/>
                  </a:cubicBezTo>
                  <a:cubicBezTo>
                    <a:pt x="1287" y="1672"/>
                    <a:pt x="1672" y="1286"/>
                    <a:pt x="1672" y="836"/>
                  </a:cubicBezTo>
                  <a:cubicBezTo>
                    <a:pt x="1672" y="354"/>
                    <a:pt x="128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3969;p64"/>
            <p:cNvSpPr/>
            <p:nvPr/>
          </p:nvSpPr>
          <p:spPr>
            <a:xfrm>
              <a:off x="2463125" y="3198625"/>
              <a:ext cx="1296250" cy="180825"/>
            </a:xfrm>
            <a:custGeom>
              <a:avLst/>
              <a:gdLst/>
              <a:ahLst/>
              <a:cxnLst/>
              <a:rect l="l" t="t" r="r" b="b"/>
              <a:pathLst>
                <a:path w="51850" h="7233" extrusionOk="0">
                  <a:moveTo>
                    <a:pt x="1" y="0"/>
                  </a:moveTo>
                  <a:lnTo>
                    <a:pt x="1" y="418"/>
                  </a:lnTo>
                  <a:lnTo>
                    <a:pt x="9033" y="418"/>
                  </a:lnTo>
                  <a:lnTo>
                    <a:pt x="9033" y="7233"/>
                  </a:lnTo>
                  <a:lnTo>
                    <a:pt x="51849" y="7233"/>
                  </a:lnTo>
                  <a:lnTo>
                    <a:pt x="51849" y="6815"/>
                  </a:lnTo>
                  <a:lnTo>
                    <a:pt x="9451" y="6815"/>
                  </a:lnTo>
                  <a:lnTo>
                    <a:pt x="94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3970;p64"/>
            <p:cNvSpPr/>
            <p:nvPr/>
          </p:nvSpPr>
          <p:spPr>
            <a:xfrm>
              <a:off x="2447850" y="3188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0"/>
                  </a:moveTo>
                  <a:cubicBezTo>
                    <a:pt x="290" y="0"/>
                    <a:pt x="1" y="258"/>
                    <a:pt x="1" y="611"/>
                  </a:cubicBezTo>
                  <a:cubicBezTo>
                    <a:pt x="1" y="965"/>
                    <a:pt x="290" y="1254"/>
                    <a:pt x="644" y="1254"/>
                  </a:cubicBezTo>
                  <a:cubicBezTo>
                    <a:pt x="997" y="1254"/>
                    <a:pt x="1254" y="965"/>
                    <a:pt x="1254" y="611"/>
                  </a:cubicBezTo>
                  <a:cubicBezTo>
                    <a:pt x="1254" y="258"/>
                    <a:pt x="997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3971;p64"/>
            <p:cNvSpPr/>
            <p:nvPr/>
          </p:nvSpPr>
          <p:spPr>
            <a:xfrm>
              <a:off x="2443025" y="3182550"/>
              <a:ext cx="41825" cy="41800"/>
            </a:xfrm>
            <a:custGeom>
              <a:avLst/>
              <a:gdLst/>
              <a:ahLst/>
              <a:cxnLst/>
              <a:rect l="l" t="t" r="r" b="b"/>
              <a:pathLst>
                <a:path w="1673" h="1672" extrusionOk="0">
                  <a:moveTo>
                    <a:pt x="837" y="418"/>
                  </a:moveTo>
                  <a:cubicBezTo>
                    <a:pt x="1062" y="418"/>
                    <a:pt x="1255" y="611"/>
                    <a:pt x="1255" y="836"/>
                  </a:cubicBezTo>
                  <a:cubicBezTo>
                    <a:pt x="1255" y="1061"/>
                    <a:pt x="1062" y="1254"/>
                    <a:pt x="837" y="1254"/>
                  </a:cubicBezTo>
                  <a:cubicBezTo>
                    <a:pt x="612" y="1254"/>
                    <a:pt x="419" y="1061"/>
                    <a:pt x="419" y="836"/>
                  </a:cubicBezTo>
                  <a:cubicBezTo>
                    <a:pt x="419" y="611"/>
                    <a:pt x="612" y="418"/>
                    <a:pt x="837" y="418"/>
                  </a:cubicBezTo>
                  <a:close/>
                  <a:moveTo>
                    <a:pt x="837" y="0"/>
                  </a:moveTo>
                  <a:cubicBezTo>
                    <a:pt x="355" y="0"/>
                    <a:pt x="1" y="386"/>
                    <a:pt x="1" y="836"/>
                  </a:cubicBezTo>
                  <a:cubicBezTo>
                    <a:pt x="1" y="1318"/>
                    <a:pt x="355" y="1672"/>
                    <a:pt x="837" y="1672"/>
                  </a:cubicBezTo>
                  <a:cubicBezTo>
                    <a:pt x="1287" y="1672"/>
                    <a:pt x="1672" y="1318"/>
                    <a:pt x="1672" y="836"/>
                  </a:cubicBezTo>
                  <a:cubicBezTo>
                    <a:pt x="1672" y="386"/>
                    <a:pt x="128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3972;p64"/>
            <p:cNvSpPr/>
            <p:nvPr/>
          </p:nvSpPr>
          <p:spPr>
            <a:xfrm>
              <a:off x="2906725" y="3472650"/>
              <a:ext cx="368075" cy="307000"/>
            </a:xfrm>
            <a:custGeom>
              <a:avLst/>
              <a:gdLst/>
              <a:ahLst/>
              <a:cxnLst/>
              <a:rect l="l" t="t" r="r" b="b"/>
              <a:pathLst>
                <a:path w="14723" h="12280" extrusionOk="0">
                  <a:moveTo>
                    <a:pt x="14272" y="1"/>
                  </a:moveTo>
                  <a:lnTo>
                    <a:pt x="14272" y="5497"/>
                  </a:lnTo>
                  <a:lnTo>
                    <a:pt x="10544" y="5497"/>
                  </a:lnTo>
                  <a:lnTo>
                    <a:pt x="10544" y="11862"/>
                  </a:lnTo>
                  <a:lnTo>
                    <a:pt x="0" y="11862"/>
                  </a:lnTo>
                  <a:lnTo>
                    <a:pt x="0" y="12280"/>
                  </a:lnTo>
                  <a:lnTo>
                    <a:pt x="10961" y="12280"/>
                  </a:lnTo>
                  <a:lnTo>
                    <a:pt x="10961" y="5915"/>
                  </a:lnTo>
                  <a:lnTo>
                    <a:pt x="14722" y="5915"/>
                  </a:lnTo>
                  <a:lnTo>
                    <a:pt x="147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3973;p64"/>
            <p:cNvSpPr/>
            <p:nvPr/>
          </p:nvSpPr>
          <p:spPr>
            <a:xfrm>
              <a:off x="2892250" y="3755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0"/>
                  </a:moveTo>
                  <a:cubicBezTo>
                    <a:pt x="290" y="0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3974;p64"/>
            <p:cNvSpPr/>
            <p:nvPr/>
          </p:nvSpPr>
          <p:spPr>
            <a:xfrm>
              <a:off x="2887425" y="3750700"/>
              <a:ext cx="41825" cy="41825"/>
            </a:xfrm>
            <a:custGeom>
              <a:avLst/>
              <a:gdLst/>
              <a:ahLst/>
              <a:cxnLst/>
              <a:rect l="l" t="t" r="r" b="b"/>
              <a:pathLst>
                <a:path w="1673" h="1673" extrusionOk="0">
                  <a:moveTo>
                    <a:pt x="837" y="418"/>
                  </a:moveTo>
                  <a:cubicBezTo>
                    <a:pt x="1062" y="418"/>
                    <a:pt x="1254" y="611"/>
                    <a:pt x="1254" y="836"/>
                  </a:cubicBezTo>
                  <a:cubicBezTo>
                    <a:pt x="1254" y="1061"/>
                    <a:pt x="1062" y="1254"/>
                    <a:pt x="837" y="1254"/>
                  </a:cubicBezTo>
                  <a:cubicBezTo>
                    <a:pt x="579" y="1254"/>
                    <a:pt x="419" y="1061"/>
                    <a:pt x="419" y="836"/>
                  </a:cubicBezTo>
                  <a:cubicBezTo>
                    <a:pt x="419" y="611"/>
                    <a:pt x="579" y="418"/>
                    <a:pt x="837" y="418"/>
                  </a:cubicBezTo>
                  <a:close/>
                  <a:moveTo>
                    <a:pt x="837" y="1"/>
                  </a:moveTo>
                  <a:cubicBezTo>
                    <a:pt x="354" y="1"/>
                    <a:pt x="1" y="354"/>
                    <a:pt x="1" y="836"/>
                  </a:cubicBezTo>
                  <a:cubicBezTo>
                    <a:pt x="1" y="1286"/>
                    <a:pt x="354" y="1672"/>
                    <a:pt x="837" y="1672"/>
                  </a:cubicBezTo>
                  <a:cubicBezTo>
                    <a:pt x="1287" y="1672"/>
                    <a:pt x="1672" y="1286"/>
                    <a:pt x="1672" y="836"/>
                  </a:cubicBezTo>
                  <a:cubicBezTo>
                    <a:pt x="1672" y="354"/>
                    <a:pt x="128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3975;p64"/>
            <p:cNvSpPr/>
            <p:nvPr/>
          </p:nvSpPr>
          <p:spPr>
            <a:xfrm>
              <a:off x="3579350" y="3472650"/>
              <a:ext cx="368075" cy="307000"/>
            </a:xfrm>
            <a:custGeom>
              <a:avLst/>
              <a:gdLst/>
              <a:ahLst/>
              <a:cxnLst/>
              <a:rect l="l" t="t" r="r" b="b"/>
              <a:pathLst>
                <a:path w="14723" h="12280" extrusionOk="0">
                  <a:moveTo>
                    <a:pt x="0" y="1"/>
                  </a:moveTo>
                  <a:lnTo>
                    <a:pt x="0" y="5915"/>
                  </a:lnTo>
                  <a:lnTo>
                    <a:pt x="3729" y="5915"/>
                  </a:lnTo>
                  <a:lnTo>
                    <a:pt x="3729" y="12280"/>
                  </a:lnTo>
                  <a:lnTo>
                    <a:pt x="14722" y="12280"/>
                  </a:lnTo>
                  <a:lnTo>
                    <a:pt x="14722" y="11862"/>
                  </a:lnTo>
                  <a:lnTo>
                    <a:pt x="4147" y="11862"/>
                  </a:lnTo>
                  <a:lnTo>
                    <a:pt x="4147" y="5497"/>
                  </a:lnTo>
                  <a:lnTo>
                    <a:pt x="418" y="5497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3976;p64"/>
            <p:cNvSpPr/>
            <p:nvPr/>
          </p:nvSpPr>
          <p:spPr>
            <a:xfrm>
              <a:off x="3930525" y="375552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611" y="0"/>
                  </a:moveTo>
                  <a:cubicBezTo>
                    <a:pt x="257" y="0"/>
                    <a:pt x="0" y="290"/>
                    <a:pt x="0" y="643"/>
                  </a:cubicBezTo>
                  <a:cubicBezTo>
                    <a:pt x="0" y="997"/>
                    <a:pt x="257" y="1254"/>
                    <a:pt x="611" y="1254"/>
                  </a:cubicBezTo>
                  <a:cubicBezTo>
                    <a:pt x="964" y="1254"/>
                    <a:pt x="1254" y="997"/>
                    <a:pt x="1254" y="643"/>
                  </a:cubicBezTo>
                  <a:cubicBezTo>
                    <a:pt x="1254" y="290"/>
                    <a:pt x="964" y="0"/>
                    <a:pt x="6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3977;p64"/>
            <p:cNvSpPr/>
            <p:nvPr/>
          </p:nvSpPr>
          <p:spPr>
            <a:xfrm>
              <a:off x="3924900" y="3750700"/>
              <a:ext cx="41800" cy="41825"/>
            </a:xfrm>
            <a:custGeom>
              <a:avLst/>
              <a:gdLst/>
              <a:ahLst/>
              <a:cxnLst/>
              <a:rect l="l" t="t" r="r" b="b"/>
              <a:pathLst>
                <a:path w="1672" h="1673" extrusionOk="0">
                  <a:moveTo>
                    <a:pt x="836" y="418"/>
                  </a:moveTo>
                  <a:cubicBezTo>
                    <a:pt x="1061" y="418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8"/>
                    <a:pt x="836" y="418"/>
                  </a:cubicBezTo>
                  <a:close/>
                  <a:moveTo>
                    <a:pt x="836" y="1"/>
                  </a:moveTo>
                  <a:cubicBezTo>
                    <a:pt x="386" y="1"/>
                    <a:pt x="0" y="354"/>
                    <a:pt x="0" y="836"/>
                  </a:cubicBezTo>
                  <a:cubicBezTo>
                    <a:pt x="0" y="1286"/>
                    <a:pt x="386" y="1672"/>
                    <a:pt x="836" y="1672"/>
                  </a:cubicBezTo>
                  <a:cubicBezTo>
                    <a:pt x="1286" y="1672"/>
                    <a:pt x="1672" y="1286"/>
                    <a:pt x="1672" y="836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3978;p64"/>
            <p:cNvSpPr/>
            <p:nvPr/>
          </p:nvSpPr>
          <p:spPr>
            <a:xfrm>
              <a:off x="3717550" y="3065225"/>
              <a:ext cx="429150" cy="208150"/>
            </a:xfrm>
            <a:custGeom>
              <a:avLst/>
              <a:gdLst/>
              <a:ahLst/>
              <a:cxnLst/>
              <a:rect l="l" t="t" r="r" b="b"/>
              <a:pathLst>
                <a:path w="17166" h="8326" extrusionOk="0">
                  <a:moveTo>
                    <a:pt x="12537" y="0"/>
                  </a:moveTo>
                  <a:lnTo>
                    <a:pt x="12537" y="2829"/>
                  </a:lnTo>
                  <a:lnTo>
                    <a:pt x="7491" y="2829"/>
                  </a:lnTo>
                  <a:lnTo>
                    <a:pt x="7491" y="7908"/>
                  </a:lnTo>
                  <a:lnTo>
                    <a:pt x="1" y="7908"/>
                  </a:lnTo>
                  <a:lnTo>
                    <a:pt x="1" y="8326"/>
                  </a:lnTo>
                  <a:lnTo>
                    <a:pt x="7908" y="8326"/>
                  </a:lnTo>
                  <a:lnTo>
                    <a:pt x="7908" y="3279"/>
                  </a:lnTo>
                  <a:lnTo>
                    <a:pt x="12955" y="3279"/>
                  </a:lnTo>
                  <a:lnTo>
                    <a:pt x="12955" y="418"/>
                  </a:lnTo>
                  <a:lnTo>
                    <a:pt x="17166" y="418"/>
                  </a:lnTo>
                  <a:lnTo>
                    <a:pt x="17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3979;p64"/>
            <p:cNvSpPr/>
            <p:nvPr/>
          </p:nvSpPr>
          <p:spPr>
            <a:xfrm>
              <a:off x="4137850" y="30507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3" y="1"/>
                  </a:moveTo>
                  <a:cubicBezTo>
                    <a:pt x="290" y="1"/>
                    <a:pt x="0" y="290"/>
                    <a:pt x="0" y="644"/>
                  </a:cubicBezTo>
                  <a:cubicBezTo>
                    <a:pt x="0" y="997"/>
                    <a:pt x="290" y="1254"/>
                    <a:pt x="643" y="1254"/>
                  </a:cubicBezTo>
                  <a:cubicBezTo>
                    <a:pt x="965" y="1254"/>
                    <a:pt x="1254" y="997"/>
                    <a:pt x="1254" y="644"/>
                  </a:cubicBezTo>
                  <a:cubicBezTo>
                    <a:pt x="1254" y="290"/>
                    <a:pt x="965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3980;p64"/>
            <p:cNvSpPr/>
            <p:nvPr/>
          </p:nvSpPr>
          <p:spPr>
            <a:xfrm>
              <a:off x="4133025" y="3045925"/>
              <a:ext cx="41825" cy="41825"/>
            </a:xfrm>
            <a:custGeom>
              <a:avLst/>
              <a:gdLst/>
              <a:ahLst/>
              <a:cxnLst/>
              <a:rect l="l" t="t" r="r" b="b"/>
              <a:pathLst>
                <a:path w="1673" h="1673" extrusionOk="0">
                  <a:moveTo>
                    <a:pt x="836" y="419"/>
                  </a:moveTo>
                  <a:cubicBezTo>
                    <a:pt x="1061" y="419"/>
                    <a:pt x="1254" y="612"/>
                    <a:pt x="1254" y="837"/>
                  </a:cubicBezTo>
                  <a:cubicBezTo>
                    <a:pt x="1254" y="1062"/>
                    <a:pt x="1061" y="1255"/>
                    <a:pt x="836" y="1255"/>
                  </a:cubicBezTo>
                  <a:cubicBezTo>
                    <a:pt x="611" y="1255"/>
                    <a:pt x="418" y="1062"/>
                    <a:pt x="418" y="837"/>
                  </a:cubicBezTo>
                  <a:cubicBezTo>
                    <a:pt x="418" y="612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1" y="387"/>
                    <a:pt x="1" y="837"/>
                  </a:cubicBezTo>
                  <a:cubicBezTo>
                    <a:pt x="1" y="1287"/>
                    <a:pt x="354" y="1672"/>
                    <a:pt x="836" y="1672"/>
                  </a:cubicBezTo>
                  <a:cubicBezTo>
                    <a:pt x="1286" y="1672"/>
                    <a:pt x="1672" y="1287"/>
                    <a:pt x="1672" y="837"/>
                  </a:cubicBezTo>
                  <a:cubicBezTo>
                    <a:pt x="1672" y="387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3981;p64"/>
            <p:cNvSpPr/>
            <p:nvPr/>
          </p:nvSpPr>
          <p:spPr>
            <a:xfrm>
              <a:off x="3828450" y="3381050"/>
              <a:ext cx="499875" cy="175200"/>
            </a:xfrm>
            <a:custGeom>
              <a:avLst/>
              <a:gdLst/>
              <a:ahLst/>
              <a:cxnLst/>
              <a:rect l="l" t="t" r="r" b="b"/>
              <a:pathLst>
                <a:path w="19995" h="7008" extrusionOk="0">
                  <a:moveTo>
                    <a:pt x="1" y="0"/>
                  </a:moveTo>
                  <a:lnTo>
                    <a:pt x="1" y="418"/>
                  </a:lnTo>
                  <a:lnTo>
                    <a:pt x="13630" y="418"/>
                  </a:lnTo>
                  <a:lnTo>
                    <a:pt x="13630" y="4147"/>
                  </a:lnTo>
                  <a:lnTo>
                    <a:pt x="19577" y="4147"/>
                  </a:lnTo>
                  <a:lnTo>
                    <a:pt x="19577" y="7008"/>
                  </a:lnTo>
                  <a:lnTo>
                    <a:pt x="19995" y="7008"/>
                  </a:lnTo>
                  <a:lnTo>
                    <a:pt x="19995" y="3729"/>
                  </a:lnTo>
                  <a:lnTo>
                    <a:pt x="14048" y="3729"/>
                  </a:lnTo>
                  <a:lnTo>
                    <a:pt x="140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3982;p64"/>
            <p:cNvSpPr/>
            <p:nvPr/>
          </p:nvSpPr>
          <p:spPr>
            <a:xfrm>
              <a:off x="4307400" y="35506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1"/>
                  </a:moveTo>
                  <a:cubicBezTo>
                    <a:pt x="290" y="1"/>
                    <a:pt x="1" y="290"/>
                    <a:pt x="1" y="644"/>
                  </a:cubicBezTo>
                  <a:cubicBezTo>
                    <a:pt x="1" y="965"/>
                    <a:pt x="290" y="1254"/>
                    <a:pt x="644" y="1254"/>
                  </a:cubicBezTo>
                  <a:cubicBezTo>
                    <a:pt x="997" y="1254"/>
                    <a:pt x="1255" y="965"/>
                    <a:pt x="1255" y="644"/>
                  </a:cubicBezTo>
                  <a:cubicBezTo>
                    <a:pt x="1255" y="290"/>
                    <a:pt x="997" y="1"/>
                    <a:pt x="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3983;p64"/>
            <p:cNvSpPr/>
            <p:nvPr/>
          </p:nvSpPr>
          <p:spPr>
            <a:xfrm>
              <a:off x="4302600" y="3545775"/>
              <a:ext cx="41800" cy="41825"/>
            </a:xfrm>
            <a:custGeom>
              <a:avLst/>
              <a:gdLst/>
              <a:ahLst/>
              <a:cxnLst/>
              <a:rect l="l" t="t" r="r" b="b"/>
              <a:pathLst>
                <a:path w="1672" h="1673" extrusionOk="0">
                  <a:moveTo>
                    <a:pt x="836" y="419"/>
                  </a:moveTo>
                  <a:cubicBezTo>
                    <a:pt x="1061" y="419"/>
                    <a:pt x="1254" y="612"/>
                    <a:pt x="1254" y="837"/>
                  </a:cubicBezTo>
                  <a:cubicBezTo>
                    <a:pt x="1254" y="1062"/>
                    <a:pt x="1061" y="1254"/>
                    <a:pt x="836" y="1254"/>
                  </a:cubicBezTo>
                  <a:cubicBezTo>
                    <a:pt x="611" y="1254"/>
                    <a:pt x="418" y="1062"/>
                    <a:pt x="418" y="837"/>
                  </a:cubicBezTo>
                  <a:cubicBezTo>
                    <a:pt x="418" y="612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0" y="354"/>
                    <a:pt x="0" y="837"/>
                  </a:cubicBezTo>
                  <a:cubicBezTo>
                    <a:pt x="0" y="1287"/>
                    <a:pt x="354" y="1672"/>
                    <a:pt x="836" y="1672"/>
                  </a:cubicBezTo>
                  <a:cubicBezTo>
                    <a:pt x="1286" y="1672"/>
                    <a:pt x="1672" y="1287"/>
                    <a:pt x="1672" y="837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3984;p64"/>
            <p:cNvSpPr/>
            <p:nvPr/>
          </p:nvSpPr>
          <p:spPr>
            <a:xfrm>
              <a:off x="2974225" y="2715850"/>
              <a:ext cx="920950" cy="791375"/>
            </a:xfrm>
            <a:custGeom>
              <a:avLst/>
              <a:gdLst/>
              <a:ahLst/>
              <a:cxnLst/>
              <a:rect l="l" t="t" r="r" b="b"/>
              <a:pathLst>
                <a:path w="36838" h="31655" extrusionOk="0">
                  <a:moveTo>
                    <a:pt x="18415" y="1"/>
                  </a:moveTo>
                  <a:cubicBezTo>
                    <a:pt x="17945" y="1"/>
                    <a:pt x="17471" y="234"/>
                    <a:pt x="17198" y="700"/>
                  </a:cubicBezTo>
                  <a:lnTo>
                    <a:pt x="547" y="29565"/>
                  </a:lnTo>
                  <a:cubicBezTo>
                    <a:pt x="0" y="30498"/>
                    <a:pt x="675" y="31655"/>
                    <a:pt x="1736" y="31655"/>
                  </a:cubicBezTo>
                  <a:lnTo>
                    <a:pt x="35070" y="31655"/>
                  </a:lnTo>
                  <a:cubicBezTo>
                    <a:pt x="36163" y="31655"/>
                    <a:pt x="36838" y="30498"/>
                    <a:pt x="36291" y="29565"/>
                  </a:cubicBezTo>
                  <a:lnTo>
                    <a:pt x="19608" y="700"/>
                  </a:lnTo>
                  <a:cubicBezTo>
                    <a:pt x="19351" y="234"/>
                    <a:pt x="18885" y="1"/>
                    <a:pt x="18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3985;p64"/>
            <p:cNvSpPr/>
            <p:nvPr/>
          </p:nvSpPr>
          <p:spPr>
            <a:xfrm>
              <a:off x="2977425" y="2710025"/>
              <a:ext cx="914550" cy="802825"/>
            </a:xfrm>
            <a:custGeom>
              <a:avLst/>
              <a:gdLst/>
              <a:ahLst/>
              <a:cxnLst/>
              <a:rect l="l" t="t" r="r" b="b"/>
              <a:pathLst>
                <a:path w="36582" h="32113" extrusionOk="0">
                  <a:moveTo>
                    <a:pt x="18291" y="451"/>
                  </a:moveTo>
                  <a:cubicBezTo>
                    <a:pt x="18677" y="451"/>
                    <a:pt x="19095" y="643"/>
                    <a:pt x="19320" y="1029"/>
                  </a:cubicBezTo>
                  <a:lnTo>
                    <a:pt x="35970" y="29895"/>
                  </a:lnTo>
                  <a:cubicBezTo>
                    <a:pt x="36099" y="30088"/>
                    <a:pt x="36131" y="30313"/>
                    <a:pt x="36131" y="30506"/>
                  </a:cubicBezTo>
                  <a:cubicBezTo>
                    <a:pt x="36131" y="30795"/>
                    <a:pt x="36035" y="31116"/>
                    <a:pt x="35810" y="31309"/>
                  </a:cubicBezTo>
                  <a:cubicBezTo>
                    <a:pt x="35585" y="31534"/>
                    <a:pt x="35295" y="31695"/>
                    <a:pt x="34942" y="31695"/>
                  </a:cubicBezTo>
                  <a:lnTo>
                    <a:pt x="1608" y="31695"/>
                  </a:lnTo>
                  <a:cubicBezTo>
                    <a:pt x="1255" y="31695"/>
                    <a:pt x="965" y="31534"/>
                    <a:pt x="772" y="31309"/>
                  </a:cubicBezTo>
                  <a:cubicBezTo>
                    <a:pt x="547" y="31116"/>
                    <a:pt x="419" y="30795"/>
                    <a:pt x="419" y="30506"/>
                  </a:cubicBezTo>
                  <a:cubicBezTo>
                    <a:pt x="419" y="30313"/>
                    <a:pt x="483" y="30088"/>
                    <a:pt x="580" y="29895"/>
                  </a:cubicBezTo>
                  <a:lnTo>
                    <a:pt x="17262" y="1029"/>
                  </a:lnTo>
                  <a:cubicBezTo>
                    <a:pt x="17487" y="643"/>
                    <a:pt x="17873" y="451"/>
                    <a:pt x="18291" y="451"/>
                  </a:cubicBezTo>
                  <a:close/>
                  <a:moveTo>
                    <a:pt x="18291" y="0"/>
                  </a:moveTo>
                  <a:cubicBezTo>
                    <a:pt x="17745" y="0"/>
                    <a:pt x="17198" y="290"/>
                    <a:pt x="16877" y="804"/>
                  </a:cubicBezTo>
                  <a:lnTo>
                    <a:pt x="226" y="29702"/>
                  </a:lnTo>
                  <a:cubicBezTo>
                    <a:pt x="65" y="29959"/>
                    <a:pt x="1" y="30216"/>
                    <a:pt x="1" y="30506"/>
                  </a:cubicBezTo>
                  <a:cubicBezTo>
                    <a:pt x="1" y="30924"/>
                    <a:pt x="162" y="31309"/>
                    <a:pt x="451" y="31631"/>
                  </a:cubicBezTo>
                  <a:cubicBezTo>
                    <a:pt x="740" y="31920"/>
                    <a:pt x="1158" y="32113"/>
                    <a:pt x="1608" y="32113"/>
                  </a:cubicBezTo>
                  <a:lnTo>
                    <a:pt x="34942" y="32113"/>
                  </a:lnTo>
                  <a:cubicBezTo>
                    <a:pt x="35424" y="32113"/>
                    <a:pt x="35842" y="31920"/>
                    <a:pt x="36099" y="31631"/>
                  </a:cubicBezTo>
                  <a:cubicBezTo>
                    <a:pt x="36388" y="31309"/>
                    <a:pt x="36581" y="30924"/>
                    <a:pt x="36581" y="30506"/>
                  </a:cubicBezTo>
                  <a:cubicBezTo>
                    <a:pt x="36581" y="30216"/>
                    <a:pt x="36485" y="29959"/>
                    <a:pt x="36356" y="29702"/>
                  </a:cubicBezTo>
                  <a:lnTo>
                    <a:pt x="19673" y="804"/>
                  </a:lnTo>
                  <a:cubicBezTo>
                    <a:pt x="19384" y="290"/>
                    <a:pt x="18838" y="0"/>
                    <a:pt x="18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3986;p64"/>
            <p:cNvSpPr/>
            <p:nvPr/>
          </p:nvSpPr>
          <p:spPr>
            <a:xfrm>
              <a:off x="3012800" y="2747600"/>
              <a:ext cx="843800" cy="729900"/>
            </a:xfrm>
            <a:custGeom>
              <a:avLst/>
              <a:gdLst/>
              <a:ahLst/>
              <a:cxnLst/>
              <a:rect l="l" t="t" r="r" b="b"/>
              <a:pathLst>
                <a:path w="33752" h="29196" extrusionOk="0">
                  <a:moveTo>
                    <a:pt x="16876" y="0"/>
                  </a:moveTo>
                  <a:cubicBezTo>
                    <a:pt x="16764" y="0"/>
                    <a:pt x="16651" y="56"/>
                    <a:pt x="16587" y="169"/>
                  </a:cubicBezTo>
                  <a:lnTo>
                    <a:pt x="129" y="28681"/>
                  </a:lnTo>
                  <a:cubicBezTo>
                    <a:pt x="0" y="28906"/>
                    <a:pt x="161" y="29195"/>
                    <a:pt x="418" y="29195"/>
                  </a:cubicBezTo>
                  <a:lnTo>
                    <a:pt x="33334" y="29195"/>
                  </a:lnTo>
                  <a:cubicBezTo>
                    <a:pt x="33591" y="29195"/>
                    <a:pt x="33752" y="28906"/>
                    <a:pt x="33623" y="28681"/>
                  </a:cubicBezTo>
                  <a:lnTo>
                    <a:pt x="17165" y="169"/>
                  </a:lnTo>
                  <a:cubicBezTo>
                    <a:pt x="17101" y="56"/>
                    <a:pt x="16989" y="0"/>
                    <a:pt x="16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3987;p64"/>
            <p:cNvSpPr/>
            <p:nvPr/>
          </p:nvSpPr>
          <p:spPr>
            <a:xfrm>
              <a:off x="3009575" y="2742175"/>
              <a:ext cx="850250" cy="740950"/>
            </a:xfrm>
            <a:custGeom>
              <a:avLst/>
              <a:gdLst/>
              <a:ahLst/>
              <a:cxnLst/>
              <a:rect l="l" t="t" r="r" b="b"/>
              <a:pathLst>
                <a:path w="34010" h="29638" extrusionOk="0">
                  <a:moveTo>
                    <a:pt x="17005" y="450"/>
                  </a:moveTo>
                  <a:lnTo>
                    <a:pt x="17102" y="515"/>
                  </a:lnTo>
                  <a:lnTo>
                    <a:pt x="33559" y="29027"/>
                  </a:lnTo>
                  <a:lnTo>
                    <a:pt x="33592" y="29091"/>
                  </a:lnTo>
                  <a:lnTo>
                    <a:pt x="33559" y="29155"/>
                  </a:lnTo>
                  <a:lnTo>
                    <a:pt x="33463" y="29220"/>
                  </a:lnTo>
                  <a:lnTo>
                    <a:pt x="547" y="29220"/>
                  </a:lnTo>
                  <a:lnTo>
                    <a:pt x="451" y="29155"/>
                  </a:lnTo>
                  <a:lnTo>
                    <a:pt x="419" y="29091"/>
                  </a:lnTo>
                  <a:lnTo>
                    <a:pt x="419" y="29027"/>
                  </a:lnTo>
                  <a:lnTo>
                    <a:pt x="16877" y="515"/>
                  </a:lnTo>
                  <a:lnTo>
                    <a:pt x="17005" y="450"/>
                  </a:lnTo>
                  <a:close/>
                  <a:moveTo>
                    <a:pt x="17005" y="0"/>
                  </a:moveTo>
                  <a:cubicBezTo>
                    <a:pt x="16812" y="0"/>
                    <a:pt x="16619" y="97"/>
                    <a:pt x="16523" y="290"/>
                  </a:cubicBezTo>
                  <a:lnTo>
                    <a:pt x="65" y="28802"/>
                  </a:lnTo>
                  <a:cubicBezTo>
                    <a:pt x="1" y="28898"/>
                    <a:pt x="1" y="28995"/>
                    <a:pt x="1" y="29091"/>
                  </a:cubicBezTo>
                  <a:cubicBezTo>
                    <a:pt x="1" y="29380"/>
                    <a:pt x="226" y="29638"/>
                    <a:pt x="547" y="29638"/>
                  </a:cubicBezTo>
                  <a:lnTo>
                    <a:pt x="33463" y="29638"/>
                  </a:lnTo>
                  <a:cubicBezTo>
                    <a:pt x="33784" y="29638"/>
                    <a:pt x="34009" y="29380"/>
                    <a:pt x="34009" y="29091"/>
                  </a:cubicBezTo>
                  <a:cubicBezTo>
                    <a:pt x="34009" y="28995"/>
                    <a:pt x="33977" y="28898"/>
                    <a:pt x="33945" y="28802"/>
                  </a:cubicBezTo>
                  <a:lnTo>
                    <a:pt x="17487" y="290"/>
                  </a:lnTo>
                  <a:cubicBezTo>
                    <a:pt x="17359" y="97"/>
                    <a:pt x="17166" y="0"/>
                    <a:pt x="17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3988;p64"/>
            <p:cNvSpPr/>
            <p:nvPr/>
          </p:nvSpPr>
          <p:spPr>
            <a:xfrm>
              <a:off x="3366375" y="2914550"/>
              <a:ext cx="135850" cy="521150"/>
            </a:xfrm>
            <a:custGeom>
              <a:avLst/>
              <a:gdLst/>
              <a:ahLst/>
              <a:cxnLst/>
              <a:rect l="l" t="t" r="r" b="b"/>
              <a:pathLst>
                <a:path w="5434" h="20846" extrusionOk="0">
                  <a:moveTo>
                    <a:pt x="2721" y="0"/>
                  </a:moveTo>
                  <a:cubicBezTo>
                    <a:pt x="2259" y="0"/>
                    <a:pt x="1801" y="113"/>
                    <a:pt x="1351" y="338"/>
                  </a:cubicBezTo>
                  <a:cubicBezTo>
                    <a:pt x="419" y="788"/>
                    <a:pt x="1" y="1527"/>
                    <a:pt x="129" y="2556"/>
                  </a:cubicBezTo>
                  <a:lnTo>
                    <a:pt x="1415" y="12681"/>
                  </a:lnTo>
                  <a:cubicBezTo>
                    <a:pt x="1479" y="13099"/>
                    <a:pt x="1608" y="13421"/>
                    <a:pt x="1897" y="13646"/>
                  </a:cubicBezTo>
                  <a:cubicBezTo>
                    <a:pt x="2154" y="13871"/>
                    <a:pt x="2444" y="13999"/>
                    <a:pt x="2733" y="13999"/>
                  </a:cubicBezTo>
                  <a:cubicBezTo>
                    <a:pt x="3055" y="13999"/>
                    <a:pt x="3312" y="13871"/>
                    <a:pt x="3601" y="13646"/>
                  </a:cubicBezTo>
                  <a:cubicBezTo>
                    <a:pt x="3858" y="13421"/>
                    <a:pt x="4019" y="13099"/>
                    <a:pt x="4051" y="12681"/>
                  </a:cubicBezTo>
                  <a:lnTo>
                    <a:pt x="5305" y="2556"/>
                  </a:lnTo>
                  <a:cubicBezTo>
                    <a:pt x="5433" y="1527"/>
                    <a:pt x="5047" y="788"/>
                    <a:pt x="4115" y="338"/>
                  </a:cubicBezTo>
                  <a:cubicBezTo>
                    <a:pt x="3649" y="113"/>
                    <a:pt x="3183" y="0"/>
                    <a:pt x="2721" y="0"/>
                  </a:cubicBezTo>
                  <a:close/>
                  <a:moveTo>
                    <a:pt x="2765" y="16185"/>
                  </a:moveTo>
                  <a:cubicBezTo>
                    <a:pt x="2090" y="16185"/>
                    <a:pt x="1544" y="16410"/>
                    <a:pt x="1126" y="16860"/>
                  </a:cubicBezTo>
                  <a:cubicBezTo>
                    <a:pt x="676" y="17342"/>
                    <a:pt x="451" y="17889"/>
                    <a:pt x="451" y="18499"/>
                  </a:cubicBezTo>
                  <a:cubicBezTo>
                    <a:pt x="451" y="19174"/>
                    <a:pt x="676" y="19721"/>
                    <a:pt x="1126" y="20171"/>
                  </a:cubicBezTo>
                  <a:cubicBezTo>
                    <a:pt x="1576" y="20621"/>
                    <a:pt x="2122" y="20846"/>
                    <a:pt x="2765" y="20846"/>
                  </a:cubicBezTo>
                  <a:cubicBezTo>
                    <a:pt x="3408" y="20846"/>
                    <a:pt x="3955" y="20621"/>
                    <a:pt x="4405" y="20171"/>
                  </a:cubicBezTo>
                  <a:cubicBezTo>
                    <a:pt x="4822" y="19689"/>
                    <a:pt x="5047" y="19142"/>
                    <a:pt x="5047" y="18499"/>
                  </a:cubicBezTo>
                  <a:cubicBezTo>
                    <a:pt x="5047" y="17824"/>
                    <a:pt x="4822" y="17278"/>
                    <a:pt x="4372" y="16828"/>
                  </a:cubicBezTo>
                  <a:cubicBezTo>
                    <a:pt x="3922" y="16410"/>
                    <a:pt x="3376" y="16185"/>
                    <a:pt x="2765" y="161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3989;p64"/>
            <p:cNvSpPr/>
            <p:nvPr/>
          </p:nvSpPr>
          <p:spPr>
            <a:xfrm>
              <a:off x="4003650" y="3086925"/>
              <a:ext cx="423525" cy="291950"/>
            </a:xfrm>
            <a:custGeom>
              <a:avLst/>
              <a:gdLst/>
              <a:ahLst/>
              <a:cxnLst/>
              <a:rect l="l" t="t" r="r" b="b"/>
              <a:pathLst>
                <a:path w="16941" h="11678" extrusionOk="0">
                  <a:moveTo>
                    <a:pt x="6429" y="0"/>
                  </a:moveTo>
                  <a:cubicBezTo>
                    <a:pt x="6365" y="32"/>
                    <a:pt x="6333" y="65"/>
                    <a:pt x="6301" y="129"/>
                  </a:cubicBezTo>
                  <a:lnTo>
                    <a:pt x="6301" y="193"/>
                  </a:lnTo>
                  <a:lnTo>
                    <a:pt x="6686" y="1511"/>
                  </a:lnTo>
                  <a:lnTo>
                    <a:pt x="6751" y="1607"/>
                  </a:lnTo>
                  <a:lnTo>
                    <a:pt x="8069" y="2604"/>
                  </a:lnTo>
                  <a:lnTo>
                    <a:pt x="7972" y="3086"/>
                  </a:lnTo>
                  <a:cubicBezTo>
                    <a:pt x="6911" y="2990"/>
                    <a:pt x="5883" y="2893"/>
                    <a:pt x="5336" y="2893"/>
                  </a:cubicBezTo>
                  <a:lnTo>
                    <a:pt x="4918" y="1607"/>
                  </a:lnTo>
                  <a:cubicBezTo>
                    <a:pt x="4918" y="1543"/>
                    <a:pt x="4854" y="1511"/>
                    <a:pt x="4790" y="1511"/>
                  </a:cubicBezTo>
                  <a:lnTo>
                    <a:pt x="2540" y="1543"/>
                  </a:lnTo>
                  <a:lnTo>
                    <a:pt x="1929" y="707"/>
                  </a:lnTo>
                  <a:cubicBezTo>
                    <a:pt x="1910" y="670"/>
                    <a:pt x="1869" y="654"/>
                    <a:pt x="1826" y="654"/>
                  </a:cubicBezTo>
                  <a:cubicBezTo>
                    <a:pt x="1795" y="654"/>
                    <a:pt x="1763" y="662"/>
                    <a:pt x="1736" y="675"/>
                  </a:cubicBezTo>
                  <a:lnTo>
                    <a:pt x="1672" y="772"/>
                  </a:lnTo>
                  <a:lnTo>
                    <a:pt x="1704" y="900"/>
                  </a:lnTo>
                  <a:lnTo>
                    <a:pt x="2347" y="1768"/>
                  </a:lnTo>
                  <a:cubicBezTo>
                    <a:pt x="2379" y="1832"/>
                    <a:pt x="2443" y="1832"/>
                    <a:pt x="2475" y="1832"/>
                  </a:cubicBezTo>
                  <a:lnTo>
                    <a:pt x="4661" y="1800"/>
                  </a:lnTo>
                  <a:lnTo>
                    <a:pt x="5015" y="2925"/>
                  </a:lnTo>
                  <a:cubicBezTo>
                    <a:pt x="4436" y="3022"/>
                    <a:pt x="3504" y="3343"/>
                    <a:pt x="2700" y="3665"/>
                  </a:cubicBezTo>
                  <a:cubicBezTo>
                    <a:pt x="1897" y="3986"/>
                    <a:pt x="1672" y="4983"/>
                    <a:pt x="2250" y="5626"/>
                  </a:cubicBezTo>
                  <a:lnTo>
                    <a:pt x="3890" y="7361"/>
                  </a:lnTo>
                  <a:lnTo>
                    <a:pt x="3150" y="8133"/>
                  </a:lnTo>
                  <a:lnTo>
                    <a:pt x="1190" y="7072"/>
                  </a:lnTo>
                  <a:lnTo>
                    <a:pt x="1061" y="7072"/>
                  </a:lnTo>
                  <a:lnTo>
                    <a:pt x="65" y="7554"/>
                  </a:lnTo>
                  <a:lnTo>
                    <a:pt x="0" y="7651"/>
                  </a:lnTo>
                  <a:lnTo>
                    <a:pt x="0" y="7747"/>
                  </a:lnTo>
                  <a:cubicBezTo>
                    <a:pt x="24" y="7819"/>
                    <a:pt x="85" y="7856"/>
                    <a:pt x="154" y="7856"/>
                  </a:cubicBezTo>
                  <a:cubicBezTo>
                    <a:pt x="177" y="7856"/>
                    <a:pt x="201" y="7852"/>
                    <a:pt x="225" y="7844"/>
                  </a:cubicBezTo>
                  <a:lnTo>
                    <a:pt x="1125" y="7393"/>
                  </a:lnTo>
                  <a:lnTo>
                    <a:pt x="3086" y="8454"/>
                  </a:lnTo>
                  <a:cubicBezTo>
                    <a:pt x="3105" y="8464"/>
                    <a:pt x="3124" y="8468"/>
                    <a:pt x="3143" y="8468"/>
                  </a:cubicBezTo>
                  <a:cubicBezTo>
                    <a:pt x="3188" y="8468"/>
                    <a:pt x="3234" y="8445"/>
                    <a:pt x="3279" y="8422"/>
                  </a:cubicBezTo>
                  <a:lnTo>
                    <a:pt x="4083" y="7586"/>
                  </a:lnTo>
                  <a:lnTo>
                    <a:pt x="4211" y="7747"/>
                  </a:lnTo>
                  <a:lnTo>
                    <a:pt x="6622" y="8615"/>
                  </a:lnTo>
                  <a:lnTo>
                    <a:pt x="6461" y="9290"/>
                  </a:lnTo>
                  <a:lnTo>
                    <a:pt x="4822" y="9547"/>
                  </a:lnTo>
                  <a:lnTo>
                    <a:pt x="4726" y="9611"/>
                  </a:lnTo>
                  <a:lnTo>
                    <a:pt x="3793" y="10608"/>
                  </a:lnTo>
                  <a:lnTo>
                    <a:pt x="3729" y="10672"/>
                  </a:lnTo>
                  <a:cubicBezTo>
                    <a:pt x="3729" y="10704"/>
                    <a:pt x="3729" y="10769"/>
                    <a:pt x="3793" y="10801"/>
                  </a:cubicBezTo>
                  <a:cubicBezTo>
                    <a:pt x="3825" y="10833"/>
                    <a:pt x="3866" y="10849"/>
                    <a:pt x="3902" y="10849"/>
                  </a:cubicBezTo>
                  <a:cubicBezTo>
                    <a:pt x="3938" y="10849"/>
                    <a:pt x="3970" y="10833"/>
                    <a:pt x="3986" y="10801"/>
                  </a:cubicBezTo>
                  <a:lnTo>
                    <a:pt x="4918" y="9836"/>
                  </a:lnTo>
                  <a:lnTo>
                    <a:pt x="6590" y="9579"/>
                  </a:lnTo>
                  <a:cubicBezTo>
                    <a:pt x="6654" y="9547"/>
                    <a:pt x="6718" y="9515"/>
                    <a:pt x="6718" y="9451"/>
                  </a:cubicBezTo>
                  <a:lnTo>
                    <a:pt x="6911" y="8711"/>
                  </a:lnTo>
                  <a:lnTo>
                    <a:pt x="9579" y="9676"/>
                  </a:lnTo>
                  <a:cubicBezTo>
                    <a:pt x="9579" y="9676"/>
                    <a:pt x="10029" y="9290"/>
                    <a:pt x="10544" y="8583"/>
                  </a:cubicBezTo>
                  <a:lnTo>
                    <a:pt x="10897" y="9419"/>
                  </a:lnTo>
                  <a:lnTo>
                    <a:pt x="10929" y="9483"/>
                  </a:lnTo>
                  <a:lnTo>
                    <a:pt x="11894" y="10287"/>
                  </a:lnTo>
                  <a:lnTo>
                    <a:pt x="12183" y="11572"/>
                  </a:lnTo>
                  <a:cubicBezTo>
                    <a:pt x="12183" y="11625"/>
                    <a:pt x="12247" y="11677"/>
                    <a:pt x="12323" y="11677"/>
                  </a:cubicBezTo>
                  <a:cubicBezTo>
                    <a:pt x="12340" y="11677"/>
                    <a:pt x="12358" y="11675"/>
                    <a:pt x="12376" y="11669"/>
                  </a:cubicBezTo>
                  <a:cubicBezTo>
                    <a:pt x="12440" y="11669"/>
                    <a:pt x="12504" y="11572"/>
                    <a:pt x="12472" y="11508"/>
                  </a:cubicBezTo>
                  <a:lnTo>
                    <a:pt x="12183" y="10158"/>
                  </a:lnTo>
                  <a:lnTo>
                    <a:pt x="12119" y="10061"/>
                  </a:lnTo>
                  <a:lnTo>
                    <a:pt x="11154" y="9258"/>
                  </a:lnTo>
                  <a:lnTo>
                    <a:pt x="10737" y="8294"/>
                  </a:lnTo>
                  <a:cubicBezTo>
                    <a:pt x="10769" y="8229"/>
                    <a:pt x="10833" y="8165"/>
                    <a:pt x="10865" y="8101"/>
                  </a:cubicBezTo>
                  <a:lnTo>
                    <a:pt x="11701" y="8294"/>
                  </a:lnTo>
                  <a:lnTo>
                    <a:pt x="11829" y="7683"/>
                  </a:lnTo>
                  <a:lnTo>
                    <a:pt x="12408" y="7844"/>
                  </a:lnTo>
                  <a:cubicBezTo>
                    <a:pt x="12826" y="8261"/>
                    <a:pt x="14722" y="10158"/>
                    <a:pt x="15044" y="11476"/>
                  </a:cubicBezTo>
                  <a:cubicBezTo>
                    <a:pt x="15068" y="11548"/>
                    <a:pt x="15128" y="11584"/>
                    <a:pt x="15184" y="11584"/>
                  </a:cubicBezTo>
                  <a:cubicBezTo>
                    <a:pt x="15203" y="11584"/>
                    <a:pt x="15221" y="11580"/>
                    <a:pt x="15237" y="11572"/>
                  </a:cubicBezTo>
                  <a:cubicBezTo>
                    <a:pt x="15333" y="11572"/>
                    <a:pt x="15365" y="11476"/>
                    <a:pt x="15333" y="11412"/>
                  </a:cubicBezTo>
                  <a:cubicBezTo>
                    <a:pt x="15012" y="10029"/>
                    <a:pt x="13179" y="8165"/>
                    <a:pt x="12665" y="7651"/>
                  </a:cubicBezTo>
                  <a:lnTo>
                    <a:pt x="12954" y="6558"/>
                  </a:lnTo>
                  <a:cubicBezTo>
                    <a:pt x="13630" y="6365"/>
                    <a:pt x="15815" y="5722"/>
                    <a:pt x="16876" y="4886"/>
                  </a:cubicBezTo>
                  <a:cubicBezTo>
                    <a:pt x="16940" y="4854"/>
                    <a:pt x="16940" y="4758"/>
                    <a:pt x="16908" y="4661"/>
                  </a:cubicBezTo>
                  <a:cubicBezTo>
                    <a:pt x="16876" y="4629"/>
                    <a:pt x="16836" y="4613"/>
                    <a:pt x="16796" y="4613"/>
                  </a:cubicBezTo>
                  <a:cubicBezTo>
                    <a:pt x="16756" y="4613"/>
                    <a:pt x="16715" y="4629"/>
                    <a:pt x="16683" y="4661"/>
                  </a:cubicBezTo>
                  <a:cubicBezTo>
                    <a:pt x="15655" y="5465"/>
                    <a:pt x="13308" y="6140"/>
                    <a:pt x="12762" y="6301"/>
                  </a:cubicBezTo>
                  <a:lnTo>
                    <a:pt x="12119" y="6140"/>
                  </a:lnTo>
                  <a:lnTo>
                    <a:pt x="12279" y="5561"/>
                  </a:lnTo>
                  <a:lnTo>
                    <a:pt x="11604" y="5401"/>
                  </a:lnTo>
                  <a:cubicBezTo>
                    <a:pt x="11572" y="5143"/>
                    <a:pt x="11540" y="4854"/>
                    <a:pt x="11476" y="4629"/>
                  </a:cubicBezTo>
                  <a:lnTo>
                    <a:pt x="12472" y="3793"/>
                  </a:lnTo>
                  <a:lnTo>
                    <a:pt x="13694" y="3536"/>
                  </a:lnTo>
                  <a:lnTo>
                    <a:pt x="13790" y="3472"/>
                  </a:lnTo>
                  <a:lnTo>
                    <a:pt x="14690" y="2443"/>
                  </a:lnTo>
                  <a:cubicBezTo>
                    <a:pt x="14722" y="2379"/>
                    <a:pt x="14722" y="2283"/>
                    <a:pt x="14658" y="2218"/>
                  </a:cubicBezTo>
                  <a:cubicBezTo>
                    <a:pt x="14626" y="2186"/>
                    <a:pt x="14586" y="2170"/>
                    <a:pt x="14546" y="2170"/>
                  </a:cubicBezTo>
                  <a:cubicBezTo>
                    <a:pt x="14505" y="2170"/>
                    <a:pt x="14465" y="2186"/>
                    <a:pt x="14433" y="2218"/>
                  </a:cubicBezTo>
                  <a:lnTo>
                    <a:pt x="13597" y="3247"/>
                  </a:lnTo>
                  <a:lnTo>
                    <a:pt x="12376" y="3504"/>
                  </a:lnTo>
                  <a:lnTo>
                    <a:pt x="12312" y="3536"/>
                  </a:lnTo>
                  <a:lnTo>
                    <a:pt x="11379" y="4308"/>
                  </a:lnTo>
                  <a:cubicBezTo>
                    <a:pt x="11187" y="3761"/>
                    <a:pt x="10929" y="3375"/>
                    <a:pt x="10929" y="3375"/>
                  </a:cubicBezTo>
                  <a:cubicBezTo>
                    <a:pt x="10929" y="3375"/>
                    <a:pt x="9644" y="3247"/>
                    <a:pt x="8261" y="3118"/>
                  </a:cubicBezTo>
                  <a:lnTo>
                    <a:pt x="8390" y="2572"/>
                  </a:lnTo>
                  <a:cubicBezTo>
                    <a:pt x="8422" y="2508"/>
                    <a:pt x="8390" y="2443"/>
                    <a:pt x="8358" y="2411"/>
                  </a:cubicBezTo>
                  <a:lnTo>
                    <a:pt x="6976" y="1382"/>
                  </a:lnTo>
                  <a:lnTo>
                    <a:pt x="6590" y="129"/>
                  </a:lnTo>
                  <a:cubicBezTo>
                    <a:pt x="6590" y="32"/>
                    <a:pt x="6493" y="0"/>
                    <a:pt x="6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3990;p64"/>
            <p:cNvSpPr/>
            <p:nvPr/>
          </p:nvSpPr>
          <p:spPr>
            <a:xfrm>
              <a:off x="4112125" y="3168875"/>
              <a:ext cx="157550" cy="145500"/>
            </a:xfrm>
            <a:custGeom>
              <a:avLst/>
              <a:gdLst/>
              <a:ahLst/>
              <a:cxnLst/>
              <a:rect l="l" t="t" r="r" b="b"/>
              <a:pathLst>
                <a:path w="6302" h="5820" extrusionOk="0">
                  <a:moveTo>
                    <a:pt x="1094" y="1"/>
                  </a:moveTo>
                  <a:lnTo>
                    <a:pt x="1415" y="1512"/>
                  </a:lnTo>
                  <a:lnTo>
                    <a:pt x="740" y="2090"/>
                  </a:lnTo>
                  <a:lnTo>
                    <a:pt x="1126" y="2862"/>
                  </a:lnTo>
                  <a:lnTo>
                    <a:pt x="1" y="4180"/>
                  </a:lnTo>
                  <a:lnTo>
                    <a:pt x="5112" y="5819"/>
                  </a:lnTo>
                  <a:lnTo>
                    <a:pt x="4308" y="2958"/>
                  </a:lnTo>
                  <a:lnTo>
                    <a:pt x="6301" y="483"/>
                  </a:lnTo>
                  <a:lnTo>
                    <a:pt x="109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3991;p64"/>
            <p:cNvSpPr/>
            <p:nvPr/>
          </p:nvSpPr>
          <p:spPr>
            <a:xfrm>
              <a:off x="4108125" y="3164875"/>
              <a:ext cx="165550" cy="153050"/>
            </a:xfrm>
            <a:custGeom>
              <a:avLst/>
              <a:gdLst/>
              <a:ahLst/>
              <a:cxnLst/>
              <a:rect l="l" t="t" r="r" b="b"/>
              <a:pathLst>
                <a:path w="6622" h="6122" extrusionOk="0">
                  <a:moveTo>
                    <a:pt x="1447" y="322"/>
                  </a:moveTo>
                  <a:lnTo>
                    <a:pt x="6172" y="772"/>
                  </a:lnTo>
                  <a:lnTo>
                    <a:pt x="4372" y="3022"/>
                  </a:lnTo>
                  <a:lnTo>
                    <a:pt x="4340" y="3150"/>
                  </a:lnTo>
                  <a:lnTo>
                    <a:pt x="5047" y="5722"/>
                  </a:lnTo>
                  <a:lnTo>
                    <a:pt x="418" y="4243"/>
                  </a:lnTo>
                  <a:lnTo>
                    <a:pt x="1414" y="3118"/>
                  </a:lnTo>
                  <a:lnTo>
                    <a:pt x="1447" y="3054"/>
                  </a:lnTo>
                  <a:lnTo>
                    <a:pt x="1447" y="2958"/>
                  </a:lnTo>
                  <a:lnTo>
                    <a:pt x="1093" y="2283"/>
                  </a:lnTo>
                  <a:lnTo>
                    <a:pt x="1672" y="1768"/>
                  </a:lnTo>
                  <a:cubicBezTo>
                    <a:pt x="1736" y="1736"/>
                    <a:pt x="1736" y="1672"/>
                    <a:pt x="1736" y="1640"/>
                  </a:cubicBezTo>
                  <a:lnTo>
                    <a:pt x="1447" y="322"/>
                  </a:lnTo>
                  <a:close/>
                  <a:moveTo>
                    <a:pt x="1254" y="0"/>
                  </a:moveTo>
                  <a:cubicBezTo>
                    <a:pt x="1222" y="0"/>
                    <a:pt x="1157" y="32"/>
                    <a:pt x="1125" y="65"/>
                  </a:cubicBezTo>
                  <a:lnTo>
                    <a:pt x="1093" y="193"/>
                  </a:lnTo>
                  <a:lnTo>
                    <a:pt x="1414" y="1608"/>
                  </a:lnTo>
                  <a:lnTo>
                    <a:pt x="804" y="2122"/>
                  </a:lnTo>
                  <a:cubicBezTo>
                    <a:pt x="739" y="2186"/>
                    <a:pt x="707" y="2250"/>
                    <a:pt x="772" y="2315"/>
                  </a:cubicBezTo>
                  <a:lnTo>
                    <a:pt x="1125" y="2990"/>
                  </a:lnTo>
                  <a:lnTo>
                    <a:pt x="32" y="4211"/>
                  </a:lnTo>
                  <a:lnTo>
                    <a:pt x="0" y="4275"/>
                  </a:lnTo>
                  <a:lnTo>
                    <a:pt x="0" y="4372"/>
                  </a:lnTo>
                  <a:cubicBezTo>
                    <a:pt x="0" y="4404"/>
                    <a:pt x="64" y="4468"/>
                    <a:pt x="97" y="4468"/>
                  </a:cubicBezTo>
                  <a:lnTo>
                    <a:pt x="5207" y="6108"/>
                  </a:lnTo>
                  <a:cubicBezTo>
                    <a:pt x="5226" y="6117"/>
                    <a:pt x="5245" y="6121"/>
                    <a:pt x="5263" y="6121"/>
                  </a:cubicBezTo>
                  <a:cubicBezTo>
                    <a:pt x="5307" y="6121"/>
                    <a:pt x="5345" y="6098"/>
                    <a:pt x="5368" y="6076"/>
                  </a:cubicBezTo>
                  <a:cubicBezTo>
                    <a:pt x="5400" y="6043"/>
                    <a:pt x="5432" y="5979"/>
                    <a:pt x="5400" y="5915"/>
                  </a:cubicBezTo>
                  <a:lnTo>
                    <a:pt x="4661" y="3150"/>
                  </a:lnTo>
                  <a:lnTo>
                    <a:pt x="6590" y="740"/>
                  </a:lnTo>
                  <a:cubicBezTo>
                    <a:pt x="6622" y="675"/>
                    <a:pt x="6622" y="643"/>
                    <a:pt x="6622" y="579"/>
                  </a:cubicBezTo>
                  <a:cubicBezTo>
                    <a:pt x="6590" y="515"/>
                    <a:pt x="6558" y="482"/>
                    <a:pt x="6493" y="482"/>
                  </a:cubicBezTo>
                  <a:lnTo>
                    <a:pt x="12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3992;p64"/>
            <p:cNvSpPr/>
            <p:nvPr/>
          </p:nvSpPr>
          <p:spPr>
            <a:xfrm>
              <a:off x="4219825" y="3191400"/>
              <a:ext cx="59475" cy="107700"/>
            </a:xfrm>
            <a:custGeom>
              <a:avLst/>
              <a:gdLst/>
              <a:ahLst/>
              <a:cxnLst/>
              <a:rect l="l" t="t" r="r" b="b"/>
              <a:pathLst>
                <a:path w="2379" h="4308" extrusionOk="0">
                  <a:moveTo>
                    <a:pt x="1736" y="0"/>
                  </a:moveTo>
                  <a:lnTo>
                    <a:pt x="0" y="2057"/>
                  </a:lnTo>
                  <a:lnTo>
                    <a:pt x="739" y="4307"/>
                  </a:lnTo>
                  <a:lnTo>
                    <a:pt x="2379" y="2572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3993;p64"/>
            <p:cNvSpPr/>
            <p:nvPr/>
          </p:nvSpPr>
          <p:spPr>
            <a:xfrm>
              <a:off x="4216600" y="3187375"/>
              <a:ext cx="66725" cy="115275"/>
            </a:xfrm>
            <a:custGeom>
              <a:avLst/>
              <a:gdLst/>
              <a:ahLst/>
              <a:cxnLst/>
              <a:rect l="l" t="t" r="r" b="b"/>
              <a:pathLst>
                <a:path w="2669" h="4611" extrusionOk="0">
                  <a:moveTo>
                    <a:pt x="1801" y="482"/>
                  </a:moveTo>
                  <a:lnTo>
                    <a:pt x="2347" y="2668"/>
                  </a:lnTo>
                  <a:lnTo>
                    <a:pt x="933" y="4179"/>
                  </a:lnTo>
                  <a:lnTo>
                    <a:pt x="322" y="2250"/>
                  </a:lnTo>
                  <a:lnTo>
                    <a:pt x="1801" y="482"/>
                  </a:lnTo>
                  <a:close/>
                  <a:moveTo>
                    <a:pt x="1897" y="0"/>
                  </a:moveTo>
                  <a:cubicBezTo>
                    <a:pt x="1865" y="0"/>
                    <a:pt x="1801" y="0"/>
                    <a:pt x="1769" y="65"/>
                  </a:cubicBezTo>
                  <a:lnTo>
                    <a:pt x="33" y="2122"/>
                  </a:lnTo>
                  <a:lnTo>
                    <a:pt x="1" y="2186"/>
                  </a:lnTo>
                  <a:lnTo>
                    <a:pt x="1" y="2283"/>
                  </a:lnTo>
                  <a:lnTo>
                    <a:pt x="708" y="4501"/>
                  </a:lnTo>
                  <a:cubicBezTo>
                    <a:pt x="740" y="4565"/>
                    <a:pt x="772" y="4597"/>
                    <a:pt x="836" y="4597"/>
                  </a:cubicBezTo>
                  <a:cubicBezTo>
                    <a:pt x="855" y="4606"/>
                    <a:pt x="871" y="4610"/>
                    <a:pt x="885" y="4610"/>
                  </a:cubicBezTo>
                  <a:cubicBezTo>
                    <a:pt x="919" y="4610"/>
                    <a:pt x="942" y="4588"/>
                    <a:pt x="965" y="4565"/>
                  </a:cubicBezTo>
                  <a:lnTo>
                    <a:pt x="2636" y="2829"/>
                  </a:lnTo>
                  <a:cubicBezTo>
                    <a:pt x="2669" y="2797"/>
                    <a:pt x="2669" y="2733"/>
                    <a:pt x="2669" y="2700"/>
                  </a:cubicBezTo>
                  <a:lnTo>
                    <a:pt x="2026" y="97"/>
                  </a:lnTo>
                  <a:cubicBezTo>
                    <a:pt x="2026" y="65"/>
                    <a:pt x="1961" y="0"/>
                    <a:pt x="1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3994;p64"/>
            <p:cNvSpPr/>
            <p:nvPr/>
          </p:nvSpPr>
          <p:spPr>
            <a:xfrm>
              <a:off x="2692150" y="2510725"/>
              <a:ext cx="427550" cy="357150"/>
            </a:xfrm>
            <a:custGeom>
              <a:avLst/>
              <a:gdLst/>
              <a:ahLst/>
              <a:cxnLst/>
              <a:rect l="l" t="t" r="r" b="b"/>
              <a:pathLst>
                <a:path w="17102" h="14286" extrusionOk="0">
                  <a:moveTo>
                    <a:pt x="3601" y="1"/>
                  </a:moveTo>
                  <a:cubicBezTo>
                    <a:pt x="3504" y="1"/>
                    <a:pt x="3440" y="65"/>
                    <a:pt x="3440" y="161"/>
                  </a:cubicBezTo>
                  <a:cubicBezTo>
                    <a:pt x="3376" y="1544"/>
                    <a:pt x="4597" y="3858"/>
                    <a:pt x="4951" y="4501"/>
                  </a:cubicBezTo>
                  <a:lnTo>
                    <a:pt x="4372" y="5465"/>
                  </a:lnTo>
                  <a:cubicBezTo>
                    <a:pt x="3665" y="5465"/>
                    <a:pt x="1383" y="5465"/>
                    <a:pt x="129" y="5947"/>
                  </a:cubicBezTo>
                  <a:cubicBezTo>
                    <a:pt x="65" y="5980"/>
                    <a:pt x="1" y="6076"/>
                    <a:pt x="33" y="6140"/>
                  </a:cubicBezTo>
                  <a:cubicBezTo>
                    <a:pt x="57" y="6213"/>
                    <a:pt x="117" y="6249"/>
                    <a:pt x="173" y="6249"/>
                  </a:cubicBezTo>
                  <a:cubicBezTo>
                    <a:pt x="192" y="6249"/>
                    <a:pt x="210" y="6245"/>
                    <a:pt x="226" y="6237"/>
                  </a:cubicBezTo>
                  <a:cubicBezTo>
                    <a:pt x="1222" y="5853"/>
                    <a:pt x="2949" y="5775"/>
                    <a:pt x="3907" y="5775"/>
                  </a:cubicBezTo>
                  <a:cubicBezTo>
                    <a:pt x="4154" y="5775"/>
                    <a:pt x="4350" y="5780"/>
                    <a:pt x="4469" y="5787"/>
                  </a:cubicBezTo>
                  <a:lnTo>
                    <a:pt x="5015" y="6108"/>
                  </a:lnTo>
                  <a:lnTo>
                    <a:pt x="4726" y="6622"/>
                  </a:lnTo>
                  <a:lnTo>
                    <a:pt x="5337" y="6944"/>
                  </a:lnTo>
                  <a:cubicBezTo>
                    <a:pt x="5272" y="7233"/>
                    <a:pt x="5240" y="7490"/>
                    <a:pt x="5240" y="7747"/>
                  </a:cubicBezTo>
                  <a:lnTo>
                    <a:pt x="4019" y="8230"/>
                  </a:lnTo>
                  <a:lnTo>
                    <a:pt x="2765" y="8165"/>
                  </a:lnTo>
                  <a:lnTo>
                    <a:pt x="2701" y="8197"/>
                  </a:lnTo>
                  <a:lnTo>
                    <a:pt x="1544" y="8937"/>
                  </a:lnTo>
                  <a:cubicBezTo>
                    <a:pt x="1447" y="9001"/>
                    <a:pt x="1447" y="9065"/>
                    <a:pt x="1479" y="9162"/>
                  </a:cubicBezTo>
                  <a:cubicBezTo>
                    <a:pt x="1517" y="9199"/>
                    <a:pt x="1566" y="9215"/>
                    <a:pt x="1612" y="9215"/>
                  </a:cubicBezTo>
                  <a:cubicBezTo>
                    <a:pt x="1646" y="9215"/>
                    <a:pt x="1678" y="9207"/>
                    <a:pt x="1704" y="9194"/>
                  </a:cubicBezTo>
                  <a:lnTo>
                    <a:pt x="2797" y="8455"/>
                  </a:lnTo>
                  <a:lnTo>
                    <a:pt x="4051" y="8551"/>
                  </a:lnTo>
                  <a:lnTo>
                    <a:pt x="4115" y="8551"/>
                  </a:lnTo>
                  <a:lnTo>
                    <a:pt x="5240" y="8069"/>
                  </a:lnTo>
                  <a:cubicBezTo>
                    <a:pt x="5272" y="8680"/>
                    <a:pt x="5401" y="9098"/>
                    <a:pt x="5401" y="9098"/>
                  </a:cubicBezTo>
                  <a:cubicBezTo>
                    <a:pt x="5401" y="9098"/>
                    <a:pt x="6590" y="9580"/>
                    <a:pt x="7876" y="10094"/>
                  </a:cubicBezTo>
                  <a:lnTo>
                    <a:pt x="7587" y="10576"/>
                  </a:lnTo>
                  <a:cubicBezTo>
                    <a:pt x="7555" y="10640"/>
                    <a:pt x="7555" y="10705"/>
                    <a:pt x="7587" y="10769"/>
                  </a:cubicBezTo>
                  <a:lnTo>
                    <a:pt x="8615" y="12119"/>
                  </a:lnTo>
                  <a:lnTo>
                    <a:pt x="8615" y="13469"/>
                  </a:lnTo>
                  <a:cubicBezTo>
                    <a:pt x="8615" y="13533"/>
                    <a:pt x="8680" y="13598"/>
                    <a:pt x="8776" y="13598"/>
                  </a:cubicBezTo>
                  <a:cubicBezTo>
                    <a:pt x="8840" y="13598"/>
                    <a:pt x="8873" y="13566"/>
                    <a:pt x="8905" y="13533"/>
                  </a:cubicBezTo>
                  <a:lnTo>
                    <a:pt x="8937" y="13469"/>
                  </a:lnTo>
                  <a:lnTo>
                    <a:pt x="8937" y="12087"/>
                  </a:lnTo>
                  <a:lnTo>
                    <a:pt x="8905" y="11991"/>
                  </a:lnTo>
                  <a:lnTo>
                    <a:pt x="7908" y="10640"/>
                  </a:lnTo>
                  <a:lnTo>
                    <a:pt x="8165" y="10223"/>
                  </a:lnTo>
                  <a:cubicBezTo>
                    <a:pt x="9130" y="10608"/>
                    <a:pt x="10126" y="10994"/>
                    <a:pt x="10640" y="11123"/>
                  </a:cubicBezTo>
                  <a:lnTo>
                    <a:pt x="10640" y="12505"/>
                  </a:lnTo>
                  <a:cubicBezTo>
                    <a:pt x="10640" y="12569"/>
                    <a:pt x="10705" y="12633"/>
                    <a:pt x="10769" y="12633"/>
                  </a:cubicBezTo>
                  <a:lnTo>
                    <a:pt x="12891" y="13244"/>
                  </a:lnTo>
                  <a:lnTo>
                    <a:pt x="13276" y="14209"/>
                  </a:lnTo>
                  <a:cubicBezTo>
                    <a:pt x="13276" y="14256"/>
                    <a:pt x="13328" y="14285"/>
                    <a:pt x="13394" y="14285"/>
                  </a:cubicBezTo>
                  <a:cubicBezTo>
                    <a:pt x="13417" y="14285"/>
                    <a:pt x="13443" y="14281"/>
                    <a:pt x="13469" y="14273"/>
                  </a:cubicBezTo>
                  <a:lnTo>
                    <a:pt x="13533" y="14209"/>
                  </a:lnTo>
                  <a:lnTo>
                    <a:pt x="13533" y="14080"/>
                  </a:lnTo>
                  <a:lnTo>
                    <a:pt x="13148" y="13051"/>
                  </a:lnTo>
                  <a:lnTo>
                    <a:pt x="13051" y="12987"/>
                  </a:lnTo>
                  <a:lnTo>
                    <a:pt x="10962" y="12376"/>
                  </a:lnTo>
                  <a:lnTo>
                    <a:pt x="10930" y="11187"/>
                  </a:lnTo>
                  <a:lnTo>
                    <a:pt x="10930" y="11187"/>
                  </a:lnTo>
                  <a:cubicBezTo>
                    <a:pt x="11186" y="11227"/>
                    <a:pt x="11503" y="11245"/>
                    <a:pt x="11850" y="11245"/>
                  </a:cubicBezTo>
                  <a:cubicBezTo>
                    <a:pt x="12331" y="11245"/>
                    <a:pt x="12868" y="11211"/>
                    <a:pt x="13373" y="11155"/>
                  </a:cubicBezTo>
                  <a:cubicBezTo>
                    <a:pt x="14241" y="11091"/>
                    <a:pt x="14723" y="10190"/>
                    <a:pt x="14369" y="9419"/>
                  </a:cubicBezTo>
                  <a:lnTo>
                    <a:pt x="13308" y="7265"/>
                  </a:lnTo>
                  <a:lnTo>
                    <a:pt x="14208" y="6751"/>
                  </a:lnTo>
                  <a:lnTo>
                    <a:pt x="15784" y="8294"/>
                  </a:lnTo>
                  <a:lnTo>
                    <a:pt x="15912" y="8358"/>
                  </a:lnTo>
                  <a:lnTo>
                    <a:pt x="17005" y="8165"/>
                  </a:lnTo>
                  <a:lnTo>
                    <a:pt x="17101" y="8101"/>
                  </a:lnTo>
                  <a:lnTo>
                    <a:pt x="17101" y="8005"/>
                  </a:lnTo>
                  <a:cubicBezTo>
                    <a:pt x="17101" y="7925"/>
                    <a:pt x="17058" y="7868"/>
                    <a:pt x="16989" y="7868"/>
                  </a:cubicBezTo>
                  <a:cubicBezTo>
                    <a:pt x="16974" y="7868"/>
                    <a:pt x="16958" y="7870"/>
                    <a:pt x="16941" y="7876"/>
                  </a:cubicBezTo>
                  <a:lnTo>
                    <a:pt x="15944" y="8037"/>
                  </a:lnTo>
                  <a:lnTo>
                    <a:pt x="14369" y="6462"/>
                  </a:lnTo>
                  <a:cubicBezTo>
                    <a:pt x="14324" y="6439"/>
                    <a:pt x="14278" y="6416"/>
                    <a:pt x="14233" y="6416"/>
                  </a:cubicBezTo>
                  <a:cubicBezTo>
                    <a:pt x="14214" y="6416"/>
                    <a:pt x="14195" y="6420"/>
                    <a:pt x="14176" y="6430"/>
                  </a:cubicBezTo>
                  <a:lnTo>
                    <a:pt x="13148" y="7008"/>
                  </a:lnTo>
                  <a:lnTo>
                    <a:pt x="13083" y="6815"/>
                  </a:lnTo>
                  <a:lnTo>
                    <a:pt x="11026" y="5304"/>
                  </a:lnTo>
                  <a:lnTo>
                    <a:pt x="11380" y="4694"/>
                  </a:lnTo>
                  <a:lnTo>
                    <a:pt x="13019" y="4919"/>
                  </a:lnTo>
                  <a:lnTo>
                    <a:pt x="13116" y="4887"/>
                  </a:lnTo>
                  <a:lnTo>
                    <a:pt x="14305" y="4212"/>
                  </a:lnTo>
                  <a:lnTo>
                    <a:pt x="14369" y="4147"/>
                  </a:lnTo>
                  <a:cubicBezTo>
                    <a:pt x="14401" y="4115"/>
                    <a:pt x="14401" y="4051"/>
                    <a:pt x="14369" y="3987"/>
                  </a:cubicBezTo>
                  <a:cubicBezTo>
                    <a:pt x="14349" y="3947"/>
                    <a:pt x="14305" y="3919"/>
                    <a:pt x="14251" y="3919"/>
                  </a:cubicBezTo>
                  <a:cubicBezTo>
                    <a:pt x="14218" y="3919"/>
                    <a:pt x="14181" y="3930"/>
                    <a:pt x="14144" y="3954"/>
                  </a:cubicBezTo>
                  <a:lnTo>
                    <a:pt x="12987" y="4597"/>
                  </a:lnTo>
                  <a:lnTo>
                    <a:pt x="11315" y="4404"/>
                  </a:lnTo>
                  <a:cubicBezTo>
                    <a:pt x="11298" y="4396"/>
                    <a:pt x="11281" y="4392"/>
                    <a:pt x="11264" y="4392"/>
                  </a:cubicBezTo>
                  <a:cubicBezTo>
                    <a:pt x="11219" y="4392"/>
                    <a:pt x="11178" y="4422"/>
                    <a:pt x="11155" y="4469"/>
                  </a:cubicBezTo>
                  <a:lnTo>
                    <a:pt x="10769" y="5112"/>
                  </a:lnTo>
                  <a:lnTo>
                    <a:pt x="8487" y="3440"/>
                  </a:lnTo>
                  <a:cubicBezTo>
                    <a:pt x="8487" y="3440"/>
                    <a:pt x="7940" y="3697"/>
                    <a:pt x="7265" y="4212"/>
                  </a:cubicBezTo>
                  <a:lnTo>
                    <a:pt x="7137" y="3312"/>
                  </a:lnTo>
                  <a:lnTo>
                    <a:pt x="7137" y="3247"/>
                  </a:lnTo>
                  <a:lnTo>
                    <a:pt x="6462" y="2219"/>
                  </a:lnTo>
                  <a:lnTo>
                    <a:pt x="6526" y="901"/>
                  </a:lnTo>
                  <a:cubicBezTo>
                    <a:pt x="6526" y="804"/>
                    <a:pt x="6462" y="740"/>
                    <a:pt x="6397" y="740"/>
                  </a:cubicBezTo>
                  <a:cubicBezTo>
                    <a:pt x="6301" y="740"/>
                    <a:pt x="6237" y="804"/>
                    <a:pt x="6237" y="869"/>
                  </a:cubicBezTo>
                  <a:lnTo>
                    <a:pt x="6140" y="2251"/>
                  </a:lnTo>
                  <a:lnTo>
                    <a:pt x="6172" y="2347"/>
                  </a:lnTo>
                  <a:lnTo>
                    <a:pt x="6847" y="3376"/>
                  </a:lnTo>
                  <a:lnTo>
                    <a:pt x="6976" y="4437"/>
                  </a:lnTo>
                  <a:cubicBezTo>
                    <a:pt x="6912" y="4469"/>
                    <a:pt x="6847" y="4533"/>
                    <a:pt x="6783" y="4597"/>
                  </a:cubicBezTo>
                  <a:lnTo>
                    <a:pt x="6076" y="4179"/>
                  </a:lnTo>
                  <a:lnTo>
                    <a:pt x="5755" y="4694"/>
                  </a:lnTo>
                  <a:lnTo>
                    <a:pt x="5240" y="4404"/>
                  </a:lnTo>
                  <a:cubicBezTo>
                    <a:pt x="4951" y="3890"/>
                    <a:pt x="3697" y="1511"/>
                    <a:pt x="3762" y="161"/>
                  </a:cubicBezTo>
                  <a:cubicBezTo>
                    <a:pt x="3762" y="65"/>
                    <a:pt x="3697" y="1"/>
                    <a:pt x="3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3995;p64"/>
            <p:cNvSpPr/>
            <p:nvPr/>
          </p:nvSpPr>
          <p:spPr>
            <a:xfrm>
              <a:off x="2836800" y="2611975"/>
              <a:ext cx="177625" cy="168000"/>
            </a:xfrm>
            <a:custGeom>
              <a:avLst/>
              <a:gdLst/>
              <a:ahLst/>
              <a:cxnLst/>
              <a:rect l="l" t="t" r="r" b="b"/>
              <a:pathLst>
                <a:path w="7105" h="6720" extrusionOk="0">
                  <a:moveTo>
                    <a:pt x="2669" y="1"/>
                  </a:moveTo>
                  <a:lnTo>
                    <a:pt x="2604" y="2958"/>
                  </a:lnTo>
                  <a:lnTo>
                    <a:pt x="1" y="4758"/>
                  </a:lnTo>
                  <a:lnTo>
                    <a:pt x="4854" y="6719"/>
                  </a:lnTo>
                  <a:lnTo>
                    <a:pt x="4951" y="5176"/>
                  </a:lnTo>
                  <a:lnTo>
                    <a:pt x="5787" y="4790"/>
                  </a:lnTo>
                  <a:lnTo>
                    <a:pt x="5626" y="3955"/>
                  </a:lnTo>
                  <a:lnTo>
                    <a:pt x="7105" y="3022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3996;p64"/>
            <p:cNvSpPr/>
            <p:nvPr/>
          </p:nvSpPr>
          <p:spPr>
            <a:xfrm>
              <a:off x="2832775" y="2608175"/>
              <a:ext cx="185675" cy="175000"/>
            </a:xfrm>
            <a:custGeom>
              <a:avLst/>
              <a:gdLst/>
              <a:ahLst/>
              <a:cxnLst/>
              <a:rect l="l" t="t" r="r" b="b"/>
              <a:pathLst>
                <a:path w="7427" h="7000" extrusionOk="0">
                  <a:moveTo>
                    <a:pt x="2990" y="442"/>
                  </a:moveTo>
                  <a:lnTo>
                    <a:pt x="6976" y="3174"/>
                  </a:lnTo>
                  <a:lnTo>
                    <a:pt x="5723" y="3978"/>
                  </a:lnTo>
                  <a:lnTo>
                    <a:pt x="5658" y="4010"/>
                  </a:lnTo>
                  <a:lnTo>
                    <a:pt x="5626" y="4139"/>
                  </a:lnTo>
                  <a:lnTo>
                    <a:pt x="5787" y="4878"/>
                  </a:lnTo>
                  <a:lnTo>
                    <a:pt x="5080" y="5167"/>
                  </a:lnTo>
                  <a:cubicBezTo>
                    <a:pt x="5015" y="5200"/>
                    <a:pt x="4983" y="5264"/>
                    <a:pt x="4983" y="5296"/>
                  </a:cubicBezTo>
                  <a:lnTo>
                    <a:pt x="4887" y="6646"/>
                  </a:lnTo>
                  <a:lnTo>
                    <a:pt x="483" y="4878"/>
                  </a:lnTo>
                  <a:lnTo>
                    <a:pt x="2862" y="3239"/>
                  </a:lnTo>
                  <a:cubicBezTo>
                    <a:pt x="2894" y="3207"/>
                    <a:pt x="2926" y="3142"/>
                    <a:pt x="2926" y="3110"/>
                  </a:cubicBezTo>
                  <a:lnTo>
                    <a:pt x="2990" y="442"/>
                  </a:lnTo>
                  <a:close/>
                  <a:moveTo>
                    <a:pt x="2834" y="0"/>
                  </a:moveTo>
                  <a:cubicBezTo>
                    <a:pt x="2806" y="0"/>
                    <a:pt x="2781" y="8"/>
                    <a:pt x="2765" y="24"/>
                  </a:cubicBezTo>
                  <a:cubicBezTo>
                    <a:pt x="2701" y="56"/>
                    <a:pt x="2669" y="89"/>
                    <a:pt x="2669" y="153"/>
                  </a:cubicBezTo>
                  <a:lnTo>
                    <a:pt x="2605" y="3014"/>
                  </a:lnTo>
                  <a:lnTo>
                    <a:pt x="65" y="4782"/>
                  </a:lnTo>
                  <a:cubicBezTo>
                    <a:pt x="1" y="4814"/>
                    <a:pt x="1" y="4878"/>
                    <a:pt x="1" y="4942"/>
                  </a:cubicBezTo>
                  <a:cubicBezTo>
                    <a:pt x="1" y="4975"/>
                    <a:pt x="33" y="5039"/>
                    <a:pt x="97" y="5071"/>
                  </a:cubicBezTo>
                  <a:lnTo>
                    <a:pt x="4983" y="7000"/>
                  </a:lnTo>
                  <a:lnTo>
                    <a:pt x="5112" y="7000"/>
                  </a:lnTo>
                  <a:cubicBezTo>
                    <a:pt x="5144" y="6967"/>
                    <a:pt x="5176" y="6935"/>
                    <a:pt x="5176" y="6871"/>
                  </a:cubicBezTo>
                  <a:lnTo>
                    <a:pt x="5273" y="5425"/>
                  </a:lnTo>
                  <a:lnTo>
                    <a:pt x="6012" y="5103"/>
                  </a:lnTo>
                  <a:cubicBezTo>
                    <a:pt x="6076" y="5071"/>
                    <a:pt x="6108" y="5007"/>
                    <a:pt x="6108" y="4942"/>
                  </a:cubicBezTo>
                  <a:lnTo>
                    <a:pt x="5948" y="4171"/>
                  </a:lnTo>
                  <a:lnTo>
                    <a:pt x="7330" y="3303"/>
                  </a:lnTo>
                  <a:lnTo>
                    <a:pt x="7394" y="3239"/>
                  </a:lnTo>
                  <a:lnTo>
                    <a:pt x="7426" y="3174"/>
                  </a:lnTo>
                  <a:cubicBezTo>
                    <a:pt x="7426" y="3142"/>
                    <a:pt x="7394" y="3078"/>
                    <a:pt x="7362" y="3046"/>
                  </a:cubicBezTo>
                  <a:lnTo>
                    <a:pt x="2926" y="24"/>
                  </a:lnTo>
                  <a:cubicBezTo>
                    <a:pt x="2894" y="8"/>
                    <a:pt x="2862" y="0"/>
                    <a:pt x="2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3997;p64"/>
            <p:cNvSpPr/>
            <p:nvPr/>
          </p:nvSpPr>
          <p:spPr>
            <a:xfrm>
              <a:off x="2845650" y="2627250"/>
              <a:ext cx="56275" cy="95650"/>
            </a:xfrm>
            <a:custGeom>
              <a:avLst/>
              <a:gdLst/>
              <a:ahLst/>
              <a:cxnLst/>
              <a:rect l="l" t="t" r="r" b="b"/>
              <a:pathLst>
                <a:path w="2251" h="3826" extrusionOk="0">
                  <a:moveTo>
                    <a:pt x="2186" y="1"/>
                  </a:moveTo>
                  <a:lnTo>
                    <a:pt x="129" y="1190"/>
                  </a:lnTo>
                  <a:lnTo>
                    <a:pt x="0" y="3826"/>
                  </a:lnTo>
                  <a:lnTo>
                    <a:pt x="2250" y="2347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3998;p64"/>
            <p:cNvSpPr/>
            <p:nvPr/>
          </p:nvSpPr>
          <p:spPr>
            <a:xfrm>
              <a:off x="2841625" y="2623225"/>
              <a:ext cx="64325" cy="103500"/>
            </a:xfrm>
            <a:custGeom>
              <a:avLst/>
              <a:gdLst/>
              <a:ahLst/>
              <a:cxnLst/>
              <a:rect l="l" t="t" r="r" b="b"/>
              <a:pathLst>
                <a:path w="2573" h="4140" extrusionOk="0">
                  <a:moveTo>
                    <a:pt x="2218" y="419"/>
                  </a:moveTo>
                  <a:lnTo>
                    <a:pt x="2251" y="2412"/>
                  </a:lnTo>
                  <a:lnTo>
                    <a:pt x="322" y="3697"/>
                  </a:lnTo>
                  <a:lnTo>
                    <a:pt x="418" y="1447"/>
                  </a:lnTo>
                  <a:lnTo>
                    <a:pt x="2218" y="419"/>
                  </a:lnTo>
                  <a:close/>
                  <a:moveTo>
                    <a:pt x="2283" y="1"/>
                  </a:moveTo>
                  <a:lnTo>
                    <a:pt x="193" y="1222"/>
                  </a:lnTo>
                  <a:cubicBezTo>
                    <a:pt x="161" y="1222"/>
                    <a:pt x="129" y="1287"/>
                    <a:pt x="129" y="1351"/>
                  </a:cubicBezTo>
                  <a:lnTo>
                    <a:pt x="1" y="3987"/>
                  </a:lnTo>
                  <a:cubicBezTo>
                    <a:pt x="1" y="4051"/>
                    <a:pt x="33" y="4083"/>
                    <a:pt x="97" y="4115"/>
                  </a:cubicBezTo>
                  <a:cubicBezTo>
                    <a:pt x="113" y="4131"/>
                    <a:pt x="137" y="4139"/>
                    <a:pt x="165" y="4139"/>
                  </a:cubicBezTo>
                  <a:cubicBezTo>
                    <a:pt x="193" y="4139"/>
                    <a:pt x="226" y="4131"/>
                    <a:pt x="258" y="4115"/>
                  </a:cubicBezTo>
                  <a:lnTo>
                    <a:pt x="2508" y="2637"/>
                  </a:lnTo>
                  <a:lnTo>
                    <a:pt x="2540" y="2572"/>
                  </a:lnTo>
                  <a:lnTo>
                    <a:pt x="2572" y="2508"/>
                  </a:lnTo>
                  <a:lnTo>
                    <a:pt x="2508" y="129"/>
                  </a:lnTo>
                  <a:cubicBezTo>
                    <a:pt x="2508" y="97"/>
                    <a:pt x="2476" y="33"/>
                    <a:pt x="2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3999;p64"/>
            <p:cNvSpPr/>
            <p:nvPr/>
          </p:nvSpPr>
          <p:spPr>
            <a:xfrm>
              <a:off x="3290050" y="3551400"/>
              <a:ext cx="279675" cy="397425"/>
            </a:xfrm>
            <a:custGeom>
              <a:avLst/>
              <a:gdLst/>
              <a:ahLst/>
              <a:cxnLst/>
              <a:rect l="l" t="t" r="r" b="b"/>
              <a:pathLst>
                <a:path w="11187" h="15897" extrusionOk="0">
                  <a:moveTo>
                    <a:pt x="2282" y="1"/>
                  </a:moveTo>
                  <a:lnTo>
                    <a:pt x="2186" y="33"/>
                  </a:lnTo>
                  <a:cubicBezTo>
                    <a:pt x="2122" y="65"/>
                    <a:pt x="2122" y="162"/>
                    <a:pt x="2154" y="226"/>
                  </a:cubicBezTo>
                  <a:lnTo>
                    <a:pt x="2797" y="1029"/>
                  </a:lnTo>
                  <a:lnTo>
                    <a:pt x="2186" y="3183"/>
                  </a:lnTo>
                  <a:cubicBezTo>
                    <a:pt x="2186" y="3247"/>
                    <a:pt x="2218" y="3312"/>
                    <a:pt x="2250" y="3344"/>
                  </a:cubicBezTo>
                  <a:lnTo>
                    <a:pt x="3247" y="3955"/>
                  </a:lnTo>
                  <a:lnTo>
                    <a:pt x="3118" y="4115"/>
                  </a:lnTo>
                  <a:lnTo>
                    <a:pt x="2797" y="6655"/>
                  </a:lnTo>
                  <a:lnTo>
                    <a:pt x="2122" y="6655"/>
                  </a:lnTo>
                  <a:lnTo>
                    <a:pt x="1479" y="5112"/>
                  </a:lnTo>
                  <a:lnTo>
                    <a:pt x="1414" y="5047"/>
                  </a:lnTo>
                  <a:lnTo>
                    <a:pt x="257" y="4340"/>
                  </a:lnTo>
                  <a:lnTo>
                    <a:pt x="161" y="4308"/>
                  </a:lnTo>
                  <a:cubicBezTo>
                    <a:pt x="129" y="4308"/>
                    <a:pt x="64" y="4340"/>
                    <a:pt x="32" y="4372"/>
                  </a:cubicBezTo>
                  <a:cubicBezTo>
                    <a:pt x="0" y="4437"/>
                    <a:pt x="0" y="4533"/>
                    <a:pt x="97" y="4597"/>
                  </a:cubicBezTo>
                  <a:lnTo>
                    <a:pt x="1222" y="5272"/>
                  </a:lnTo>
                  <a:lnTo>
                    <a:pt x="1864" y="6848"/>
                  </a:lnTo>
                  <a:cubicBezTo>
                    <a:pt x="1897" y="6912"/>
                    <a:pt x="1929" y="6944"/>
                    <a:pt x="1993" y="6944"/>
                  </a:cubicBezTo>
                  <a:lnTo>
                    <a:pt x="2765" y="6976"/>
                  </a:lnTo>
                  <a:lnTo>
                    <a:pt x="2411" y="9773"/>
                  </a:lnTo>
                  <a:cubicBezTo>
                    <a:pt x="2411" y="9773"/>
                    <a:pt x="2893" y="10158"/>
                    <a:pt x="3665" y="10480"/>
                  </a:cubicBezTo>
                  <a:lnTo>
                    <a:pt x="2957" y="10994"/>
                  </a:lnTo>
                  <a:lnTo>
                    <a:pt x="2925" y="11058"/>
                  </a:lnTo>
                  <a:lnTo>
                    <a:pt x="2347" y="12151"/>
                  </a:lnTo>
                  <a:lnTo>
                    <a:pt x="1125" y="12730"/>
                  </a:lnTo>
                  <a:cubicBezTo>
                    <a:pt x="1061" y="12762"/>
                    <a:pt x="1029" y="12859"/>
                    <a:pt x="1061" y="12923"/>
                  </a:cubicBezTo>
                  <a:cubicBezTo>
                    <a:pt x="1085" y="12995"/>
                    <a:pt x="1145" y="13031"/>
                    <a:pt x="1215" y="13031"/>
                  </a:cubicBezTo>
                  <a:cubicBezTo>
                    <a:pt x="1238" y="13031"/>
                    <a:pt x="1262" y="13027"/>
                    <a:pt x="1286" y="13019"/>
                  </a:cubicBezTo>
                  <a:lnTo>
                    <a:pt x="2507" y="12409"/>
                  </a:lnTo>
                  <a:lnTo>
                    <a:pt x="2572" y="12344"/>
                  </a:lnTo>
                  <a:lnTo>
                    <a:pt x="3150" y="11219"/>
                  </a:lnTo>
                  <a:lnTo>
                    <a:pt x="4018" y="10608"/>
                  </a:lnTo>
                  <a:cubicBezTo>
                    <a:pt x="4082" y="10641"/>
                    <a:pt x="4179" y="10673"/>
                    <a:pt x="4243" y="10705"/>
                  </a:cubicBezTo>
                  <a:lnTo>
                    <a:pt x="4243" y="11541"/>
                  </a:lnTo>
                  <a:lnTo>
                    <a:pt x="4854" y="11541"/>
                  </a:lnTo>
                  <a:lnTo>
                    <a:pt x="4854" y="12151"/>
                  </a:lnTo>
                  <a:cubicBezTo>
                    <a:pt x="4532" y="12666"/>
                    <a:pt x="3054" y="14916"/>
                    <a:pt x="1864" y="15527"/>
                  </a:cubicBezTo>
                  <a:cubicBezTo>
                    <a:pt x="1768" y="15559"/>
                    <a:pt x="1768" y="15655"/>
                    <a:pt x="1800" y="15719"/>
                  </a:cubicBezTo>
                  <a:cubicBezTo>
                    <a:pt x="1824" y="15767"/>
                    <a:pt x="1882" y="15796"/>
                    <a:pt x="1936" y="15796"/>
                  </a:cubicBezTo>
                  <a:cubicBezTo>
                    <a:pt x="1956" y="15796"/>
                    <a:pt x="1976" y="15792"/>
                    <a:pt x="1993" y="15784"/>
                  </a:cubicBezTo>
                  <a:cubicBezTo>
                    <a:pt x="3247" y="15173"/>
                    <a:pt x="4693" y="12955"/>
                    <a:pt x="5079" y="12376"/>
                  </a:cubicBezTo>
                  <a:lnTo>
                    <a:pt x="6204" y="12376"/>
                  </a:lnTo>
                  <a:cubicBezTo>
                    <a:pt x="6525" y="13019"/>
                    <a:pt x="7650" y="15012"/>
                    <a:pt x="8679" y="15848"/>
                  </a:cubicBezTo>
                  <a:cubicBezTo>
                    <a:pt x="8711" y="15880"/>
                    <a:pt x="8751" y="15896"/>
                    <a:pt x="8792" y="15896"/>
                  </a:cubicBezTo>
                  <a:cubicBezTo>
                    <a:pt x="8832" y="15896"/>
                    <a:pt x="8872" y="15880"/>
                    <a:pt x="8904" y="15848"/>
                  </a:cubicBezTo>
                  <a:cubicBezTo>
                    <a:pt x="8936" y="15784"/>
                    <a:pt x="8936" y="15687"/>
                    <a:pt x="8872" y="15623"/>
                  </a:cubicBezTo>
                  <a:cubicBezTo>
                    <a:pt x="7843" y="14787"/>
                    <a:pt x="6686" y="12634"/>
                    <a:pt x="6429" y="12151"/>
                  </a:cubicBezTo>
                  <a:lnTo>
                    <a:pt x="6429" y="11509"/>
                  </a:lnTo>
                  <a:lnTo>
                    <a:pt x="7008" y="11509"/>
                  </a:lnTo>
                  <a:lnTo>
                    <a:pt x="7008" y="10833"/>
                  </a:lnTo>
                  <a:cubicBezTo>
                    <a:pt x="7297" y="10737"/>
                    <a:pt x="7522" y="10641"/>
                    <a:pt x="7747" y="10512"/>
                  </a:cubicBezTo>
                  <a:lnTo>
                    <a:pt x="8776" y="11348"/>
                  </a:lnTo>
                  <a:lnTo>
                    <a:pt x="9322" y="12473"/>
                  </a:lnTo>
                  <a:lnTo>
                    <a:pt x="9386" y="12537"/>
                  </a:lnTo>
                  <a:lnTo>
                    <a:pt x="10608" y="13180"/>
                  </a:lnTo>
                  <a:cubicBezTo>
                    <a:pt x="10625" y="13189"/>
                    <a:pt x="10644" y="13193"/>
                    <a:pt x="10664" y="13193"/>
                  </a:cubicBezTo>
                  <a:cubicBezTo>
                    <a:pt x="10719" y="13193"/>
                    <a:pt x="10777" y="13163"/>
                    <a:pt x="10801" y="13116"/>
                  </a:cubicBezTo>
                  <a:cubicBezTo>
                    <a:pt x="10865" y="13019"/>
                    <a:pt x="10833" y="12955"/>
                    <a:pt x="10736" y="12891"/>
                  </a:cubicBezTo>
                  <a:lnTo>
                    <a:pt x="9579" y="12280"/>
                  </a:lnTo>
                  <a:lnTo>
                    <a:pt x="9033" y="11155"/>
                  </a:lnTo>
                  <a:lnTo>
                    <a:pt x="9001" y="11123"/>
                  </a:lnTo>
                  <a:lnTo>
                    <a:pt x="8036" y="10351"/>
                  </a:lnTo>
                  <a:cubicBezTo>
                    <a:pt x="8550" y="10030"/>
                    <a:pt x="8840" y="9741"/>
                    <a:pt x="8840" y="9741"/>
                  </a:cubicBezTo>
                  <a:cubicBezTo>
                    <a:pt x="8840" y="9741"/>
                    <a:pt x="8711" y="8455"/>
                    <a:pt x="8518" y="7073"/>
                  </a:cubicBezTo>
                  <a:lnTo>
                    <a:pt x="9097" y="7073"/>
                  </a:lnTo>
                  <a:cubicBezTo>
                    <a:pt x="9161" y="7073"/>
                    <a:pt x="9193" y="7040"/>
                    <a:pt x="9226" y="6976"/>
                  </a:cubicBezTo>
                  <a:lnTo>
                    <a:pt x="9933" y="5433"/>
                  </a:lnTo>
                  <a:lnTo>
                    <a:pt x="11090" y="4790"/>
                  </a:lnTo>
                  <a:cubicBezTo>
                    <a:pt x="11154" y="4758"/>
                    <a:pt x="11186" y="4662"/>
                    <a:pt x="11154" y="4565"/>
                  </a:cubicBezTo>
                  <a:cubicBezTo>
                    <a:pt x="11122" y="4533"/>
                    <a:pt x="11058" y="4501"/>
                    <a:pt x="11026" y="4501"/>
                  </a:cubicBezTo>
                  <a:lnTo>
                    <a:pt x="10929" y="4533"/>
                  </a:lnTo>
                  <a:lnTo>
                    <a:pt x="9740" y="5176"/>
                  </a:lnTo>
                  <a:lnTo>
                    <a:pt x="9676" y="5272"/>
                  </a:lnTo>
                  <a:lnTo>
                    <a:pt x="9001" y="6783"/>
                  </a:lnTo>
                  <a:lnTo>
                    <a:pt x="8486" y="6751"/>
                  </a:lnTo>
                  <a:cubicBezTo>
                    <a:pt x="8358" y="5723"/>
                    <a:pt x="8197" y="4694"/>
                    <a:pt x="8100" y="4180"/>
                  </a:cubicBezTo>
                  <a:lnTo>
                    <a:pt x="9258" y="3472"/>
                  </a:lnTo>
                  <a:cubicBezTo>
                    <a:pt x="9322" y="3440"/>
                    <a:pt x="9354" y="3376"/>
                    <a:pt x="9354" y="3312"/>
                  </a:cubicBezTo>
                  <a:lnTo>
                    <a:pt x="8808" y="1158"/>
                  </a:lnTo>
                  <a:lnTo>
                    <a:pt x="9483" y="354"/>
                  </a:lnTo>
                  <a:cubicBezTo>
                    <a:pt x="9547" y="290"/>
                    <a:pt x="9515" y="194"/>
                    <a:pt x="9451" y="162"/>
                  </a:cubicBezTo>
                  <a:lnTo>
                    <a:pt x="9354" y="129"/>
                  </a:lnTo>
                  <a:lnTo>
                    <a:pt x="9258" y="162"/>
                  </a:lnTo>
                  <a:lnTo>
                    <a:pt x="8550" y="997"/>
                  </a:lnTo>
                  <a:lnTo>
                    <a:pt x="8518" y="1126"/>
                  </a:lnTo>
                  <a:lnTo>
                    <a:pt x="9033" y="3280"/>
                  </a:lnTo>
                  <a:lnTo>
                    <a:pt x="8004" y="3858"/>
                  </a:lnTo>
                  <a:cubicBezTo>
                    <a:pt x="7779" y="3312"/>
                    <a:pt x="7265" y="2476"/>
                    <a:pt x="6783" y="1737"/>
                  </a:cubicBezTo>
                  <a:cubicBezTo>
                    <a:pt x="6541" y="1383"/>
                    <a:pt x="6156" y="1206"/>
                    <a:pt x="5770" y="1206"/>
                  </a:cubicBezTo>
                  <a:cubicBezTo>
                    <a:pt x="5384" y="1206"/>
                    <a:pt x="4999" y="1383"/>
                    <a:pt x="4757" y="1737"/>
                  </a:cubicBezTo>
                  <a:lnTo>
                    <a:pt x="3407" y="3730"/>
                  </a:lnTo>
                  <a:lnTo>
                    <a:pt x="2507" y="3151"/>
                  </a:lnTo>
                  <a:lnTo>
                    <a:pt x="3118" y="1029"/>
                  </a:lnTo>
                  <a:lnTo>
                    <a:pt x="3086" y="901"/>
                  </a:lnTo>
                  <a:lnTo>
                    <a:pt x="2411" y="65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4000;p64"/>
            <p:cNvSpPr/>
            <p:nvPr/>
          </p:nvSpPr>
          <p:spPr>
            <a:xfrm>
              <a:off x="3363975" y="3655875"/>
              <a:ext cx="136625" cy="134225"/>
            </a:xfrm>
            <a:custGeom>
              <a:avLst/>
              <a:gdLst/>
              <a:ahLst/>
              <a:cxnLst/>
              <a:rect l="l" t="t" r="r" b="b"/>
              <a:pathLst>
                <a:path w="5465" h="5369" extrusionOk="0">
                  <a:moveTo>
                    <a:pt x="483" y="1"/>
                  </a:moveTo>
                  <a:lnTo>
                    <a:pt x="0" y="5337"/>
                  </a:lnTo>
                  <a:lnTo>
                    <a:pt x="0" y="5337"/>
                  </a:lnTo>
                  <a:lnTo>
                    <a:pt x="2604" y="3954"/>
                  </a:lnTo>
                  <a:lnTo>
                    <a:pt x="5465" y="5369"/>
                  </a:lnTo>
                  <a:lnTo>
                    <a:pt x="4790" y="129"/>
                  </a:lnTo>
                  <a:lnTo>
                    <a:pt x="3408" y="804"/>
                  </a:lnTo>
                  <a:lnTo>
                    <a:pt x="2668" y="258"/>
                  </a:lnTo>
                  <a:lnTo>
                    <a:pt x="1993" y="836"/>
                  </a:lnTo>
                  <a:lnTo>
                    <a:pt x="48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4001;p64"/>
            <p:cNvSpPr/>
            <p:nvPr/>
          </p:nvSpPr>
          <p:spPr>
            <a:xfrm>
              <a:off x="3359950" y="3651850"/>
              <a:ext cx="144675" cy="141800"/>
            </a:xfrm>
            <a:custGeom>
              <a:avLst/>
              <a:gdLst/>
              <a:ahLst/>
              <a:cxnLst/>
              <a:rect l="l" t="t" r="r" b="b"/>
              <a:pathLst>
                <a:path w="5787" h="5672" extrusionOk="0">
                  <a:moveTo>
                    <a:pt x="772" y="387"/>
                  </a:moveTo>
                  <a:lnTo>
                    <a:pt x="2090" y="1126"/>
                  </a:lnTo>
                  <a:lnTo>
                    <a:pt x="2154" y="1126"/>
                  </a:lnTo>
                  <a:lnTo>
                    <a:pt x="2283" y="1094"/>
                  </a:lnTo>
                  <a:lnTo>
                    <a:pt x="2829" y="612"/>
                  </a:lnTo>
                  <a:lnTo>
                    <a:pt x="3472" y="1094"/>
                  </a:lnTo>
                  <a:cubicBezTo>
                    <a:pt x="3504" y="1126"/>
                    <a:pt x="3569" y="1126"/>
                    <a:pt x="3633" y="1126"/>
                  </a:cubicBezTo>
                  <a:lnTo>
                    <a:pt x="4822" y="547"/>
                  </a:lnTo>
                  <a:lnTo>
                    <a:pt x="5433" y="5240"/>
                  </a:lnTo>
                  <a:lnTo>
                    <a:pt x="5433" y="5240"/>
                  </a:lnTo>
                  <a:lnTo>
                    <a:pt x="2829" y="3987"/>
                  </a:lnTo>
                  <a:lnTo>
                    <a:pt x="2701" y="3987"/>
                  </a:lnTo>
                  <a:lnTo>
                    <a:pt x="354" y="5240"/>
                  </a:lnTo>
                  <a:lnTo>
                    <a:pt x="772" y="387"/>
                  </a:lnTo>
                  <a:close/>
                  <a:moveTo>
                    <a:pt x="579" y="1"/>
                  </a:moveTo>
                  <a:cubicBezTo>
                    <a:pt x="515" y="33"/>
                    <a:pt x="483" y="97"/>
                    <a:pt x="483" y="129"/>
                  </a:cubicBezTo>
                  <a:lnTo>
                    <a:pt x="1" y="5465"/>
                  </a:lnTo>
                  <a:cubicBezTo>
                    <a:pt x="1" y="5530"/>
                    <a:pt x="33" y="5594"/>
                    <a:pt x="65" y="5626"/>
                  </a:cubicBezTo>
                  <a:cubicBezTo>
                    <a:pt x="97" y="5642"/>
                    <a:pt x="129" y="5650"/>
                    <a:pt x="157" y="5650"/>
                  </a:cubicBezTo>
                  <a:cubicBezTo>
                    <a:pt x="185" y="5650"/>
                    <a:pt x="210" y="5642"/>
                    <a:pt x="226" y="5626"/>
                  </a:cubicBezTo>
                  <a:lnTo>
                    <a:pt x="2765" y="4276"/>
                  </a:lnTo>
                  <a:lnTo>
                    <a:pt x="5562" y="5658"/>
                  </a:lnTo>
                  <a:cubicBezTo>
                    <a:pt x="5580" y="5668"/>
                    <a:pt x="5599" y="5672"/>
                    <a:pt x="5617" y="5672"/>
                  </a:cubicBezTo>
                  <a:cubicBezTo>
                    <a:pt x="5661" y="5672"/>
                    <a:pt x="5700" y="5649"/>
                    <a:pt x="5722" y="5626"/>
                  </a:cubicBezTo>
                  <a:cubicBezTo>
                    <a:pt x="5754" y="5594"/>
                    <a:pt x="5787" y="5562"/>
                    <a:pt x="5787" y="5498"/>
                  </a:cubicBezTo>
                  <a:lnTo>
                    <a:pt x="5112" y="290"/>
                  </a:lnTo>
                  <a:cubicBezTo>
                    <a:pt x="5112" y="226"/>
                    <a:pt x="5079" y="194"/>
                    <a:pt x="5015" y="162"/>
                  </a:cubicBezTo>
                  <a:lnTo>
                    <a:pt x="4887" y="162"/>
                  </a:lnTo>
                  <a:lnTo>
                    <a:pt x="3569" y="804"/>
                  </a:lnTo>
                  <a:lnTo>
                    <a:pt x="2926" y="290"/>
                  </a:lnTo>
                  <a:cubicBezTo>
                    <a:pt x="2894" y="274"/>
                    <a:pt x="2862" y="266"/>
                    <a:pt x="2829" y="266"/>
                  </a:cubicBezTo>
                  <a:cubicBezTo>
                    <a:pt x="2797" y="266"/>
                    <a:pt x="2765" y="274"/>
                    <a:pt x="2733" y="290"/>
                  </a:cubicBezTo>
                  <a:lnTo>
                    <a:pt x="2154" y="804"/>
                  </a:lnTo>
                  <a:lnTo>
                    <a:pt x="708" y="33"/>
                  </a:lnTo>
                  <a:lnTo>
                    <a:pt x="6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4002;p64"/>
            <p:cNvSpPr/>
            <p:nvPr/>
          </p:nvSpPr>
          <p:spPr>
            <a:xfrm>
              <a:off x="3378425" y="3754725"/>
              <a:ext cx="110925" cy="61100"/>
            </a:xfrm>
            <a:custGeom>
              <a:avLst/>
              <a:gdLst/>
              <a:ahLst/>
              <a:cxnLst/>
              <a:rect l="l" t="t" r="r" b="b"/>
              <a:pathLst>
                <a:path w="4437" h="2444" extrusionOk="0">
                  <a:moveTo>
                    <a:pt x="2026" y="0"/>
                  </a:moveTo>
                  <a:lnTo>
                    <a:pt x="1" y="1190"/>
                  </a:lnTo>
                  <a:lnTo>
                    <a:pt x="2058" y="2443"/>
                  </a:lnTo>
                  <a:lnTo>
                    <a:pt x="4437" y="1222"/>
                  </a:lnTo>
                  <a:lnTo>
                    <a:pt x="20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4003;p64"/>
            <p:cNvSpPr/>
            <p:nvPr/>
          </p:nvSpPr>
          <p:spPr>
            <a:xfrm>
              <a:off x="3374425" y="3750700"/>
              <a:ext cx="118950" cy="68325"/>
            </a:xfrm>
            <a:custGeom>
              <a:avLst/>
              <a:gdLst/>
              <a:ahLst/>
              <a:cxnLst/>
              <a:rect l="l" t="t" r="r" b="b"/>
              <a:pathLst>
                <a:path w="4758" h="2733" extrusionOk="0">
                  <a:moveTo>
                    <a:pt x="2186" y="322"/>
                  </a:moveTo>
                  <a:lnTo>
                    <a:pt x="4243" y="1383"/>
                  </a:lnTo>
                  <a:lnTo>
                    <a:pt x="2218" y="2411"/>
                  </a:lnTo>
                  <a:lnTo>
                    <a:pt x="450" y="1351"/>
                  </a:lnTo>
                  <a:lnTo>
                    <a:pt x="2186" y="322"/>
                  </a:lnTo>
                  <a:close/>
                  <a:moveTo>
                    <a:pt x="2186" y="1"/>
                  </a:moveTo>
                  <a:lnTo>
                    <a:pt x="2122" y="33"/>
                  </a:lnTo>
                  <a:lnTo>
                    <a:pt x="97" y="1222"/>
                  </a:lnTo>
                  <a:cubicBezTo>
                    <a:pt x="32" y="1254"/>
                    <a:pt x="0" y="1319"/>
                    <a:pt x="0" y="1351"/>
                  </a:cubicBezTo>
                  <a:cubicBezTo>
                    <a:pt x="0" y="1415"/>
                    <a:pt x="32" y="1447"/>
                    <a:pt x="97" y="1479"/>
                  </a:cubicBezTo>
                  <a:lnTo>
                    <a:pt x="2154" y="2733"/>
                  </a:lnTo>
                  <a:lnTo>
                    <a:pt x="2283" y="2733"/>
                  </a:lnTo>
                  <a:lnTo>
                    <a:pt x="4661" y="1544"/>
                  </a:lnTo>
                  <a:cubicBezTo>
                    <a:pt x="4725" y="1511"/>
                    <a:pt x="4758" y="1447"/>
                    <a:pt x="4758" y="1415"/>
                  </a:cubicBezTo>
                  <a:cubicBezTo>
                    <a:pt x="4758" y="1351"/>
                    <a:pt x="4725" y="1286"/>
                    <a:pt x="4661" y="1254"/>
                  </a:cubicBezTo>
                  <a:lnTo>
                    <a:pt x="2250" y="33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4004;p64"/>
            <p:cNvSpPr/>
            <p:nvPr/>
          </p:nvSpPr>
          <p:spPr>
            <a:xfrm>
              <a:off x="3506200" y="2497575"/>
              <a:ext cx="375325" cy="422225"/>
            </a:xfrm>
            <a:custGeom>
              <a:avLst/>
              <a:gdLst/>
              <a:ahLst/>
              <a:cxnLst/>
              <a:rect l="l" t="t" r="r" b="b"/>
              <a:pathLst>
                <a:path w="15013" h="16889" extrusionOk="0">
                  <a:moveTo>
                    <a:pt x="9196" y="0"/>
                  </a:moveTo>
                  <a:cubicBezTo>
                    <a:pt x="9176" y="0"/>
                    <a:pt x="9154" y="4"/>
                    <a:pt x="9130" y="12"/>
                  </a:cubicBezTo>
                  <a:cubicBezTo>
                    <a:pt x="9066" y="44"/>
                    <a:pt x="9001" y="109"/>
                    <a:pt x="9034" y="205"/>
                  </a:cubicBezTo>
                  <a:cubicBezTo>
                    <a:pt x="9451" y="1459"/>
                    <a:pt x="9226" y="3902"/>
                    <a:pt x="9162" y="4448"/>
                  </a:cubicBezTo>
                  <a:lnTo>
                    <a:pt x="8808" y="4995"/>
                  </a:lnTo>
                  <a:lnTo>
                    <a:pt x="8326" y="4673"/>
                  </a:lnTo>
                  <a:lnTo>
                    <a:pt x="7941" y="5220"/>
                  </a:lnTo>
                  <a:cubicBezTo>
                    <a:pt x="7683" y="5155"/>
                    <a:pt x="7394" y="5091"/>
                    <a:pt x="7169" y="5059"/>
                  </a:cubicBezTo>
                  <a:lnTo>
                    <a:pt x="6751" y="3838"/>
                  </a:lnTo>
                  <a:lnTo>
                    <a:pt x="6944" y="2584"/>
                  </a:lnTo>
                  <a:lnTo>
                    <a:pt x="6912" y="2487"/>
                  </a:lnTo>
                  <a:lnTo>
                    <a:pt x="6237" y="1298"/>
                  </a:lnTo>
                  <a:cubicBezTo>
                    <a:pt x="6216" y="1236"/>
                    <a:pt x="6169" y="1200"/>
                    <a:pt x="6120" y="1200"/>
                  </a:cubicBezTo>
                  <a:cubicBezTo>
                    <a:pt x="6094" y="1200"/>
                    <a:pt x="6067" y="1211"/>
                    <a:pt x="6044" y="1234"/>
                  </a:cubicBezTo>
                  <a:cubicBezTo>
                    <a:pt x="5980" y="1266"/>
                    <a:pt x="5948" y="1362"/>
                    <a:pt x="5980" y="1427"/>
                  </a:cubicBezTo>
                  <a:lnTo>
                    <a:pt x="6623" y="2584"/>
                  </a:lnTo>
                  <a:lnTo>
                    <a:pt x="6462" y="3838"/>
                  </a:lnTo>
                  <a:lnTo>
                    <a:pt x="6462" y="3902"/>
                  </a:lnTo>
                  <a:lnTo>
                    <a:pt x="6848" y="5059"/>
                  </a:lnTo>
                  <a:cubicBezTo>
                    <a:pt x="6760" y="5054"/>
                    <a:pt x="6677" y="5052"/>
                    <a:pt x="6598" y="5052"/>
                  </a:cubicBezTo>
                  <a:cubicBezTo>
                    <a:pt x="6126" y="5052"/>
                    <a:pt x="5819" y="5123"/>
                    <a:pt x="5819" y="5123"/>
                  </a:cubicBezTo>
                  <a:cubicBezTo>
                    <a:pt x="5819" y="5123"/>
                    <a:pt x="5208" y="6281"/>
                    <a:pt x="4598" y="7534"/>
                  </a:cubicBezTo>
                  <a:lnTo>
                    <a:pt x="4148" y="7213"/>
                  </a:lnTo>
                  <a:cubicBezTo>
                    <a:pt x="4131" y="7197"/>
                    <a:pt x="4107" y="7189"/>
                    <a:pt x="4079" y="7189"/>
                  </a:cubicBezTo>
                  <a:cubicBezTo>
                    <a:pt x="4051" y="7189"/>
                    <a:pt x="4019" y="7197"/>
                    <a:pt x="3987" y="7213"/>
                  </a:cubicBezTo>
                  <a:lnTo>
                    <a:pt x="2540" y="8113"/>
                  </a:lnTo>
                  <a:lnTo>
                    <a:pt x="1222" y="8016"/>
                  </a:lnTo>
                  <a:cubicBezTo>
                    <a:pt x="1126" y="8016"/>
                    <a:pt x="1062" y="8081"/>
                    <a:pt x="1062" y="8145"/>
                  </a:cubicBezTo>
                  <a:cubicBezTo>
                    <a:pt x="1062" y="8209"/>
                    <a:pt x="1062" y="8273"/>
                    <a:pt x="1126" y="8306"/>
                  </a:cubicBezTo>
                  <a:lnTo>
                    <a:pt x="1190" y="8306"/>
                  </a:lnTo>
                  <a:lnTo>
                    <a:pt x="2572" y="8434"/>
                  </a:lnTo>
                  <a:lnTo>
                    <a:pt x="2669" y="8402"/>
                  </a:lnTo>
                  <a:lnTo>
                    <a:pt x="4051" y="7502"/>
                  </a:lnTo>
                  <a:lnTo>
                    <a:pt x="4469" y="7791"/>
                  </a:lnTo>
                  <a:cubicBezTo>
                    <a:pt x="4019" y="8756"/>
                    <a:pt x="3569" y="9688"/>
                    <a:pt x="3376" y="10202"/>
                  </a:cubicBezTo>
                  <a:lnTo>
                    <a:pt x="2026" y="10106"/>
                  </a:lnTo>
                  <a:cubicBezTo>
                    <a:pt x="1962" y="10106"/>
                    <a:pt x="1897" y="10138"/>
                    <a:pt x="1865" y="10202"/>
                  </a:cubicBezTo>
                  <a:lnTo>
                    <a:pt x="1094" y="12292"/>
                  </a:lnTo>
                  <a:lnTo>
                    <a:pt x="130" y="12581"/>
                  </a:lnTo>
                  <a:cubicBezTo>
                    <a:pt x="33" y="12613"/>
                    <a:pt x="1" y="12709"/>
                    <a:pt x="33" y="12774"/>
                  </a:cubicBezTo>
                  <a:lnTo>
                    <a:pt x="97" y="12870"/>
                  </a:lnTo>
                  <a:lnTo>
                    <a:pt x="226" y="12870"/>
                  </a:lnTo>
                  <a:lnTo>
                    <a:pt x="1255" y="12581"/>
                  </a:lnTo>
                  <a:lnTo>
                    <a:pt x="1351" y="12484"/>
                  </a:lnTo>
                  <a:lnTo>
                    <a:pt x="2122" y="10427"/>
                  </a:lnTo>
                  <a:lnTo>
                    <a:pt x="3280" y="10491"/>
                  </a:lnTo>
                  <a:cubicBezTo>
                    <a:pt x="3151" y="11070"/>
                    <a:pt x="3119" y="12067"/>
                    <a:pt x="3151" y="12934"/>
                  </a:cubicBezTo>
                  <a:cubicBezTo>
                    <a:pt x="3151" y="13610"/>
                    <a:pt x="3718" y="14118"/>
                    <a:pt x="4360" y="14118"/>
                  </a:cubicBezTo>
                  <a:cubicBezTo>
                    <a:pt x="4512" y="14118"/>
                    <a:pt x="4669" y="14089"/>
                    <a:pt x="4823" y="14027"/>
                  </a:cubicBezTo>
                  <a:lnTo>
                    <a:pt x="7041" y="13127"/>
                  </a:lnTo>
                  <a:lnTo>
                    <a:pt x="7458" y="14092"/>
                  </a:lnTo>
                  <a:lnTo>
                    <a:pt x="5819" y="15538"/>
                  </a:lnTo>
                  <a:cubicBezTo>
                    <a:pt x="5787" y="15570"/>
                    <a:pt x="5755" y="15602"/>
                    <a:pt x="5755" y="15667"/>
                  </a:cubicBezTo>
                  <a:lnTo>
                    <a:pt x="5851" y="16760"/>
                  </a:lnTo>
                  <a:lnTo>
                    <a:pt x="5915" y="16856"/>
                  </a:lnTo>
                  <a:lnTo>
                    <a:pt x="6012" y="16888"/>
                  </a:lnTo>
                  <a:cubicBezTo>
                    <a:pt x="6108" y="16888"/>
                    <a:pt x="6173" y="16824"/>
                    <a:pt x="6173" y="16727"/>
                  </a:cubicBezTo>
                  <a:lnTo>
                    <a:pt x="6076" y="15731"/>
                  </a:lnTo>
                  <a:lnTo>
                    <a:pt x="7748" y="14252"/>
                  </a:lnTo>
                  <a:cubicBezTo>
                    <a:pt x="7812" y="14220"/>
                    <a:pt x="7812" y="14124"/>
                    <a:pt x="7780" y="14092"/>
                  </a:cubicBezTo>
                  <a:lnTo>
                    <a:pt x="7330" y="13031"/>
                  </a:lnTo>
                  <a:lnTo>
                    <a:pt x="7491" y="12967"/>
                  </a:lnTo>
                  <a:lnTo>
                    <a:pt x="9162" y="11006"/>
                  </a:lnTo>
                  <a:lnTo>
                    <a:pt x="9741" y="11424"/>
                  </a:lnTo>
                  <a:lnTo>
                    <a:pt x="9419" y="13031"/>
                  </a:lnTo>
                  <a:lnTo>
                    <a:pt x="9419" y="13127"/>
                  </a:lnTo>
                  <a:lnTo>
                    <a:pt x="9998" y="14381"/>
                  </a:lnTo>
                  <a:lnTo>
                    <a:pt x="10062" y="14445"/>
                  </a:lnTo>
                  <a:cubicBezTo>
                    <a:pt x="10078" y="14461"/>
                    <a:pt x="10102" y="14469"/>
                    <a:pt x="10130" y="14469"/>
                  </a:cubicBezTo>
                  <a:cubicBezTo>
                    <a:pt x="10159" y="14469"/>
                    <a:pt x="10191" y="14461"/>
                    <a:pt x="10223" y="14445"/>
                  </a:cubicBezTo>
                  <a:cubicBezTo>
                    <a:pt x="10287" y="14413"/>
                    <a:pt x="10319" y="14317"/>
                    <a:pt x="10287" y="14252"/>
                  </a:cubicBezTo>
                  <a:lnTo>
                    <a:pt x="9709" y="13063"/>
                  </a:lnTo>
                  <a:lnTo>
                    <a:pt x="10062" y="11359"/>
                  </a:lnTo>
                  <a:cubicBezTo>
                    <a:pt x="10062" y="11327"/>
                    <a:pt x="10030" y="11263"/>
                    <a:pt x="9998" y="11231"/>
                  </a:cubicBezTo>
                  <a:lnTo>
                    <a:pt x="9355" y="10781"/>
                  </a:lnTo>
                  <a:lnTo>
                    <a:pt x="11187" y="8627"/>
                  </a:lnTo>
                  <a:cubicBezTo>
                    <a:pt x="11187" y="8627"/>
                    <a:pt x="10994" y="8048"/>
                    <a:pt x="10544" y="7341"/>
                  </a:cubicBezTo>
                  <a:lnTo>
                    <a:pt x="11444" y="7309"/>
                  </a:lnTo>
                  <a:lnTo>
                    <a:pt x="11509" y="7277"/>
                  </a:lnTo>
                  <a:lnTo>
                    <a:pt x="12569" y="6698"/>
                  </a:lnTo>
                  <a:lnTo>
                    <a:pt x="13887" y="6859"/>
                  </a:lnTo>
                  <a:cubicBezTo>
                    <a:pt x="13904" y="6865"/>
                    <a:pt x="13920" y="6867"/>
                    <a:pt x="13936" y="6867"/>
                  </a:cubicBezTo>
                  <a:cubicBezTo>
                    <a:pt x="14006" y="6867"/>
                    <a:pt x="14054" y="6810"/>
                    <a:pt x="14080" y="6731"/>
                  </a:cubicBezTo>
                  <a:cubicBezTo>
                    <a:pt x="14080" y="6666"/>
                    <a:pt x="14016" y="6570"/>
                    <a:pt x="13952" y="6570"/>
                  </a:cubicBezTo>
                  <a:lnTo>
                    <a:pt x="12569" y="6377"/>
                  </a:lnTo>
                  <a:lnTo>
                    <a:pt x="12473" y="6409"/>
                  </a:lnTo>
                  <a:lnTo>
                    <a:pt x="11380" y="7020"/>
                  </a:lnTo>
                  <a:lnTo>
                    <a:pt x="10351" y="7052"/>
                  </a:lnTo>
                  <a:cubicBezTo>
                    <a:pt x="10287" y="6988"/>
                    <a:pt x="10223" y="6923"/>
                    <a:pt x="10191" y="6859"/>
                  </a:cubicBezTo>
                  <a:lnTo>
                    <a:pt x="10673" y="6152"/>
                  </a:lnTo>
                  <a:lnTo>
                    <a:pt x="10159" y="5830"/>
                  </a:lnTo>
                  <a:lnTo>
                    <a:pt x="10480" y="5316"/>
                  </a:lnTo>
                  <a:cubicBezTo>
                    <a:pt x="10988" y="5077"/>
                    <a:pt x="13165" y="4142"/>
                    <a:pt x="14553" y="4142"/>
                  </a:cubicBezTo>
                  <a:cubicBezTo>
                    <a:pt x="14658" y="4142"/>
                    <a:pt x="14757" y="4148"/>
                    <a:pt x="14852" y="4159"/>
                  </a:cubicBezTo>
                  <a:cubicBezTo>
                    <a:pt x="14916" y="4159"/>
                    <a:pt x="14980" y="4095"/>
                    <a:pt x="15012" y="4030"/>
                  </a:cubicBezTo>
                  <a:cubicBezTo>
                    <a:pt x="15012" y="3934"/>
                    <a:pt x="14948" y="3870"/>
                    <a:pt x="14884" y="3838"/>
                  </a:cubicBezTo>
                  <a:cubicBezTo>
                    <a:pt x="14785" y="3826"/>
                    <a:pt x="14682" y="3821"/>
                    <a:pt x="14574" y="3821"/>
                  </a:cubicBezTo>
                  <a:cubicBezTo>
                    <a:pt x="13142" y="3821"/>
                    <a:pt x="11014" y="4758"/>
                    <a:pt x="10416" y="5027"/>
                  </a:cubicBezTo>
                  <a:lnTo>
                    <a:pt x="9484" y="4384"/>
                  </a:lnTo>
                  <a:cubicBezTo>
                    <a:pt x="9548" y="3645"/>
                    <a:pt x="9741" y="1395"/>
                    <a:pt x="9323" y="109"/>
                  </a:cubicBezTo>
                  <a:cubicBezTo>
                    <a:pt x="9299" y="36"/>
                    <a:pt x="9257" y="0"/>
                    <a:pt x="9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4005;p64"/>
            <p:cNvSpPr/>
            <p:nvPr/>
          </p:nvSpPr>
          <p:spPr>
            <a:xfrm>
              <a:off x="3600225" y="2635300"/>
              <a:ext cx="171200" cy="180825"/>
            </a:xfrm>
            <a:custGeom>
              <a:avLst/>
              <a:gdLst/>
              <a:ahLst/>
              <a:cxnLst/>
              <a:rect l="l" t="t" r="r" b="b"/>
              <a:pathLst>
                <a:path w="6848" h="7233" extrusionOk="0">
                  <a:moveTo>
                    <a:pt x="2283" y="0"/>
                  </a:moveTo>
                  <a:lnTo>
                    <a:pt x="1" y="4725"/>
                  </a:lnTo>
                  <a:lnTo>
                    <a:pt x="1512" y="4950"/>
                  </a:lnTo>
                  <a:lnTo>
                    <a:pt x="1833" y="5818"/>
                  </a:lnTo>
                  <a:lnTo>
                    <a:pt x="2701" y="5690"/>
                  </a:lnTo>
                  <a:lnTo>
                    <a:pt x="3505" y="7233"/>
                  </a:lnTo>
                  <a:lnTo>
                    <a:pt x="6848" y="3054"/>
                  </a:lnTo>
                  <a:lnTo>
                    <a:pt x="3922" y="2764"/>
                  </a:lnTo>
                  <a:lnTo>
                    <a:pt x="22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4006;p64"/>
            <p:cNvSpPr/>
            <p:nvPr/>
          </p:nvSpPr>
          <p:spPr>
            <a:xfrm>
              <a:off x="3596225" y="2632075"/>
              <a:ext cx="179225" cy="188075"/>
            </a:xfrm>
            <a:custGeom>
              <a:avLst/>
              <a:gdLst/>
              <a:ahLst/>
              <a:cxnLst/>
              <a:rect l="l" t="t" r="r" b="b"/>
              <a:pathLst>
                <a:path w="7169" h="7523" extrusionOk="0">
                  <a:moveTo>
                    <a:pt x="2475" y="450"/>
                  </a:moveTo>
                  <a:lnTo>
                    <a:pt x="3954" y="2958"/>
                  </a:lnTo>
                  <a:cubicBezTo>
                    <a:pt x="3954" y="3022"/>
                    <a:pt x="4018" y="3022"/>
                    <a:pt x="4050" y="3054"/>
                  </a:cubicBezTo>
                  <a:lnTo>
                    <a:pt x="6718" y="3311"/>
                  </a:lnTo>
                  <a:lnTo>
                    <a:pt x="3697" y="7104"/>
                  </a:lnTo>
                  <a:lnTo>
                    <a:pt x="2990" y="5754"/>
                  </a:lnTo>
                  <a:lnTo>
                    <a:pt x="2925" y="5690"/>
                  </a:lnTo>
                  <a:lnTo>
                    <a:pt x="2829" y="5690"/>
                  </a:lnTo>
                  <a:lnTo>
                    <a:pt x="2089" y="5754"/>
                  </a:lnTo>
                  <a:lnTo>
                    <a:pt x="1832" y="5015"/>
                  </a:lnTo>
                  <a:cubicBezTo>
                    <a:pt x="1800" y="4983"/>
                    <a:pt x="1768" y="4919"/>
                    <a:pt x="1704" y="4919"/>
                  </a:cubicBezTo>
                  <a:lnTo>
                    <a:pt x="386" y="4726"/>
                  </a:lnTo>
                  <a:lnTo>
                    <a:pt x="2475" y="450"/>
                  </a:lnTo>
                  <a:close/>
                  <a:moveTo>
                    <a:pt x="2443" y="0"/>
                  </a:moveTo>
                  <a:cubicBezTo>
                    <a:pt x="2379" y="0"/>
                    <a:pt x="2347" y="33"/>
                    <a:pt x="2314" y="65"/>
                  </a:cubicBezTo>
                  <a:lnTo>
                    <a:pt x="0" y="4790"/>
                  </a:lnTo>
                  <a:lnTo>
                    <a:pt x="0" y="4919"/>
                  </a:lnTo>
                  <a:lnTo>
                    <a:pt x="129" y="5015"/>
                  </a:lnTo>
                  <a:lnTo>
                    <a:pt x="1575" y="5208"/>
                  </a:lnTo>
                  <a:lnTo>
                    <a:pt x="1832" y="5979"/>
                  </a:lnTo>
                  <a:cubicBezTo>
                    <a:pt x="1859" y="6032"/>
                    <a:pt x="1906" y="6084"/>
                    <a:pt x="1958" y="6084"/>
                  </a:cubicBezTo>
                  <a:cubicBezTo>
                    <a:pt x="1969" y="6084"/>
                    <a:pt x="1981" y="6082"/>
                    <a:pt x="1993" y="6076"/>
                  </a:cubicBezTo>
                  <a:lnTo>
                    <a:pt x="2765" y="5979"/>
                  </a:lnTo>
                  <a:lnTo>
                    <a:pt x="3536" y="7426"/>
                  </a:lnTo>
                  <a:lnTo>
                    <a:pt x="3568" y="7490"/>
                  </a:lnTo>
                  <a:lnTo>
                    <a:pt x="3632" y="7522"/>
                  </a:lnTo>
                  <a:cubicBezTo>
                    <a:pt x="3697" y="7522"/>
                    <a:pt x="3729" y="7490"/>
                    <a:pt x="3761" y="7458"/>
                  </a:cubicBezTo>
                  <a:lnTo>
                    <a:pt x="7136" y="3279"/>
                  </a:lnTo>
                  <a:cubicBezTo>
                    <a:pt x="7168" y="3215"/>
                    <a:pt x="7168" y="3151"/>
                    <a:pt x="7136" y="3118"/>
                  </a:cubicBezTo>
                  <a:cubicBezTo>
                    <a:pt x="7136" y="3054"/>
                    <a:pt x="7072" y="3022"/>
                    <a:pt x="7008" y="3022"/>
                  </a:cubicBezTo>
                  <a:lnTo>
                    <a:pt x="4179" y="2733"/>
                  </a:lnTo>
                  <a:lnTo>
                    <a:pt x="2572" y="65"/>
                  </a:lnTo>
                  <a:cubicBezTo>
                    <a:pt x="2572" y="33"/>
                    <a:pt x="2507" y="0"/>
                    <a:pt x="2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4007;p64"/>
            <p:cNvSpPr/>
            <p:nvPr/>
          </p:nvSpPr>
          <p:spPr>
            <a:xfrm>
              <a:off x="3664525" y="2645725"/>
              <a:ext cx="92425" cy="61100"/>
            </a:xfrm>
            <a:custGeom>
              <a:avLst/>
              <a:gdLst/>
              <a:ahLst/>
              <a:cxnLst/>
              <a:rect l="l" t="t" r="r" b="b"/>
              <a:pathLst>
                <a:path w="3697" h="2444" extrusionOk="0">
                  <a:moveTo>
                    <a:pt x="0" y="1"/>
                  </a:moveTo>
                  <a:lnTo>
                    <a:pt x="1350" y="2347"/>
                  </a:lnTo>
                  <a:lnTo>
                    <a:pt x="3697" y="2444"/>
                  </a:lnTo>
                  <a:lnTo>
                    <a:pt x="2636" y="2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4008;p64"/>
            <p:cNvSpPr/>
            <p:nvPr/>
          </p:nvSpPr>
          <p:spPr>
            <a:xfrm>
              <a:off x="3660500" y="2641725"/>
              <a:ext cx="100475" cy="69125"/>
            </a:xfrm>
            <a:custGeom>
              <a:avLst/>
              <a:gdLst/>
              <a:ahLst/>
              <a:cxnLst/>
              <a:rect l="l" t="t" r="r" b="b"/>
              <a:pathLst>
                <a:path w="4019" h="2765" extrusionOk="0">
                  <a:moveTo>
                    <a:pt x="451" y="322"/>
                  </a:moveTo>
                  <a:lnTo>
                    <a:pt x="2701" y="611"/>
                  </a:lnTo>
                  <a:lnTo>
                    <a:pt x="3601" y="2443"/>
                  </a:lnTo>
                  <a:lnTo>
                    <a:pt x="1608" y="2347"/>
                  </a:lnTo>
                  <a:lnTo>
                    <a:pt x="451" y="322"/>
                  </a:lnTo>
                  <a:close/>
                  <a:moveTo>
                    <a:pt x="194" y="0"/>
                  </a:moveTo>
                  <a:cubicBezTo>
                    <a:pt x="129" y="0"/>
                    <a:pt x="97" y="0"/>
                    <a:pt x="65" y="64"/>
                  </a:cubicBezTo>
                  <a:cubicBezTo>
                    <a:pt x="33" y="97"/>
                    <a:pt x="1" y="161"/>
                    <a:pt x="33" y="225"/>
                  </a:cubicBezTo>
                  <a:lnTo>
                    <a:pt x="1383" y="2572"/>
                  </a:lnTo>
                  <a:lnTo>
                    <a:pt x="1415" y="2636"/>
                  </a:lnTo>
                  <a:lnTo>
                    <a:pt x="1479" y="2668"/>
                  </a:lnTo>
                  <a:lnTo>
                    <a:pt x="3826" y="2765"/>
                  </a:lnTo>
                  <a:cubicBezTo>
                    <a:pt x="3890" y="2765"/>
                    <a:pt x="3954" y="2765"/>
                    <a:pt x="3987" y="2700"/>
                  </a:cubicBezTo>
                  <a:cubicBezTo>
                    <a:pt x="4019" y="2668"/>
                    <a:pt x="4019" y="2604"/>
                    <a:pt x="3987" y="2540"/>
                  </a:cubicBezTo>
                  <a:lnTo>
                    <a:pt x="2958" y="386"/>
                  </a:lnTo>
                  <a:cubicBezTo>
                    <a:pt x="2926" y="354"/>
                    <a:pt x="2894" y="322"/>
                    <a:pt x="2829" y="322"/>
                  </a:cubicBez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4009;p64"/>
            <p:cNvSpPr/>
            <p:nvPr/>
          </p:nvSpPr>
          <p:spPr>
            <a:xfrm>
              <a:off x="4202950" y="2493550"/>
              <a:ext cx="375300" cy="422225"/>
            </a:xfrm>
            <a:custGeom>
              <a:avLst/>
              <a:gdLst/>
              <a:ahLst/>
              <a:cxnLst/>
              <a:rect l="l" t="t" r="r" b="b"/>
              <a:pathLst>
                <a:path w="15012" h="16889" extrusionOk="0">
                  <a:moveTo>
                    <a:pt x="9195" y="1"/>
                  </a:moveTo>
                  <a:cubicBezTo>
                    <a:pt x="9175" y="1"/>
                    <a:pt x="9153" y="5"/>
                    <a:pt x="9129" y="13"/>
                  </a:cubicBezTo>
                  <a:cubicBezTo>
                    <a:pt x="9065" y="13"/>
                    <a:pt x="9001" y="109"/>
                    <a:pt x="9033" y="173"/>
                  </a:cubicBezTo>
                  <a:cubicBezTo>
                    <a:pt x="9418" y="1459"/>
                    <a:pt x="9226" y="3870"/>
                    <a:pt x="9161" y="4449"/>
                  </a:cubicBezTo>
                  <a:lnTo>
                    <a:pt x="8808" y="4963"/>
                  </a:lnTo>
                  <a:lnTo>
                    <a:pt x="8326" y="4641"/>
                  </a:lnTo>
                  <a:lnTo>
                    <a:pt x="7940" y="5220"/>
                  </a:lnTo>
                  <a:cubicBezTo>
                    <a:pt x="7650" y="5124"/>
                    <a:pt x="7393" y="5091"/>
                    <a:pt x="7168" y="5059"/>
                  </a:cubicBezTo>
                  <a:lnTo>
                    <a:pt x="6750" y="3806"/>
                  </a:lnTo>
                  <a:lnTo>
                    <a:pt x="6911" y="2584"/>
                  </a:lnTo>
                  <a:lnTo>
                    <a:pt x="6911" y="2488"/>
                  </a:lnTo>
                  <a:lnTo>
                    <a:pt x="6236" y="1266"/>
                  </a:lnTo>
                  <a:cubicBezTo>
                    <a:pt x="6213" y="1219"/>
                    <a:pt x="6155" y="1189"/>
                    <a:pt x="6100" y="1189"/>
                  </a:cubicBezTo>
                  <a:cubicBezTo>
                    <a:pt x="6080" y="1189"/>
                    <a:pt x="6060" y="1193"/>
                    <a:pt x="6043" y="1202"/>
                  </a:cubicBezTo>
                  <a:cubicBezTo>
                    <a:pt x="5947" y="1266"/>
                    <a:pt x="5947" y="1363"/>
                    <a:pt x="5979" y="1427"/>
                  </a:cubicBezTo>
                  <a:lnTo>
                    <a:pt x="6622" y="2584"/>
                  </a:lnTo>
                  <a:lnTo>
                    <a:pt x="6429" y="3806"/>
                  </a:lnTo>
                  <a:lnTo>
                    <a:pt x="6461" y="3870"/>
                  </a:lnTo>
                  <a:lnTo>
                    <a:pt x="6815" y="5027"/>
                  </a:lnTo>
                  <a:cubicBezTo>
                    <a:pt x="6236" y="5027"/>
                    <a:pt x="5818" y="5124"/>
                    <a:pt x="5818" y="5124"/>
                  </a:cubicBezTo>
                  <a:cubicBezTo>
                    <a:pt x="5818" y="5124"/>
                    <a:pt x="5207" y="6281"/>
                    <a:pt x="4597" y="7502"/>
                  </a:cubicBezTo>
                  <a:lnTo>
                    <a:pt x="4147" y="7181"/>
                  </a:lnTo>
                  <a:cubicBezTo>
                    <a:pt x="4115" y="7165"/>
                    <a:pt x="4082" y="7157"/>
                    <a:pt x="4054" y="7157"/>
                  </a:cubicBezTo>
                  <a:cubicBezTo>
                    <a:pt x="4026" y="7157"/>
                    <a:pt x="4002" y="7165"/>
                    <a:pt x="3986" y="7181"/>
                  </a:cubicBezTo>
                  <a:lnTo>
                    <a:pt x="2540" y="8113"/>
                  </a:lnTo>
                  <a:lnTo>
                    <a:pt x="1222" y="8017"/>
                  </a:lnTo>
                  <a:cubicBezTo>
                    <a:pt x="1205" y="8011"/>
                    <a:pt x="1188" y="8008"/>
                    <a:pt x="1173" y="8008"/>
                  </a:cubicBezTo>
                  <a:cubicBezTo>
                    <a:pt x="1103" y="8008"/>
                    <a:pt x="1055" y="8066"/>
                    <a:pt x="1029" y="8145"/>
                  </a:cubicBezTo>
                  <a:cubicBezTo>
                    <a:pt x="1029" y="8209"/>
                    <a:pt x="1061" y="8242"/>
                    <a:pt x="1093" y="8274"/>
                  </a:cubicBezTo>
                  <a:lnTo>
                    <a:pt x="1189" y="8306"/>
                  </a:lnTo>
                  <a:lnTo>
                    <a:pt x="2572" y="8402"/>
                  </a:lnTo>
                  <a:lnTo>
                    <a:pt x="2668" y="8402"/>
                  </a:lnTo>
                  <a:lnTo>
                    <a:pt x="4050" y="7502"/>
                  </a:lnTo>
                  <a:lnTo>
                    <a:pt x="4468" y="7792"/>
                  </a:lnTo>
                  <a:cubicBezTo>
                    <a:pt x="3986" y="8724"/>
                    <a:pt x="3568" y="9688"/>
                    <a:pt x="3375" y="10170"/>
                  </a:cubicBezTo>
                  <a:lnTo>
                    <a:pt x="1993" y="10106"/>
                  </a:lnTo>
                  <a:cubicBezTo>
                    <a:pt x="1929" y="10106"/>
                    <a:pt x="1864" y="10138"/>
                    <a:pt x="1864" y="10202"/>
                  </a:cubicBezTo>
                  <a:lnTo>
                    <a:pt x="1093" y="12292"/>
                  </a:lnTo>
                  <a:lnTo>
                    <a:pt x="129" y="12581"/>
                  </a:lnTo>
                  <a:cubicBezTo>
                    <a:pt x="32" y="12613"/>
                    <a:pt x="0" y="12678"/>
                    <a:pt x="0" y="12774"/>
                  </a:cubicBezTo>
                  <a:lnTo>
                    <a:pt x="64" y="12838"/>
                  </a:lnTo>
                  <a:lnTo>
                    <a:pt x="193" y="12870"/>
                  </a:lnTo>
                  <a:lnTo>
                    <a:pt x="1254" y="12549"/>
                  </a:lnTo>
                  <a:lnTo>
                    <a:pt x="1350" y="12485"/>
                  </a:lnTo>
                  <a:lnTo>
                    <a:pt x="2089" y="10395"/>
                  </a:lnTo>
                  <a:lnTo>
                    <a:pt x="3279" y="10492"/>
                  </a:lnTo>
                  <a:cubicBezTo>
                    <a:pt x="3150" y="11070"/>
                    <a:pt x="3118" y="12035"/>
                    <a:pt x="3150" y="12935"/>
                  </a:cubicBezTo>
                  <a:cubicBezTo>
                    <a:pt x="3150" y="13610"/>
                    <a:pt x="3717" y="14118"/>
                    <a:pt x="4359" y="14118"/>
                  </a:cubicBezTo>
                  <a:cubicBezTo>
                    <a:pt x="4511" y="14118"/>
                    <a:pt x="4668" y="14089"/>
                    <a:pt x="4822" y="14028"/>
                  </a:cubicBezTo>
                  <a:lnTo>
                    <a:pt x="7040" y="13128"/>
                  </a:lnTo>
                  <a:lnTo>
                    <a:pt x="7458" y="14092"/>
                  </a:lnTo>
                  <a:lnTo>
                    <a:pt x="5818" y="15538"/>
                  </a:lnTo>
                  <a:cubicBezTo>
                    <a:pt x="5754" y="15571"/>
                    <a:pt x="5754" y="15603"/>
                    <a:pt x="5754" y="15667"/>
                  </a:cubicBezTo>
                  <a:lnTo>
                    <a:pt x="5850" y="16760"/>
                  </a:lnTo>
                  <a:lnTo>
                    <a:pt x="5915" y="16856"/>
                  </a:lnTo>
                  <a:lnTo>
                    <a:pt x="6011" y="16888"/>
                  </a:lnTo>
                  <a:cubicBezTo>
                    <a:pt x="6108" y="16888"/>
                    <a:pt x="6172" y="16792"/>
                    <a:pt x="6140" y="16728"/>
                  </a:cubicBezTo>
                  <a:lnTo>
                    <a:pt x="6075" y="15699"/>
                  </a:lnTo>
                  <a:lnTo>
                    <a:pt x="7747" y="14253"/>
                  </a:lnTo>
                  <a:cubicBezTo>
                    <a:pt x="7811" y="14188"/>
                    <a:pt x="7811" y="14124"/>
                    <a:pt x="7779" y="14060"/>
                  </a:cubicBezTo>
                  <a:lnTo>
                    <a:pt x="7297" y="12999"/>
                  </a:lnTo>
                  <a:lnTo>
                    <a:pt x="7490" y="12935"/>
                  </a:lnTo>
                  <a:lnTo>
                    <a:pt x="9161" y="11006"/>
                  </a:lnTo>
                  <a:lnTo>
                    <a:pt x="9740" y="11392"/>
                  </a:lnTo>
                  <a:lnTo>
                    <a:pt x="9418" y="13031"/>
                  </a:lnTo>
                  <a:lnTo>
                    <a:pt x="9418" y="13128"/>
                  </a:lnTo>
                  <a:lnTo>
                    <a:pt x="9997" y="14381"/>
                  </a:lnTo>
                  <a:lnTo>
                    <a:pt x="10061" y="14445"/>
                  </a:lnTo>
                  <a:cubicBezTo>
                    <a:pt x="10083" y="14445"/>
                    <a:pt x="10118" y="14460"/>
                    <a:pt x="10159" y="14460"/>
                  </a:cubicBezTo>
                  <a:cubicBezTo>
                    <a:pt x="10179" y="14460"/>
                    <a:pt x="10201" y="14456"/>
                    <a:pt x="10222" y="14445"/>
                  </a:cubicBezTo>
                  <a:cubicBezTo>
                    <a:pt x="10286" y="14413"/>
                    <a:pt x="10318" y="14317"/>
                    <a:pt x="10286" y="14253"/>
                  </a:cubicBezTo>
                  <a:lnTo>
                    <a:pt x="9708" y="13031"/>
                  </a:lnTo>
                  <a:lnTo>
                    <a:pt x="10061" y="11360"/>
                  </a:lnTo>
                  <a:cubicBezTo>
                    <a:pt x="10061" y="11295"/>
                    <a:pt x="10029" y="11231"/>
                    <a:pt x="9997" y="11199"/>
                  </a:cubicBezTo>
                  <a:lnTo>
                    <a:pt x="9354" y="10781"/>
                  </a:lnTo>
                  <a:lnTo>
                    <a:pt x="11186" y="8627"/>
                  </a:lnTo>
                  <a:cubicBezTo>
                    <a:pt x="11186" y="8627"/>
                    <a:pt x="10993" y="8049"/>
                    <a:pt x="10543" y="7342"/>
                  </a:cubicBezTo>
                  <a:lnTo>
                    <a:pt x="11411" y="7309"/>
                  </a:lnTo>
                  <a:lnTo>
                    <a:pt x="11476" y="7277"/>
                  </a:lnTo>
                  <a:lnTo>
                    <a:pt x="12569" y="6667"/>
                  </a:lnTo>
                  <a:lnTo>
                    <a:pt x="13886" y="6859"/>
                  </a:lnTo>
                  <a:cubicBezTo>
                    <a:pt x="13983" y="6859"/>
                    <a:pt x="14047" y="6827"/>
                    <a:pt x="14047" y="6731"/>
                  </a:cubicBezTo>
                  <a:cubicBezTo>
                    <a:pt x="14079" y="6634"/>
                    <a:pt x="14015" y="6570"/>
                    <a:pt x="13919" y="6570"/>
                  </a:cubicBezTo>
                  <a:lnTo>
                    <a:pt x="12569" y="6377"/>
                  </a:lnTo>
                  <a:lnTo>
                    <a:pt x="12472" y="6377"/>
                  </a:lnTo>
                  <a:lnTo>
                    <a:pt x="11379" y="6988"/>
                  </a:lnTo>
                  <a:lnTo>
                    <a:pt x="10318" y="7052"/>
                  </a:lnTo>
                  <a:cubicBezTo>
                    <a:pt x="10286" y="6988"/>
                    <a:pt x="10222" y="6924"/>
                    <a:pt x="10190" y="6859"/>
                  </a:cubicBezTo>
                  <a:lnTo>
                    <a:pt x="10640" y="6152"/>
                  </a:lnTo>
                  <a:lnTo>
                    <a:pt x="10158" y="5799"/>
                  </a:lnTo>
                  <a:lnTo>
                    <a:pt x="10479" y="5316"/>
                  </a:lnTo>
                  <a:cubicBezTo>
                    <a:pt x="10995" y="5074"/>
                    <a:pt x="13226" y="4116"/>
                    <a:pt x="14584" y="4116"/>
                  </a:cubicBezTo>
                  <a:cubicBezTo>
                    <a:pt x="14665" y="4116"/>
                    <a:pt x="14744" y="4120"/>
                    <a:pt x="14819" y="4127"/>
                  </a:cubicBezTo>
                  <a:cubicBezTo>
                    <a:pt x="14836" y="4133"/>
                    <a:pt x="14852" y="4135"/>
                    <a:pt x="14867" y="4135"/>
                  </a:cubicBezTo>
                  <a:cubicBezTo>
                    <a:pt x="14937" y="4135"/>
                    <a:pt x="14985" y="4078"/>
                    <a:pt x="15012" y="3999"/>
                  </a:cubicBezTo>
                  <a:cubicBezTo>
                    <a:pt x="15012" y="3934"/>
                    <a:pt x="14947" y="3838"/>
                    <a:pt x="14851" y="3838"/>
                  </a:cubicBezTo>
                  <a:cubicBezTo>
                    <a:pt x="14752" y="3826"/>
                    <a:pt x="14647" y="3821"/>
                    <a:pt x="14538" y="3821"/>
                  </a:cubicBezTo>
                  <a:cubicBezTo>
                    <a:pt x="13132" y="3821"/>
                    <a:pt x="11012" y="4726"/>
                    <a:pt x="10415" y="4995"/>
                  </a:cubicBezTo>
                  <a:lnTo>
                    <a:pt x="9483" y="4384"/>
                  </a:lnTo>
                  <a:cubicBezTo>
                    <a:pt x="9547" y="3645"/>
                    <a:pt x="9740" y="1363"/>
                    <a:pt x="9322" y="109"/>
                  </a:cubicBezTo>
                  <a:cubicBezTo>
                    <a:pt x="9298" y="37"/>
                    <a:pt x="9256" y="1"/>
                    <a:pt x="9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4010;p64"/>
            <p:cNvSpPr/>
            <p:nvPr/>
          </p:nvSpPr>
          <p:spPr>
            <a:xfrm>
              <a:off x="4296150" y="2631275"/>
              <a:ext cx="172000" cy="180825"/>
            </a:xfrm>
            <a:custGeom>
              <a:avLst/>
              <a:gdLst/>
              <a:ahLst/>
              <a:cxnLst/>
              <a:rect l="l" t="t" r="r" b="b"/>
              <a:pathLst>
                <a:path w="6880" h="7233" extrusionOk="0">
                  <a:moveTo>
                    <a:pt x="2315" y="0"/>
                  </a:moveTo>
                  <a:lnTo>
                    <a:pt x="1" y="4726"/>
                  </a:lnTo>
                  <a:lnTo>
                    <a:pt x="1544" y="4951"/>
                  </a:lnTo>
                  <a:lnTo>
                    <a:pt x="1833" y="5786"/>
                  </a:lnTo>
                  <a:lnTo>
                    <a:pt x="2701" y="5690"/>
                  </a:lnTo>
                  <a:lnTo>
                    <a:pt x="3537" y="7233"/>
                  </a:lnTo>
                  <a:lnTo>
                    <a:pt x="6880" y="3022"/>
                  </a:lnTo>
                  <a:lnTo>
                    <a:pt x="3922" y="2765"/>
                  </a:lnTo>
                  <a:lnTo>
                    <a:pt x="23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4011;p64"/>
            <p:cNvSpPr/>
            <p:nvPr/>
          </p:nvSpPr>
          <p:spPr>
            <a:xfrm>
              <a:off x="4292950" y="2627250"/>
              <a:ext cx="179225" cy="188875"/>
            </a:xfrm>
            <a:custGeom>
              <a:avLst/>
              <a:gdLst/>
              <a:ahLst/>
              <a:cxnLst/>
              <a:rect l="l" t="t" r="r" b="b"/>
              <a:pathLst>
                <a:path w="7169" h="7555" extrusionOk="0">
                  <a:moveTo>
                    <a:pt x="2475" y="483"/>
                  </a:moveTo>
                  <a:lnTo>
                    <a:pt x="3922" y="2990"/>
                  </a:lnTo>
                  <a:cubicBezTo>
                    <a:pt x="3954" y="3022"/>
                    <a:pt x="3986" y="3054"/>
                    <a:pt x="4050" y="3054"/>
                  </a:cubicBezTo>
                  <a:lnTo>
                    <a:pt x="6686" y="3311"/>
                  </a:lnTo>
                  <a:lnTo>
                    <a:pt x="3665" y="7105"/>
                  </a:lnTo>
                  <a:lnTo>
                    <a:pt x="2958" y="5787"/>
                  </a:lnTo>
                  <a:lnTo>
                    <a:pt x="2925" y="5722"/>
                  </a:lnTo>
                  <a:lnTo>
                    <a:pt x="2829" y="5690"/>
                  </a:lnTo>
                  <a:lnTo>
                    <a:pt x="2090" y="5787"/>
                  </a:lnTo>
                  <a:lnTo>
                    <a:pt x="1833" y="5047"/>
                  </a:lnTo>
                  <a:cubicBezTo>
                    <a:pt x="1800" y="4983"/>
                    <a:pt x="1768" y="4951"/>
                    <a:pt x="1704" y="4951"/>
                  </a:cubicBezTo>
                  <a:lnTo>
                    <a:pt x="354" y="4758"/>
                  </a:lnTo>
                  <a:lnTo>
                    <a:pt x="2475" y="483"/>
                  </a:lnTo>
                  <a:close/>
                  <a:moveTo>
                    <a:pt x="2443" y="1"/>
                  </a:moveTo>
                  <a:cubicBezTo>
                    <a:pt x="2379" y="1"/>
                    <a:pt x="2347" y="33"/>
                    <a:pt x="2315" y="97"/>
                  </a:cubicBezTo>
                  <a:lnTo>
                    <a:pt x="0" y="4822"/>
                  </a:lnTo>
                  <a:lnTo>
                    <a:pt x="0" y="4951"/>
                  </a:lnTo>
                  <a:cubicBezTo>
                    <a:pt x="32" y="5015"/>
                    <a:pt x="65" y="5015"/>
                    <a:pt x="129" y="5047"/>
                  </a:cubicBezTo>
                  <a:lnTo>
                    <a:pt x="1575" y="5240"/>
                  </a:lnTo>
                  <a:lnTo>
                    <a:pt x="1833" y="6012"/>
                  </a:lnTo>
                  <a:cubicBezTo>
                    <a:pt x="1865" y="6076"/>
                    <a:pt x="1929" y="6108"/>
                    <a:pt x="1993" y="6108"/>
                  </a:cubicBezTo>
                  <a:lnTo>
                    <a:pt x="2765" y="6012"/>
                  </a:lnTo>
                  <a:lnTo>
                    <a:pt x="3504" y="7458"/>
                  </a:lnTo>
                  <a:lnTo>
                    <a:pt x="3568" y="7522"/>
                  </a:lnTo>
                  <a:lnTo>
                    <a:pt x="3633" y="7555"/>
                  </a:lnTo>
                  <a:cubicBezTo>
                    <a:pt x="3697" y="7555"/>
                    <a:pt x="3729" y="7522"/>
                    <a:pt x="3761" y="7490"/>
                  </a:cubicBezTo>
                  <a:lnTo>
                    <a:pt x="7104" y="3279"/>
                  </a:lnTo>
                  <a:cubicBezTo>
                    <a:pt x="7136" y="3247"/>
                    <a:pt x="7168" y="3183"/>
                    <a:pt x="7136" y="3151"/>
                  </a:cubicBezTo>
                  <a:cubicBezTo>
                    <a:pt x="7104" y="3086"/>
                    <a:pt x="7072" y="3054"/>
                    <a:pt x="7008" y="3054"/>
                  </a:cubicBezTo>
                  <a:lnTo>
                    <a:pt x="4147" y="2765"/>
                  </a:lnTo>
                  <a:lnTo>
                    <a:pt x="2572" y="97"/>
                  </a:lnTo>
                  <a:cubicBezTo>
                    <a:pt x="2540" y="33"/>
                    <a:pt x="2508" y="1"/>
                    <a:pt x="2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4012;p64"/>
            <p:cNvSpPr/>
            <p:nvPr/>
          </p:nvSpPr>
          <p:spPr>
            <a:xfrm>
              <a:off x="4361250" y="2640925"/>
              <a:ext cx="91625" cy="61900"/>
            </a:xfrm>
            <a:custGeom>
              <a:avLst/>
              <a:gdLst/>
              <a:ahLst/>
              <a:cxnLst/>
              <a:rect l="l" t="t" r="r" b="b"/>
              <a:pathLst>
                <a:path w="3665" h="2476" extrusionOk="0">
                  <a:moveTo>
                    <a:pt x="1" y="0"/>
                  </a:moveTo>
                  <a:lnTo>
                    <a:pt x="1318" y="2379"/>
                  </a:lnTo>
                  <a:lnTo>
                    <a:pt x="3665" y="2475"/>
                  </a:lnTo>
                  <a:lnTo>
                    <a:pt x="3665" y="2475"/>
                  </a:lnTo>
                  <a:lnTo>
                    <a:pt x="2636" y="3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4013;p64"/>
            <p:cNvSpPr/>
            <p:nvPr/>
          </p:nvSpPr>
          <p:spPr>
            <a:xfrm>
              <a:off x="4357225" y="2636900"/>
              <a:ext cx="99675" cy="69925"/>
            </a:xfrm>
            <a:custGeom>
              <a:avLst/>
              <a:gdLst/>
              <a:ahLst/>
              <a:cxnLst/>
              <a:rect l="l" t="t" r="r" b="b"/>
              <a:pathLst>
                <a:path w="3987" h="2797" extrusionOk="0">
                  <a:moveTo>
                    <a:pt x="451" y="354"/>
                  </a:moveTo>
                  <a:lnTo>
                    <a:pt x="2701" y="611"/>
                  </a:lnTo>
                  <a:lnTo>
                    <a:pt x="3601" y="2475"/>
                  </a:lnTo>
                  <a:lnTo>
                    <a:pt x="1576" y="2379"/>
                  </a:lnTo>
                  <a:lnTo>
                    <a:pt x="451" y="354"/>
                  </a:lnTo>
                  <a:close/>
                  <a:moveTo>
                    <a:pt x="194" y="0"/>
                  </a:moveTo>
                  <a:cubicBezTo>
                    <a:pt x="129" y="0"/>
                    <a:pt x="65" y="32"/>
                    <a:pt x="33" y="97"/>
                  </a:cubicBezTo>
                  <a:cubicBezTo>
                    <a:pt x="1" y="129"/>
                    <a:pt x="1" y="193"/>
                    <a:pt x="33" y="257"/>
                  </a:cubicBezTo>
                  <a:lnTo>
                    <a:pt x="1351" y="2604"/>
                  </a:lnTo>
                  <a:lnTo>
                    <a:pt x="1415" y="2636"/>
                  </a:lnTo>
                  <a:lnTo>
                    <a:pt x="1479" y="2668"/>
                  </a:lnTo>
                  <a:lnTo>
                    <a:pt x="3826" y="2797"/>
                  </a:lnTo>
                  <a:cubicBezTo>
                    <a:pt x="3890" y="2797"/>
                    <a:pt x="3922" y="2765"/>
                    <a:pt x="3955" y="2733"/>
                  </a:cubicBezTo>
                  <a:cubicBezTo>
                    <a:pt x="3987" y="2668"/>
                    <a:pt x="3987" y="2636"/>
                    <a:pt x="3987" y="2572"/>
                  </a:cubicBezTo>
                  <a:lnTo>
                    <a:pt x="2926" y="418"/>
                  </a:lnTo>
                  <a:cubicBezTo>
                    <a:pt x="2926" y="354"/>
                    <a:pt x="2862" y="322"/>
                    <a:pt x="2830" y="322"/>
                  </a:cubicBez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4014;p64"/>
            <p:cNvSpPr/>
            <p:nvPr/>
          </p:nvSpPr>
          <p:spPr>
            <a:xfrm>
              <a:off x="2287950" y="3382125"/>
              <a:ext cx="340750" cy="434500"/>
            </a:xfrm>
            <a:custGeom>
              <a:avLst/>
              <a:gdLst/>
              <a:ahLst/>
              <a:cxnLst/>
              <a:rect l="l" t="t" r="r" b="b"/>
              <a:pathLst>
                <a:path w="13630" h="17380" extrusionOk="0">
                  <a:moveTo>
                    <a:pt x="6787" y="0"/>
                  </a:moveTo>
                  <a:cubicBezTo>
                    <a:pt x="6740" y="0"/>
                    <a:pt x="6692" y="16"/>
                    <a:pt x="6654" y="54"/>
                  </a:cubicBezTo>
                  <a:cubicBezTo>
                    <a:pt x="5818" y="1179"/>
                    <a:pt x="5529" y="3782"/>
                    <a:pt x="5465" y="4490"/>
                  </a:cubicBezTo>
                  <a:lnTo>
                    <a:pt x="4436" y="5004"/>
                  </a:lnTo>
                  <a:cubicBezTo>
                    <a:pt x="3857" y="4586"/>
                    <a:pt x="1961" y="3300"/>
                    <a:pt x="643" y="3011"/>
                  </a:cubicBezTo>
                  <a:cubicBezTo>
                    <a:pt x="631" y="3005"/>
                    <a:pt x="618" y="3002"/>
                    <a:pt x="605" y="3002"/>
                  </a:cubicBezTo>
                  <a:cubicBezTo>
                    <a:pt x="547" y="3002"/>
                    <a:pt x="482" y="3055"/>
                    <a:pt x="482" y="3107"/>
                  </a:cubicBezTo>
                  <a:cubicBezTo>
                    <a:pt x="450" y="3204"/>
                    <a:pt x="514" y="3300"/>
                    <a:pt x="579" y="3300"/>
                  </a:cubicBezTo>
                  <a:cubicBezTo>
                    <a:pt x="1897" y="3589"/>
                    <a:pt x="3890" y="4972"/>
                    <a:pt x="4340" y="5293"/>
                  </a:cubicBezTo>
                  <a:lnTo>
                    <a:pt x="4629" y="5872"/>
                  </a:lnTo>
                  <a:lnTo>
                    <a:pt x="4115" y="6129"/>
                  </a:lnTo>
                  <a:lnTo>
                    <a:pt x="4404" y="6740"/>
                  </a:lnTo>
                  <a:cubicBezTo>
                    <a:pt x="4211" y="6933"/>
                    <a:pt x="4018" y="7158"/>
                    <a:pt x="3890" y="7350"/>
                  </a:cubicBezTo>
                  <a:lnTo>
                    <a:pt x="2604" y="7093"/>
                  </a:lnTo>
                  <a:lnTo>
                    <a:pt x="1607" y="6322"/>
                  </a:lnTo>
                  <a:lnTo>
                    <a:pt x="1511" y="6290"/>
                  </a:lnTo>
                  <a:lnTo>
                    <a:pt x="161" y="6257"/>
                  </a:lnTo>
                  <a:cubicBezTo>
                    <a:pt x="64" y="6257"/>
                    <a:pt x="0" y="6322"/>
                    <a:pt x="0" y="6418"/>
                  </a:cubicBezTo>
                  <a:cubicBezTo>
                    <a:pt x="0" y="6515"/>
                    <a:pt x="64" y="6579"/>
                    <a:pt x="129" y="6579"/>
                  </a:cubicBezTo>
                  <a:lnTo>
                    <a:pt x="1479" y="6579"/>
                  </a:lnTo>
                  <a:lnTo>
                    <a:pt x="2443" y="7350"/>
                  </a:lnTo>
                  <a:lnTo>
                    <a:pt x="2507" y="7383"/>
                  </a:lnTo>
                  <a:lnTo>
                    <a:pt x="3697" y="7640"/>
                  </a:lnTo>
                  <a:cubicBezTo>
                    <a:pt x="3375" y="8122"/>
                    <a:pt x="3279" y="8540"/>
                    <a:pt x="3279" y="8540"/>
                  </a:cubicBezTo>
                  <a:cubicBezTo>
                    <a:pt x="3279" y="8540"/>
                    <a:pt x="3954" y="9633"/>
                    <a:pt x="4757" y="10790"/>
                  </a:cubicBezTo>
                  <a:lnTo>
                    <a:pt x="4243" y="11015"/>
                  </a:lnTo>
                  <a:cubicBezTo>
                    <a:pt x="4179" y="11047"/>
                    <a:pt x="4147" y="11111"/>
                    <a:pt x="4147" y="11176"/>
                  </a:cubicBezTo>
                  <a:lnTo>
                    <a:pt x="4243" y="12879"/>
                  </a:lnTo>
                  <a:lnTo>
                    <a:pt x="3472" y="13972"/>
                  </a:lnTo>
                  <a:cubicBezTo>
                    <a:pt x="3439" y="14036"/>
                    <a:pt x="3472" y="14133"/>
                    <a:pt x="3536" y="14197"/>
                  </a:cubicBezTo>
                  <a:lnTo>
                    <a:pt x="3665" y="14197"/>
                  </a:lnTo>
                  <a:lnTo>
                    <a:pt x="3729" y="14165"/>
                  </a:lnTo>
                  <a:lnTo>
                    <a:pt x="4500" y="13008"/>
                  </a:lnTo>
                  <a:lnTo>
                    <a:pt x="4532" y="12911"/>
                  </a:lnTo>
                  <a:lnTo>
                    <a:pt x="4468" y="11272"/>
                  </a:lnTo>
                  <a:lnTo>
                    <a:pt x="4918" y="11047"/>
                  </a:lnTo>
                  <a:cubicBezTo>
                    <a:pt x="5497" y="11915"/>
                    <a:pt x="6107" y="12783"/>
                    <a:pt x="6461" y="13169"/>
                  </a:cubicBezTo>
                  <a:lnTo>
                    <a:pt x="5690" y="14326"/>
                  </a:lnTo>
                  <a:cubicBezTo>
                    <a:pt x="5657" y="14390"/>
                    <a:pt x="5657" y="14454"/>
                    <a:pt x="5722" y="14519"/>
                  </a:cubicBezTo>
                  <a:lnTo>
                    <a:pt x="7136" y="16222"/>
                  </a:lnTo>
                  <a:lnTo>
                    <a:pt x="6911" y="17187"/>
                  </a:lnTo>
                  <a:cubicBezTo>
                    <a:pt x="6879" y="17283"/>
                    <a:pt x="6943" y="17347"/>
                    <a:pt x="7040" y="17379"/>
                  </a:cubicBezTo>
                  <a:lnTo>
                    <a:pt x="7136" y="17379"/>
                  </a:lnTo>
                  <a:lnTo>
                    <a:pt x="7200" y="17283"/>
                  </a:lnTo>
                  <a:lnTo>
                    <a:pt x="7458" y="16190"/>
                  </a:lnTo>
                  <a:lnTo>
                    <a:pt x="7425" y="16062"/>
                  </a:lnTo>
                  <a:lnTo>
                    <a:pt x="6011" y="14390"/>
                  </a:lnTo>
                  <a:lnTo>
                    <a:pt x="6654" y="13394"/>
                  </a:lnTo>
                  <a:cubicBezTo>
                    <a:pt x="7104" y="13811"/>
                    <a:pt x="7940" y="14326"/>
                    <a:pt x="8711" y="14744"/>
                  </a:cubicBezTo>
                  <a:cubicBezTo>
                    <a:pt x="8897" y="14849"/>
                    <a:pt x="9095" y="14897"/>
                    <a:pt x="9289" y="14897"/>
                  </a:cubicBezTo>
                  <a:cubicBezTo>
                    <a:pt x="9868" y="14897"/>
                    <a:pt x="10415" y="14469"/>
                    <a:pt x="10511" y="13844"/>
                  </a:cubicBezTo>
                  <a:lnTo>
                    <a:pt x="10833" y="11465"/>
                  </a:lnTo>
                  <a:lnTo>
                    <a:pt x="11861" y="11561"/>
                  </a:lnTo>
                  <a:lnTo>
                    <a:pt x="12311" y="13715"/>
                  </a:lnTo>
                  <a:lnTo>
                    <a:pt x="12376" y="13844"/>
                  </a:lnTo>
                  <a:lnTo>
                    <a:pt x="13372" y="14294"/>
                  </a:lnTo>
                  <a:lnTo>
                    <a:pt x="13501" y="14294"/>
                  </a:lnTo>
                  <a:lnTo>
                    <a:pt x="13597" y="14229"/>
                  </a:lnTo>
                  <a:cubicBezTo>
                    <a:pt x="13629" y="14133"/>
                    <a:pt x="13597" y="14069"/>
                    <a:pt x="13501" y="14004"/>
                  </a:cubicBezTo>
                  <a:lnTo>
                    <a:pt x="12601" y="13586"/>
                  </a:lnTo>
                  <a:lnTo>
                    <a:pt x="12151" y="11401"/>
                  </a:lnTo>
                  <a:cubicBezTo>
                    <a:pt x="12151" y="11336"/>
                    <a:pt x="12086" y="11272"/>
                    <a:pt x="12022" y="11272"/>
                  </a:cubicBezTo>
                  <a:lnTo>
                    <a:pt x="10865" y="11176"/>
                  </a:lnTo>
                  <a:lnTo>
                    <a:pt x="10897" y="10983"/>
                  </a:lnTo>
                  <a:lnTo>
                    <a:pt x="10029" y="8572"/>
                  </a:lnTo>
                  <a:lnTo>
                    <a:pt x="10672" y="8283"/>
                  </a:lnTo>
                  <a:lnTo>
                    <a:pt x="11926" y="9375"/>
                  </a:lnTo>
                  <a:lnTo>
                    <a:pt x="12022" y="9408"/>
                  </a:lnTo>
                  <a:lnTo>
                    <a:pt x="13372" y="9504"/>
                  </a:lnTo>
                  <a:lnTo>
                    <a:pt x="13469" y="9504"/>
                  </a:lnTo>
                  <a:cubicBezTo>
                    <a:pt x="13501" y="9472"/>
                    <a:pt x="13533" y="9408"/>
                    <a:pt x="13533" y="9375"/>
                  </a:cubicBezTo>
                  <a:cubicBezTo>
                    <a:pt x="13565" y="9279"/>
                    <a:pt x="13501" y="9215"/>
                    <a:pt x="13404" y="9215"/>
                  </a:cubicBezTo>
                  <a:lnTo>
                    <a:pt x="12086" y="9086"/>
                  </a:lnTo>
                  <a:lnTo>
                    <a:pt x="10801" y="7961"/>
                  </a:lnTo>
                  <a:cubicBezTo>
                    <a:pt x="10768" y="7945"/>
                    <a:pt x="10736" y="7937"/>
                    <a:pt x="10708" y="7937"/>
                  </a:cubicBezTo>
                  <a:cubicBezTo>
                    <a:pt x="10680" y="7937"/>
                    <a:pt x="10656" y="7945"/>
                    <a:pt x="10640" y="7961"/>
                  </a:cubicBezTo>
                  <a:lnTo>
                    <a:pt x="9933" y="8283"/>
                  </a:lnTo>
                  <a:lnTo>
                    <a:pt x="9000" y="5615"/>
                  </a:lnTo>
                  <a:cubicBezTo>
                    <a:pt x="9000" y="5615"/>
                    <a:pt x="8552" y="5544"/>
                    <a:pt x="7897" y="5544"/>
                  </a:cubicBezTo>
                  <a:cubicBezTo>
                    <a:pt x="7788" y="5544"/>
                    <a:pt x="7673" y="5546"/>
                    <a:pt x="7554" y="5550"/>
                  </a:cubicBezTo>
                  <a:lnTo>
                    <a:pt x="7940" y="4747"/>
                  </a:lnTo>
                  <a:lnTo>
                    <a:pt x="7972" y="4682"/>
                  </a:lnTo>
                  <a:lnTo>
                    <a:pt x="7972" y="3461"/>
                  </a:lnTo>
                  <a:lnTo>
                    <a:pt x="8808" y="2400"/>
                  </a:lnTo>
                  <a:cubicBezTo>
                    <a:pt x="8840" y="2336"/>
                    <a:pt x="8840" y="2239"/>
                    <a:pt x="8775" y="2175"/>
                  </a:cubicBezTo>
                  <a:cubicBezTo>
                    <a:pt x="8749" y="2162"/>
                    <a:pt x="8717" y="2154"/>
                    <a:pt x="8684" y="2154"/>
                  </a:cubicBezTo>
                  <a:cubicBezTo>
                    <a:pt x="8637" y="2154"/>
                    <a:pt x="8588" y="2170"/>
                    <a:pt x="8550" y="2207"/>
                  </a:cubicBezTo>
                  <a:lnTo>
                    <a:pt x="7715" y="3300"/>
                  </a:lnTo>
                  <a:lnTo>
                    <a:pt x="7683" y="3397"/>
                  </a:lnTo>
                  <a:lnTo>
                    <a:pt x="7650" y="4650"/>
                  </a:lnTo>
                  <a:lnTo>
                    <a:pt x="7200" y="5582"/>
                  </a:lnTo>
                  <a:cubicBezTo>
                    <a:pt x="7104" y="5582"/>
                    <a:pt x="7008" y="5615"/>
                    <a:pt x="6943" y="5615"/>
                  </a:cubicBezTo>
                  <a:lnTo>
                    <a:pt x="6558" y="4875"/>
                  </a:lnTo>
                  <a:lnTo>
                    <a:pt x="6011" y="5132"/>
                  </a:lnTo>
                  <a:lnTo>
                    <a:pt x="5754" y="4586"/>
                  </a:lnTo>
                  <a:cubicBezTo>
                    <a:pt x="5818" y="4007"/>
                    <a:pt x="6107" y="1307"/>
                    <a:pt x="6911" y="246"/>
                  </a:cubicBezTo>
                  <a:cubicBezTo>
                    <a:pt x="6943" y="182"/>
                    <a:pt x="6943" y="86"/>
                    <a:pt x="6879" y="21"/>
                  </a:cubicBezTo>
                  <a:cubicBezTo>
                    <a:pt x="6852" y="8"/>
                    <a:pt x="6820" y="0"/>
                    <a:pt x="6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4015;p64"/>
            <p:cNvSpPr/>
            <p:nvPr/>
          </p:nvSpPr>
          <p:spPr>
            <a:xfrm>
              <a:off x="2381150" y="3534525"/>
              <a:ext cx="172000" cy="169600"/>
            </a:xfrm>
            <a:custGeom>
              <a:avLst/>
              <a:gdLst/>
              <a:ahLst/>
              <a:cxnLst/>
              <a:rect l="l" t="t" r="r" b="b"/>
              <a:pathLst>
                <a:path w="6880" h="6784" extrusionOk="0">
                  <a:moveTo>
                    <a:pt x="4887" y="1"/>
                  </a:moveTo>
                  <a:lnTo>
                    <a:pt x="3183" y="2412"/>
                  </a:lnTo>
                  <a:lnTo>
                    <a:pt x="1" y="2444"/>
                  </a:lnTo>
                  <a:lnTo>
                    <a:pt x="2958" y="6783"/>
                  </a:lnTo>
                  <a:lnTo>
                    <a:pt x="3890" y="5562"/>
                  </a:lnTo>
                  <a:lnTo>
                    <a:pt x="4790" y="5722"/>
                  </a:lnTo>
                  <a:lnTo>
                    <a:pt x="5144" y="4919"/>
                  </a:lnTo>
                  <a:lnTo>
                    <a:pt x="6880" y="4983"/>
                  </a:lnTo>
                  <a:lnTo>
                    <a:pt x="488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4016;p64"/>
            <p:cNvSpPr/>
            <p:nvPr/>
          </p:nvSpPr>
          <p:spPr>
            <a:xfrm>
              <a:off x="2377150" y="3530525"/>
              <a:ext cx="179225" cy="177600"/>
            </a:xfrm>
            <a:custGeom>
              <a:avLst/>
              <a:gdLst/>
              <a:ahLst/>
              <a:cxnLst/>
              <a:rect l="l" t="t" r="r" b="b"/>
              <a:pathLst>
                <a:path w="7169" h="7104" extrusionOk="0">
                  <a:moveTo>
                    <a:pt x="5015" y="482"/>
                  </a:moveTo>
                  <a:lnTo>
                    <a:pt x="6815" y="4982"/>
                  </a:lnTo>
                  <a:lnTo>
                    <a:pt x="5304" y="4950"/>
                  </a:lnTo>
                  <a:lnTo>
                    <a:pt x="5240" y="4950"/>
                  </a:lnTo>
                  <a:lnTo>
                    <a:pt x="5143" y="5015"/>
                  </a:lnTo>
                  <a:lnTo>
                    <a:pt x="4854" y="5722"/>
                  </a:lnTo>
                  <a:lnTo>
                    <a:pt x="4082" y="5561"/>
                  </a:lnTo>
                  <a:cubicBezTo>
                    <a:pt x="4018" y="5561"/>
                    <a:pt x="3986" y="5593"/>
                    <a:pt x="3922" y="5625"/>
                  </a:cubicBezTo>
                  <a:lnTo>
                    <a:pt x="3118" y="6686"/>
                  </a:lnTo>
                  <a:lnTo>
                    <a:pt x="450" y="2764"/>
                  </a:lnTo>
                  <a:lnTo>
                    <a:pt x="3343" y="2700"/>
                  </a:lnTo>
                  <a:cubicBezTo>
                    <a:pt x="3407" y="2700"/>
                    <a:pt x="3440" y="2700"/>
                    <a:pt x="3472" y="2636"/>
                  </a:cubicBezTo>
                  <a:lnTo>
                    <a:pt x="5015" y="482"/>
                  </a:lnTo>
                  <a:close/>
                  <a:moveTo>
                    <a:pt x="5079" y="0"/>
                  </a:moveTo>
                  <a:cubicBezTo>
                    <a:pt x="5015" y="0"/>
                    <a:pt x="4950" y="32"/>
                    <a:pt x="4918" y="64"/>
                  </a:cubicBezTo>
                  <a:lnTo>
                    <a:pt x="3279" y="2411"/>
                  </a:lnTo>
                  <a:lnTo>
                    <a:pt x="161" y="2443"/>
                  </a:lnTo>
                  <a:cubicBezTo>
                    <a:pt x="97" y="2443"/>
                    <a:pt x="64" y="2475"/>
                    <a:pt x="32" y="2539"/>
                  </a:cubicBezTo>
                  <a:cubicBezTo>
                    <a:pt x="0" y="2572"/>
                    <a:pt x="0" y="2636"/>
                    <a:pt x="32" y="2700"/>
                  </a:cubicBezTo>
                  <a:lnTo>
                    <a:pt x="2990" y="7040"/>
                  </a:lnTo>
                  <a:cubicBezTo>
                    <a:pt x="3022" y="7072"/>
                    <a:pt x="3054" y="7104"/>
                    <a:pt x="3118" y="7104"/>
                  </a:cubicBezTo>
                  <a:cubicBezTo>
                    <a:pt x="3150" y="7104"/>
                    <a:pt x="3215" y="7072"/>
                    <a:pt x="3247" y="7040"/>
                  </a:cubicBezTo>
                  <a:lnTo>
                    <a:pt x="4115" y="5882"/>
                  </a:lnTo>
                  <a:lnTo>
                    <a:pt x="4918" y="6043"/>
                  </a:lnTo>
                  <a:cubicBezTo>
                    <a:pt x="4982" y="6043"/>
                    <a:pt x="5079" y="6011"/>
                    <a:pt x="5079" y="5947"/>
                  </a:cubicBezTo>
                  <a:lnTo>
                    <a:pt x="5400" y="5240"/>
                  </a:lnTo>
                  <a:lnTo>
                    <a:pt x="7008" y="5304"/>
                  </a:lnTo>
                  <a:lnTo>
                    <a:pt x="7104" y="5272"/>
                  </a:lnTo>
                  <a:lnTo>
                    <a:pt x="7168" y="5240"/>
                  </a:lnTo>
                  <a:lnTo>
                    <a:pt x="7168" y="5079"/>
                  </a:lnTo>
                  <a:lnTo>
                    <a:pt x="5207" y="96"/>
                  </a:lnTo>
                  <a:cubicBezTo>
                    <a:pt x="5175" y="64"/>
                    <a:pt x="5111" y="32"/>
                    <a:pt x="50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4017;p64"/>
            <p:cNvSpPr/>
            <p:nvPr/>
          </p:nvSpPr>
          <p:spPr>
            <a:xfrm>
              <a:off x="2393200" y="3540950"/>
              <a:ext cx="99675" cy="53875"/>
            </a:xfrm>
            <a:custGeom>
              <a:avLst/>
              <a:gdLst/>
              <a:ahLst/>
              <a:cxnLst/>
              <a:rect l="l" t="t" r="r" b="b"/>
              <a:pathLst>
                <a:path w="3987" h="2155" extrusionOk="0">
                  <a:moveTo>
                    <a:pt x="1576" y="1"/>
                  </a:moveTo>
                  <a:lnTo>
                    <a:pt x="1" y="2122"/>
                  </a:lnTo>
                  <a:lnTo>
                    <a:pt x="2701" y="2155"/>
                  </a:lnTo>
                  <a:lnTo>
                    <a:pt x="3987" y="162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4018;p64"/>
            <p:cNvSpPr/>
            <p:nvPr/>
          </p:nvSpPr>
          <p:spPr>
            <a:xfrm>
              <a:off x="2389200" y="3536950"/>
              <a:ext cx="106900" cy="61100"/>
            </a:xfrm>
            <a:custGeom>
              <a:avLst/>
              <a:gdLst/>
              <a:ahLst/>
              <a:cxnLst/>
              <a:rect l="l" t="t" r="r" b="b"/>
              <a:pathLst>
                <a:path w="4276" h="2444" extrusionOk="0">
                  <a:moveTo>
                    <a:pt x="1832" y="322"/>
                  </a:moveTo>
                  <a:lnTo>
                    <a:pt x="3858" y="450"/>
                  </a:lnTo>
                  <a:lnTo>
                    <a:pt x="2797" y="2154"/>
                  </a:lnTo>
                  <a:lnTo>
                    <a:pt x="450" y="2122"/>
                  </a:lnTo>
                  <a:lnTo>
                    <a:pt x="1832" y="322"/>
                  </a:lnTo>
                  <a:close/>
                  <a:moveTo>
                    <a:pt x="1768" y="0"/>
                  </a:moveTo>
                  <a:cubicBezTo>
                    <a:pt x="1704" y="0"/>
                    <a:pt x="1640" y="32"/>
                    <a:pt x="1607" y="64"/>
                  </a:cubicBezTo>
                  <a:lnTo>
                    <a:pt x="32" y="2186"/>
                  </a:lnTo>
                  <a:cubicBezTo>
                    <a:pt x="0" y="2250"/>
                    <a:pt x="0" y="2315"/>
                    <a:pt x="32" y="2347"/>
                  </a:cubicBezTo>
                  <a:cubicBezTo>
                    <a:pt x="65" y="2411"/>
                    <a:pt x="97" y="2443"/>
                    <a:pt x="161" y="2443"/>
                  </a:cubicBezTo>
                  <a:lnTo>
                    <a:pt x="2925" y="2443"/>
                  </a:lnTo>
                  <a:lnTo>
                    <a:pt x="2990" y="2379"/>
                  </a:lnTo>
                  <a:lnTo>
                    <a:pt x="4275" y="418"/>
                  </a:lnTo>
                  <a:lnTo>
                    <a:pt x="4275" y="257"/>
                  </a:lnTo>
                  <a:cubicBezTo>
                    <a:pt x="4243" y="225"/>
                    <a:pt x="4211" y="193"/>
                    <a:pt x="4147" y="161"/>
                  </a:cubicBezTo>
                  <a:lnTo>
                    <a:pt x="1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6" name="Google Shape;2326;p44"/>
          <p:cNvGrpSpPr/>
          <p:nvPr/>
        </p:nvGrpSpPr>
        <p:grpSpPr>
          <a:xfrm>
            <a:off x="6733847" y="2730432"/>
            <a:ext cx="1948420" cy="1948418"/>
            <a:chOff x="4522050" y="622650"/>
            <a:chExt cx="3898200" cy="3898200"/>
          </a:xfrm>
        </p:grpSpPr>
        <p:sp>
          <p:nvSpPr>
            <p:cNvPr id="2327" name="Google Shape;2327;p44"/>
            <p:cNvSpPr/>
            <p:nvPr/>
          </p:nvSpPr>
          <p:spPr>
            <a:xfrm>
              <a:off x="4522050" y="622650"/>
              <a:ext cx="3898200" cy="3898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4"/>
            <p:cNvSpPr/>
            <p:nvPr/>
          </p:nvSpPr>
          <p:spPr>
            <a:xfrm>
              <a:off x="4698900" y="799500"/>
              <a:ext cx="3544500" cy="35445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0" name="Google Shape;2330;p44"/>
          <p:cNvSpPr txBox="1">
            <a:spLocks noGrp="1"/>
          </p:cNvSpPr>
          <p:nvPr>
            <p:ph type="subTitle" idx="1"/>
          </p:nvPr>
        </p:nvSpPr>
        <p:spPr>
          <a:xfrm>
            <a:off x="1604221" y="657545"/>
            <a:ext cx="6216248" cy="47569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bg-BG" sz="1400" dirty="0">
                <a:latin typeface="+mn-lt"/>
              </a:rPr>
              <a:t>Защо клавишните комбинации </a:t>
            </a:r>
            <a:r>
              <a:rPr lang="en-US" sz="1400" dirty="0" err="1">
                <a:latin typeface="+mn-lt"/>
              </a:rPr>
              <a:t>ShortCut</a:t>
            </a:r>
            <a:r>
              <a:rPr lang="en-US" sz="1400" dirty="0">
                <a:latin typeface="+mn-lt"/>
              </a:rPr>
              <a:t> keys </a:t>
            </a:r>
            <a:r>
              <a:rPr lang="bg-BG" sz="1400" dirty="0">
                <a:latin typeface="+mn-lt"/>
              </a:rPr>
              <a:t>са по-бързи за изпълнение от графичния </a:t>
            </a:r>
            <a:r>
              <a:rPr lang="bg-BG" sz="1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потребителски интерфейс </a:t>
            </a:r>
            <a:r>
              <a:rPr lang="bg-BG" sz="1400" dirty="0">
                <a:latin typeface="+mn-lt"/>
              </a:rPr>
              <a:t>за селекция с мишката?</a:t>
            </a:r>
          </a:p>
          <a:p>
            <a:r>
              <a:rPr lang="en-US" sz="1400" dirty="0">
                <a:latin typeface="+mn-lt"/>
              </a:rPr>
              <a:t>Ctrl + A = All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C = Copy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V = Paste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X = Cut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Z = Undo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Y = Redo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N = New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O = Open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F = Find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R = </a:t>
            </a:r>
            <a:r>
              <a:rPr lang="en-US" sz="1400" dirty="0" smtClean="0">
                <a:latin typeface="+mn-lt"/>
              </a:rPr>
              <a:t>Refresh / F5</a:t>
            </a:r>
            <a:r>
              <a:rPr lang="en-US" sz="1400" dirty="0">
                <a:latin typeface="+mn-lt"/>
              </a:rPr>
              <a:t/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S = Safe (</a:t>
            </a:r>
            <a:r>
              <a:rPr lang="bg-BG" sz="1400" dirty="0">
                <a:latin typeface="+mn-lt"/>
              </a:rPr>
              <a:t>през 1 мин)</a:t>
            </a:r>
            <a:br>
              <a:rPr lang="bg-BG" sz="1400" dirty="0">
                <a:latin typeface="+mn-lt"/>
              </a:rPr>
            </a:br>
            <a:r>
              <a:rPr lang="en-US" sz="1400" dirty="0">
                <a:latin typeface="+mn-lt"/>
              </a:rPr>
              <a:t>Ctrl + P = Print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T = new Tab (+ Shift = all)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F1 = Help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Alt + F4 = Close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Windows + Tab = Windows Tasks</a:t>
            </a:r>
            <a:br>
              <a:rPr lang="en-US" sz="1400" dirty="0">
                <a:latin typeface="+mn-lt"/>
              </a:rPr>
            </a:br>
            <a:r>
              <a:rPr lang="bg-BG" sz="1400" dirty="0" smtClean="0">
                <a:latin typeface="+mn-lt"/>
              </a:rPr>
              <a:t>                 </a:t>
            </a:r>
            <a:r>
              <a:rPr lang="en-US" sz="1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Ctrl 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+ Alt + Del = Shut Down – </a:t>
            </a:r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Специално за 2 ръце.</a:t>
            </a:r>
            <a:endParaRPr lang="en-US" sz="1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+mn-lt"/>
              <a:sym typeface="Barlow Semi Condensed"/>
            </a:endParaRPr>
          </a:p>
        </p:txBody>
      </p:sp>
      <p:pic>
        <p:nvPicPr>
          <p:cNvPr id="2331" name="Google Shape;2331;p44"/>
          <p:cNvPicPr preferRelativeResize="0"/>
          <p:nvPr/>
        </p:nvPicPr>
        <p:blipFill rotWithShape="1">
          <a:blip r:embed="rId3">
            <a:alphaModFix/>
          </a:blip>
          <a:srcRect l="34985" r="2674"/>
          <a:stretch/>
        </p:blipFill>
        <p:spPr>
          <a:xfrm>
            <a:off x="6908950" y="2912729"/>
            <a:ext cx="1579332" cy="158355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" name="Текстово поле 8"/>
          <p:cNvSpPr txBox="1"/>
          <p:nvPr/>
        </p:nvSpPr>
        <p:spPr>
          <a:xfrm>
            <a:off x="3923774" y="1269158"/>
            <a:ext cx="31473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F1 = Help</a:t>
            </a:r>
            <a:endParaRPr lang="bg-BG" dirty="0" smtClean="0"/>
          </a:p>
          <a:p>
            <a:r>
              <a:rPr lang="en-US" dirty="0" smtClean="0"/>
              <a:t>F2 = Rename</a:t>
            </a:r>
            <a:br>
              <a:rPr lang="en-US" dirty="0" smtClean="0"/>
            </a:br>
            <a:r>
              <a:rPr lang="en-US" dirty="0" smtClean="0"/>
              <a:t>F5 = Slideshow presentation</a:t>
            </a:r>
            <a:br>
              <a:rPr lang="en-US" dirty="0" smtClean="0"/>
            </a:br>
            <a:r>
              <a:rPr lang="en-US" dirty="0" err="1" smtClean="0"/>
              <a:t>Fn</a:t>
            </a:r>
            <a:r>
              <a:rPr lang="en-US" dirty="0" smtClean="0"/>
              <a:t> + </a:t>
            </a:r>
            <a:r>
              <a:rPr lang="en-US" dirty="0" err="1" smtClean="0"/>
              <a:t>Prt</a:t>
            </a:r>
            <a:r>
              <a:rPr lang="en-US" dirty="0" smtClean="0"/>
              <a:t> </a:t>
            </a:r>
            <a:r>
              <a:rPr lang="en-US" dirty="0" err="1" smtClean="0"/>
              <a:t>sc</a:t>
            </a:r>
            <a:r>
              <a:rPr lang="en-US" dirty="0" smtClean="0"/>
              <a:t> = Print screen -&gt; Ctrl + V</a:t>
            </a:r>
            <a:endParaRPr lang="bg-BG" dirty="0"/>
          </a:p>
          <a:p>
            <a:endParaRPr lang="bg-BG" dirty="0" smtClean="0"/>
          </a:p>
          <a:p>
            <a:r>
              <a:rPr lang="en-US" dirty="0" smtClean="0"/>
              <a:t>Ctrl + + = Zoom in </a:t>
            </a:r>
          </a:p>
          <a:p>
            <a:r>
              <a:rPr lang="en-US" dirty="0" smtClean="0"/>
              <a:t>Ctrl + -  = Zoom out</a:t>
            </a:r>
          </a:p>
          <a:p>
            <a:r>
              <a:rPr lang="en-US" dirty="0" smtClean="0"/>
              <a:t>Ctrl + 0 = Zoom to 100% normal view</a:t>
            </a:r>
            <a:endParaRPr lang="bg-BG" dirty="0"/>
          </a:p>
        </p:txBody>
      </p:sp>
      <p:sp>
        <p:nvSpPr>
          <p:cNvPr id="3" name="Закръглен правоъгълник 2"/>
          <p:cNvSpPr/>
          <p:nvPr/>
        </p:nvSpPr>
        <p:spPr>
          <a:xfrm>
            <a:off x="5147345" y="3609803"/>
            <a:ext cx="1583750" cy="1894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Текстово поле 9"/>
          <p:cNvSpPr txBox="1"/>
          <p:nvPr/>
        </p:nvSpPr>
        <p:spPr>
          <a:xfrm>
            <a:off x="7227791" y="1432379"/>
            <a:ext cx="3147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Wn</a:t>
            </a:r>
            <a:r>
              <a:rPr lang="en-US" dirty="0" smtClean="0"/>
              <a:t> + E = Explorer</a:t>
            </a:r>
            <a:br>
              <a:rPr lang="en-US" dirty="0" smtClean="0"/>
            </a:br>
            <a:r>
              <a:rPr lang="en-US" dirty="0" err="1" smtClean="0"/>
              <a:t>Wn</a:t>
            </a:r>
            <a:r>
              <a:rPr lang="en-US" dirty="0" smtClean="0"/>
              <a:t> + D = Desktop</a:t>
            </a:r>
            <a:endParaRPr lang="bg-B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408" y="698643"/>
            <a:ext cx="5367159" cy="3729519"/>
          </a:xfrm>
          <a:prstGeom prst="rect">
            <a:avLst/>
          </a:prstGeom>
        </p:spPr>
      </p:pic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1092458" y="452064"/>
            <a:ext cx="6750121" cy="7705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1400" dirty="0">
                <a:latin typeface="+mn-lt"/>
              </a:rPr>
              <a:t>Специалното значение на клавишите 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F</a:t>
            </a:r>
            <a:r>
              <a:rPr lang="en-US" sz="1400" dirty="0">
                <a:latin typeface="+mn-lt"/>
              </a:rPr>
              <a:t> </a:t>
            </a:r>
            <a:r>
              <a:rPr lang="bg-BG" sz="1400" dirty="0">
                <a:latin typeface="+mn-lt"/>
              </a:rPr>
              <a:t>и </a:t>
            </a:r>
            <a:r>
              <a:rPr lang="en-US" sz="1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J</a:t>
            </a:r>
            <a:r>
              <a:rPr lang="bg-BG" sz="1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bg-BG" sz="1400" dirty="0" smtClean="0">
                <a:solidFill>
                  <a:schemeClr val="tx1"/>
                </a:solidFill>
                <a:latin typeface="+mn-lt"/>
              </a:rPr>
              <a:t>при позициониране на двете ръце за писане по 10-пръстната система</a:t>
            </a:r>
            <a:r>
              <a:rPr lang="en-US" sz="1400" dirty="0" smtClean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Fn</a:t>
            </a:r>
            <a:r>
              <a:rPr lang="en-US" sz="1400" dirty="0">
                <a:latin typeface="+mn-lt"/>
              </a:rPr>
              <a:t>, Insert/</a:t>
            </a:r>
            <a:r>
              <a:rPr lang="en-US" sz="1400" dirty="0" err="1">
                <a:latin typeface="+mn-lt"/>
              </a:rPr>
              <a:t>Num</a:t>
            </a:r>
            <a:r>
              <a:rPr lang="en-US" sz="1400" dirty="0">
                <a:latin typeface="+mn-lt"/>
              </a:rPr>
              <a:t> Lock, </a:t>
            </a:r>
            <a:r>
              <a:rPr lang="en-US" sz="1400" dirty="0" smtClean="0">
                <a:latin typeface="+mn-lt"/>
              </a:rPr>
              <a:t>Shift</a:t>
            </a:r>
            <a:r>
              <a:rPr lang="bg-BG" sz="1400" dirty="0">
                <a:latin typeface="+mn-lt"/>
              </a:rPr>
              <a:t>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bg-BG" sz="1400" dirty="0">
              <a:latin typeface="+mn-lt"/>
            </a:endParaRPr>
          </a:p>
        </p:txBody>
      </p:sp>
      <p:pic>
        <p:nvPicPr>
          <p:cNvPr id="8" name="Картина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268" y="1107521"/>
            <a:ext cx="7048500" cy="3914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Текстово поле 17"/>
          <p:cNvSpPr txBox="1"/>
          <p:nvPr/>
        </p:nvSpPr>
        <p:spPr>
          <a:xfrm>
            <a:off x="277401" y="288705"/>
            <a:ext cx="2619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Primary colors</a:t>
            </a:r>
            <a:endParaRPr lang="bg-BG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024" y="908085"/>
            <a:ext cx="5784352" cy="3395008"/>
          </a:xfrm>
          <a:prstGeom prst="rect">
            <a:avLst/>
          </a:prstGeom>
        </p:spPr>
      </p:pic>
      <p:sp>
        <p:nvSpPr>
          <p:cNvPr id="2" name="Текстово поле 1"/>
          <p:cNvSpPr txBox="1"/>
          <p:nvPr/>
        </p:nvSpPr>
        <p:spPr>
          <a:xfrm>
            <a:off x="719190" y="908085"/>
            <a:ext cx="14178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i="1" dirty="0"/>
              <a:t>A drop of ink may make a million think</a:t>
            </a:r>
            <a:r>
              <a:rPr lang="en-US" dirty="0"/>
              <a:t>.” </a:t>
            </a:r>
            <a:r>
              <a:rPr lang="en-US" dirty="0" smtClean="0"/>
              <a:t>– Lord G. Byron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0474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408" y="698643"/>
            <a:ext cx="5367159" cy="3729519"/>
          </a:xfrm>
          <a:prstGeom prst="rect">
            <a:avLst/>
          </a:prstGeom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199" y="2136875"/>
            <a:ext cx="2210894" cy="1810314"/>
          </a:xfrm>
          <a:prstGeom prst="rect">
            <a:avLst/>
          </a:prstGeom>
        </p:spPr>
      </p:pic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1049570" y="303087"/>
            <a:ext cx="6750121" cy="45206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Plug </a:t>
            </a:r>
            <a:r>
              <a:rPr lang="en-US" sz="1400" dirty="0">
                <a:latin typeface="+mn-lt"/>
              </a:rPr>
              <a:t>&amp; Play – </a:t>
            </a:r>
            <a:r>
              <a:rPr lang="bg-BG" sz="1400" dirty="0">
                <a:latin typeface="+mn-lt"/>
              </a:rPr>
              <a:t>не са необходими допълнителни </a:t>
            </a:r>
            <a:r>
              <a:rPr lang="bg-BG" sz="1400" dirty="0" err="1">
                <a:latin typeface="+mn-lt"/>
              </a:rPr>
              <a:t>драйвъри</a:t>
            </a:r>
            <a:r>
              <a:rPr lang="bg-BG" sz="1400" dirty="0">
                <a:latin typeface="+mn-lt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IDE = Integrated Development Environment – </a:t>
            </a:r>
            <a:r>
              <a:rPr lang="bg-BG" sz="1400" dirty="0">
                <a:latin typeface="+mn-lt"/>
              </a:rPr>
              <a:t>СРЕДА за разработка / програма като </a:t>
            </a:r>
            <a:r>
              <a:rPr lang="en-US" sz="1400" dirty="0">
                <a:latin typeface="+mn-lt"/>
              </a:rPr>
              <a:t>VS = Visual Studio, </a:t>
            </a:r>
            <a:r>
              <a:rPr lang="bg-BG" sz="1400" dirty="0">
                <a:latin typeface="+mn-lt"/>
              </a:rPr>
              <a:t>която може да включва много езици.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1400" dirty="0">
                <a:latin typeface="+mn-lt"/>
              </a:rPr>
              <a:t>Програма = последователност от текстови команди.</a:t>
            </a: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1400" dirty="0">
                <a:latin typeface="+mn-lt"/>
              </a:rPr>
              <a:t>Кодови команди (</a:t>
            </a:r>
            <a:r>
              <a:rPr lang="en-US" sz="1400" dirty="0">
                <a:latin typeface="+mn-lt"/>
              </a:rPr>
              <a:t>CMD = </a:t>
            </a:r>
            <a:r>
              <a:rPr lang="en-US" sz="1400" dirty="0" err="1">
                <a:latin typeface="+mn-lt"/>
              </a:rPr>
              <a:t>CoMmanD</a:t>
            </a:r>
            <a:r>
              <a:rPr lang="en-US" sz="1400" dirty="0">
                <a:latin typeface="+mn-lt"/>
              </a:rPr>
              <a:t> Prompt, </a:t>
            </a:r>
            <a:r>
              <a:rPr lang="bg-BG" sz="1400" dirty="0">
                <a:latin typeface="+mn-lt"/>
              </a:rPr>
              <a:t>конзола</a:t>
            </a:r>
            <a:r>
              <a:rPr lang="en-US" sz="1400" dirty="0">
                <a:latin typeface="+mn-lt"/>
              </a:rPr>
              <a:t> / CLI = Command Line Interface</a:t>
            </a:r>
            <a:r>
              <a:rPr lang="bg-BG" sz="1400" dirty="0">
                <a:latin typeface="+mn-lt"/>
              </a:rPr>
              <a:t>) и графичен интерфейс (</a:t>
            </a:r>
            <a:r>
              <a:rPr lang="en-US" sz="1400" dirty="0">
                <a:latin typeface="+mn-lt"/>
              </a:rPr>
              <a:t>Form).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1400" dirty="0">
                <a:latin typeface="+mn-lt"/>
              </a:rPr>
              <a:t>Какво е регистър = </a:t>
            </a:r>
            <a:r>
              <a:rPr lang="en-US" sz="1400" dirty="0" err="1">
                <a:latin typeface="+mn-lt"/>
              </a:rPr>
              <a:t>regedit</a:t>
            </a:r>
            <a:r>
              <a:rPr lang="en-US" sz="1400" dirty="0">
                <a:latin typeface="+mn-lt"/>
              </a:rPr>
              <a:t>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1400" dirty="0">
                <a:latin typeface="+mn-lt"/>
              </a:rPr>
              <a:t>Разширения </a:t>
            </a:r>
            <a:r>
              <a:rPr lang="en-US" sz="1400" dirty="0">
                <a:latin typeface="+mn-lt"/>
              </a:rPr>
              <a:t>.txt (text), </a:t>
            </a:r>
            <a:r>
              <a:rPr lang="bg-BG" sz="1400" dirty="0">
                <a:latin typeface="+mn-lt"/>
              </a:rPr>
              <a:t>.</a:t>
            </a:r>
            <a:r>
              <a:rPr lang="en-US" sz="1400" dirty="0">
                <a:latin typeface="+mn-lt"/>
              </a:rPr>
              <a:t>exe (executable)</a:t>
            </a:r>
            <a:r>
              <a:rPr lang="bg-BG" sz="1400" dirty="0">
                <a:latin typeface="+mn-lt"/>
              </a:rPr>
              <a:t>, .</a:t>
            </a:r>
            <a:r>
              <a:rPr lang="en-US" sz="1400" dirty="0" err="1">
                <a:latin typeface="+mn-lt"/>
              </a:rPr>
              <a:t>cs</a:t>
            </a:r>
            <a:r>
              <a:rPr lang="bg-BG" sz="1400" dirty="0">
                <a:latin typeface="+mn-lt"/>
              </a:rPr>
              <a:t> (</a:t>
            </a:r>
            <a:r>
              <a:rPr lang="en-US" sz="1400" dirty="0">
                <a:latin typeface="+mn-lt"/>
              </a:rPr>
              <a:t>C Sharp), .</a:t>
            </a:r>
            <a:r>
              <a:rPr lang="en-US" sz="1400" dirty="0" err="1">
                <a:latin typeface="+mn-lt"/>
              </a:rPr>
              <a:t>cshtml</a:t>
            </a:r>
            <a:r>
              <a:rPr lang="en-US" sz="1400" dirty="0">
                <a:latin typeface="+mn-lt"/>
              </a:rPr>
              <a:t> (</a:t>
            </a:r>
            <a:r>
              <a:rPr lang="en-US" sz="1400" dirty="0" err="1">
                <a:latin typeface="+mn-lt"/>
              </a:rPr>
              <a:t>cs</a:t>
            </a:r>
            <a:r>
              <a:rPr lang="en-US" sz="1400" dirty="0">
                <a:latin typeface="+mn-lt"/>
              </a:rPr>
              <a:t> + html), .doc (document), </a:t>
            </a:r>
            <a:r>
              <a:rPr lang="en-US" sz="1400" dirty="0" err="1">
                <a:latin typeface="+mn-lt"/>
              </a:rPr>
              <a:t>docX</a:t>
            </a:r>
            <a:r>
              <a:rPr lang="en-US" sz="1400" dirty="0">
                <a:latin typeface="+mn-lt"/>
              </a:rPr>
              <a:t> (+ Xml), .</a:t>
            </a:r>
            <a:r>
              <a:rPr lang="en-US" sz="1400" dirty="0" err="1">
                <a:latin typeface="+mn-lt"/>
              </a:rPr>
              <a:t>xls</a:t>
            </a:r>
            <a:r>
              <a:rPr lang="en-US" sz="1400" dirty="0">
                <a:latin typeface="+mn-lt"/>
              </a:rPr>
              <a:t> (excel), .</a:t>
            </a:r>
            <a:r>
              <a:rPr lang="en-US" sz="1400" dirty="0" err="1">
                <a:latin typeface="+mn-lt"/>
              </a:rPr>
              <a:t>reg</a:t>
            </a:r>
            <a:r>
              <a:rPr lang="en-US" sz="1400" dirty="0">
                <a:latin typeface="+mn-lt"/>
              </a:rPr>
              <a:t> (registry) .bat, .</a:t>
            </a:r>
            <a:r>
              <a:rPr lang="en-US" sz="1400" dirty="0" err="1">
                <a:latin typeface="+mn-lt"/>
              </a:rPr>
              <a:t>dll</a:t>
            </a:r>
            <a:r>
              <a:rPr lang="en-US" sz="1400" dirty="0" smtClean="0">
                <a:latin typeface="+mn-lt"/>
              </a:rPr>
              <a:t>…</a:t>
            </a: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SQL = Standard Query Language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HTML = </a:t>
            </a:r>
            <a:r>
              <a:rPr lang="en-US" sz="1400" dirty="0" err="1">
                <a:latin typeface="+mn-lt"/>
              </a:rPr>
              <a:t>HyperText</a:t>
            </a:r>
            <a:r>
              <a:rPr lang="en-US" sz="1400" dirty="0">
                <a:latin typeface="+mn-lt"/>
              </a:rPr>
              <a:t> Markup Language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URL </a:t>
            </a:r>
            <a:r>
              <a:rPr lang="bg-BG" sz="1400" dirty="0">
                <a:latin typeface="+mn-lt"/>
              </a:rPr>
              <a:t>адрес? Сървър? </a:t>
            </a:r>
            <a:r>
              <a:rPr lang="en-US" sz="1400" dirty="0">
                <a:latin typeface="+mn-lt"/>
              </a:rPr>
              <a:t>Apache? </a:t>
            </a:r>
            <a:endParaRPr lang="en-US" sz="1400" dirty="0" smtClean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1400" dirty="0" smtClean="0">
                <a:latin typeface="+mn-lt"/>
              </a:rPr>
              <a:t>Защо </a:t>
            </a:r>
            <a:r>
              <a:rPr lang="bg-BG" sz="1400" dirty="0">
                <a:latin typeface="+mn-lt"/>
              </a:rPr>
              <a:t>са предпочитани </a:t>
            </a:r>
            <a:r>
              <a:rPr lang="en-US" sz="1400" dirty="0">
                <a:latin typeface="+mn-lt"/>
              </a:rPr>
              <a:t>Linux-</a:t>
            </a:r>
            <a:r>
              <a:rPr lang="bg-BG" sz="1400" dirty="0">
                <a:latin typeface="+mn-lt"/>
              </a:rPr>
              <a:t>базирани?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Ubuntu = </a:t>
            </a:r>
            <a:r>
              <a:rPr lang="bg-BG" sz="1400" dirty="0">
                <a:latin typeface="+mn-lt"/>
              </a:rPr>
              <a:t>хуманност (Африка)</a:t>
            </a:r>
            <a:r>
              <a:rPr lang="en-US" sz="1400" dirty="0">
                <a:latin typeface="+mn-lt"/>
              </a:rPr>
              <a:t>, Kali</a:t>
            </a:r>
            <a:r>
              <a:rPr lang="bg-BG" sz="1400" dirty="0">
                <a:latin typeface="+mn-lt"/>
              </a:rPr>
              <a:t> - сигурност</a:t>
            </a:r>
            <a:r>
              <a:rPr lang="en-US" sz="1400" dirty="0" smtClean="0">
                <a:latin typeface="+mn-lt"/>
              </a:rPr>
              <a:t>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www = </a:t>
            </a:r>
            <a:r>
              <a:rPr lang="en-US" sz="1400" smtClean="0">
                <a:latin typeface="+mn-lt"/>
              </a:rPr>
              <a:t>World Wide Web</a:t>
            </a:r>
            <a:endParaRPr lang="en-US" sz="1400" dirty="0" smtClean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http = </a:t>
            </a:r>
            <a:r>
              <a:rPr lang="en-US" sz="1400" dirty="0" err="1">
                <a:latin typeface="+mn-lt"/>
              </a:rPr>
              <a:t>HyperText</a:t>
            </a:r>
            <a:r>
              <a:rPr lang="en-US" sz="1400" dirty="0">
                <a:latin typeface="+mn-lt"/>
              </a:rPr>
              <a:t> Transfer Protocol</a:t>
            </a:r>
            <a:br>
              <a:rPr lang="en-US" sz="1400" dirty="0">
                <a:latin typeface="+mn-lt"/>
              </a:rPr>
            </a:br>
            <a:r>
              <a:rPr lang="en-US" sz="1400" dirty="0" err="1">
                <a:latin typeface="+mn-lt"/>
              </a:rPr>
              <a:t>httls</a:t>
            </a:r>
            <a:r>
              <a:rPr lang="en-US" sz="1400" dirty="0">
                <a:latin typeface="+mn-lt"/>
              </a:rPr>
              <a:t> = http + S (secured) – </a:t>
            </a:r>
            <a:r>
              <a:rPr lang="bg-BG" sz="1400" dirty="0">
                <a:latin typeface="+mn-lt"/>
              </a:rPr>
              <a:t>криптиране/шифриране на данни</a:t>
            </a:r>
            <a:r>
              <a:rPr lang="bg-BG" sz="1400" dirty="0" smtClean="0">
                <a:latin typeface="+mn-lt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1400" dirty="0" smtClean="0">
                <a:latin typeface="+mn-lt"/>
              </a:rPr>
              <a:t>Значения на .</a:t>
            </a:r>
            <a:r>
              <a:rPr lang="en-US" sz="1400" dirty="0" smtClean="0">
                <a:latin typeface="+mn-lt"/>
              </a:rPr>
              <a:t>com, </a:t>
            </a:r>
            <a:r>
              <a:rPr lang="en-US" sz="1400" dirty="0" err="1" smtClean="0">
                <a:latin typeface="+mn-lt"/>
              </a:rPr>
              <a:t>.net</a:t>
            </a:r>
            <a:r>
              <a:rPr lang="en-US" sz="1400" dirty="0" smtClean="0">
                <a:latin typeface="+mn-lt"/>
              </a:rPr>
              <a:t>, .org (organization), .</a:t>
            </a:r>
            <a:r>
              <a:rPr lang="en-US" sz="1400" dirty="0" err="1" smtClean="0">
                <a:latin typeface="+mn-lt"/>
              </a:rPr>
              <a:t>gov</a:t>
            </a:r>
            <a:r>
              <a:rPr lang="en-US" sz="1400" dirty="0" smtClean="0">
                <a:latin typeface="+mn-lt"/>
              </a:rPr>
              <a:t> (government), .</a:t>
            </a:r>
            <a:r>
              <a:rPr lang="en-US" sz="1400" dirty="0" err="1" smtClean="0">
                <a:latin typeface="+mn-lt"/>
              </a:rPr>
              <a:t>bg</a:t>
            </a:r>
            <a:r>
              <a:rPr lang="en-US" sz="1400" dirty="0" smtClean="0">
                <a:latin typeface="+mn-lt"/>
              </a:rPr>
              <a:t>, .</a:t>
            </a:r>
            <a:r>
              <a:rPr lang="en-US" sz="1400" dirty="0" err="1" smtClean="0">
                <a:latin typeface="+mn-lt"/>
              </a:rPr>
              <a:t>eu</a:t>
            </a:r>
            <a:r>
              <a:rPr lang="en-US" sz="1400" dirty="0" smtClean="0">
                <a:latin typeface="+mn-lt"/>
              </a:rPr>
              <a:t>… </a:t>
            </a:r>
            <a:endParaRPr lang="bg-BG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1400" dirty="0" smtClean="0">
                <a:latin typeface="+mn-lt"/>
              </a:rPr>
              <a:t>Защо </a:t>
            </a:r>
            <a:r>
              <a:rPr lang="bg-BG" sz="1400" dirty="0">
                <a:latin typeface="+mn-lt"/>
              </a:rPr>
              <a:t>над 90% от сървърите са на </a:t>
            </a:r>
            <a:r>
              <a:rPr lang="en-US" sz="1400" dirty="0">
                <a:latin typeface="+mn-lt"/>
              </a:rPr>
              <a:t>Linux? Open source + Freeware, </a:t>
            </a:r>
            <a:r>
              <a:rPr lang="bg-BG" sz="1400" dirty="0">
                <a:latin typeface="+mn-lt"/>
              </a:rPr>
              <a:t>лекота и гъвкавост без излишни </a:t>
            </a:r>
            <a:r>
              <a:rPr lang="en-US" sz="1400" dirty="0">
                <a:latin typeface="+mn-lt"/>
              </a:rPr>
              <a:t>GUI (Graphic User Interface), </a:t>
            </a:r>
            <a:r>
              <a:rPr lang="bg-BG" sz="1400" dirty="0">
                <a:latin typeface="+mn-lt"/>
              </a:rPr>
              <a:t>които утежняват и забавят.</a:t>
            </a:r>
            <a:r>
              <a:rPr lang="en-US" sz="1400" dirty="0">
                <a:latin typeface="+mn-lt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bg-BG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354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Картина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260" y="1735887"/>
            <a:ext cx="6977055" cy="2586189"/>
          </a:xfrm>
          <a:prstGeom prst="rect">
            <a:avLst/>
          </a:prstGeom>
        </p:spPr>
      </p:pic>
      <p:sp>
        <p:nvSpPr>
          <p:cNvPr id="17" name="Текстово поле 16"/>
          <p:cNvSpPr txBox="1"/>
          <p:nvPr/>
        </p:nvSpPr>
        <p:spPr>
          <a:xfrm>
            <a:off x="2702104" y="350350"/>
            <a:ext cx="64418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smtClean="0"/>
              <a:t>Проследяване на източника на линк?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smtClean="0"/>
              <a:t>Структура </a:t>
            </a:r>
            <a:r>
              <a:rPr lang="bg-BG" dirty="0"/>
              <a:t>в таблици?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DB = Data Bases, </a:t>
            </a:r>
            <a:r>
              <a:rPr lang="bg-BG" dirty="0"/>
              <a:t>Бази от данни БД.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HDD </a:t>
            </a:r>
            <a:r>
              <a:rPr lang="en-US" dirty="0"/>
              <a:t>= Hard Disk Drive,  </a:t>
            </a:r>
            <a:br>
              <a:rPr lang="en-US" dirty="0"/>
            </a:br>
            <a:r>
              <a:rPr lang="en-US" dirty="0"/>
              <a:t>SSD = Solid-State </a:t>
            </a:r>
            <a:r>
              <a:rPr lang="en-US" dirty="0" smtClean="0"/>
              <a:t>Drive,</a:t>
            </a:r>
            <a:endParaRPr lang="bg-BG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Cloud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/>
              <a:t>Криптиране?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/>
              <a:t>Съставяне на пароли? </a:t>
            </a:r>
            <a:r>
              <a:rPr lang="en-US" dirty="0" smtClean="0"/>
              <a:t>A </a:t>
            </a:r>
            <a:r>
              <a:rPr lang="en-US" dirty="0"/>
              <a:t>= @, e = 3, </a:t>
            </a:r>
            <a:r>
              <a:rPr lang="en-US" dirty="0" err="1"/>
              <a:t>i</a:t>
            </a:r>
            <a:r>
              <a:rPr lang="en-US" dirty="0"/>
              <a:t> = !, s = $, t = 7, o = 0, </a:t>
            </a:r>
            <a:r>
              <a:rPr lang="bg-BG" dirty="0"/>
              <a:t>ч = 4, ш = 6…</a:t>
            </a:r>
            <a:endParaRPr lang="en-US" dirty="0"/>
          </a:p>
        </p:txBody>
      </p:sp>
      <p:sp>
        <p:nvSpPr>
          <p:cNvPr id="18" name="Текстово поле 17"/>
          <p:cNvSpPr txBox="1"/>
          <p:nvPr/>
        </p:nvSpPr>
        <p:spPr>
          <a:xfrm>
            <a:off x="236305" y="350350"/>
            <a:ext cx="26199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 smtClean="0">
                <a:solidFill>
                  <a:schemeClr val="accent1">
                    <a:lumMod val="75000"/>
                  </a:schemeClr>
                </a:solidFill>
              </a:rPr>
              <a:t>Съхраняване на данни</a:t>
            </a:r>
            <a:endParaRPr lang="bg-BG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55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-404727" y="245646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+mn-lt"/>
              </a:rPr>
              <a:t>ASCII</a:t>
            </a:r>
            <a:endParaRPr dirty="0">
              <a:latin typeface="+mn-lt"/>
            </a:endParaRPr>
          </a:p>
        </p:txBody>
      </p:sp>
      <p:pic>
        <p:nvPicPr>
          <p:cNvPr id="22" name="Картина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938" y="384326"/>
            <a:ext cx="5004097" cy="4328668"/>
          </a:xfrm>
          <a:prstGeom prst="rect">
            <a:avLst/>
          </a:prstGeom>
        </p:spPr>
      </p:pic>
      <p:sp>
        <p:nvSpPr>
          <p:cNvPr id="3" name="Текстово поле 2"/>
          <p:cNvSpPr txBox="1"/>
          <p:nvPr/>
        </p:nvSpPr>
        <p:spPr>
          <a:xfrm>
            <a:off x="861169" y="975654"/>
            <a:ext cx="2277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48 – 57 </a:t>
            </a:r>
            <a:r>
              <a:rPr lang="bg-BG" dirty="0"/>
              <a:t>са цифрите 0 – 9</a:t>
            </a:r>
          </a:p>
          <a:p>
            <a:r>
              <a:rPr lang="bg-BG" dirty="0"/>
              <a:t>65 – 90 главни </a:t>
            </a:r>
            <a:r>
              <a:rPr lang="en-US" dirty="0"/>
              <a:t>A – Z</a:t>
            </a:r>
          </a:p>
          <a:p>
            <a:r>
              <a:rPr lang="en-US" dirty="0"/>
              <a:t>97 – 122 </a:t>
            </a:r>
            <a:r>
              <a:rPr lang="bg-BG" dirty="0"/>
              <a:t>малки </a:t>
            </a:r>
            <a:r>
              <a:rPr lang="en-US" dirty="0"/>
              <a:t>a – </a:t>
            </a:r>
            <a:r>
              <a:rPr lang="en-US" dirty="0" smtClean="0"/>
              <a:t>z</a:t>
            </a:r>
          </a:p>
          <a:p>
            <a:endParaRPr lang="en-US" dirty="0"/>
          </a:p>
          <a:p>
            <a:r>
              <a:rPr lang="en-US" dirty="0" smtClean="0"/>
              <a:t>Unicode </a:t>
            </a:r>
            <a:r>
              <a:rPr lang="bg-BG" dirty="0" smtClean="0"/>
              <a:t>е по-нова и разширена, за да включва кирилица и други езици.</a:t>
            </a:r>
            <a:endParaRPr lang="en-US" dirty="0"/>
          </a:p>
        </p:txBody>
      </p:sp>
      <p:grpSp>
        <p:nvGrpSpPr>
          <p:cNvPr id="24" name="Google Shape;2162;p39"/>
          <p:cNvGrpSpPr/>
          <p:nvPr/>
        </p:nvGrpSpPr>
        <p:grpSpPr>
          <a:xfrm>
            <a:off x="1047134" y="3053318"/>
            <a:ext cx="1679127" cy="1679127"/>
            <a:chOff x="3614228" y="234880"/>
            <a:chExt cx="1915500" cy="1915500"/>
          </a:xfrm>
        </p:grpSpPr>
        <p:sp>
          <p:nvSpPr>
            <p:cNvPr id="25" name="Google Shape;2163;p39"/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164;p39"/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166;p39"/>
          <p:cNvGrpSpPr/>
          <p:nvPr/>
        </p:nvGrpSpPr>
        <p:grpSpPr>
          <a:xfrm>
            <a:off x="1498772" y="3497611"/>
            <a:ext cx="823188" cy="822052"/>
            <a:chOff x="1190625" y="238125"/>
            <a:chExt cx="5238750" cy="5231525"/>
          </a:xfrm>
        </p:grpSpPr>
        <p:sp>
          <p:nvSpPr>
            <p:cNvPr id="29" name="Google Shape;2167;p39"/>
            <p:cNvSpPr/>
            <p:nvPr/>
          </p:nvSpPr>
          <p:spPr>
            <a:xfrm>
              <a:off x="1190625" y="259325"/>
              <a:ext cx="5238750" cy="5210325"/>
            </a:xfrm>
            <a:custGeom>
              <a:avLst/>
              <a:gdLst/>
              <a:ahLst/>
              <a:cxnLst/>
              <a:rect l="l" t="t" r="r" b="b"/>
              <a:pathLst>
                <a:path w="209550" h="208413" extrusionOk="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0" name="Google Shape;2168;p39"/>
            <p:cNvSpPr/>
            <p:nvPr/>
          </p:nvSpPr>
          <p:spPr>
            <a:xfrm>
              <a:off x="4202861" y="1284806"/>
              <a:ext cx="1389300" cy="1389300"/>
            </a:xfrm>
            <a:custGeom>
              <a:avLst/>
              <a:gdLst/>
              <a:ahLst/>
              <a:cxnLst/>
              <a:rect l="l" t="t" r="r" b="b"/>
              <a:pathLst>
                <a:path w="55572" h="55572" extrusionOk="0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1" name="Google Shape;2169;p39"/>
            <p:cNvSpPr/>
            <p:nvPr/>
          </p:nvSpPr>
          <p:spPr>
            <a:xfrm>
              <a:off x="3730400" y="4080350"/>
              <a:ext cx="173675" cy="260500"/>
            </a:xfrm>
            <a:custGeom>
              <a:avLst/>
              <a:gdLst/>
              <a:ahLst/>
              <a:cxnLst/>
              <a:rect l="l" t="t" r="r" b="b"/>
              <a:pathLst>
                <a:path w="6947" h="10420" extrusionOk="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2" name="Google Shape;2170;p39"/>
            <p:cNvSpPr/>
            <p:nvPr/>
          </p:nvSpPr>
          <p:spPr>
            <a:xfrm>
              <a:off x="2430350" y="1227000"/>
              <a:ext cx="1473725" cy="2679700"/>
            </a:xfrm>
            <a:custGeom>
              <a:avLst/>
              <a:gdLst/>
              <a:ahLst/>
              <a:cxnLst/>
              <a:rect l="l" t="t" r="r" b="b"/>
              <a:pathLst>
                <a:path w="58949" h="107188" extrusionOk="0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" name="Google Shape;2171;p39"/>
            <p:cNvSpPr/>
            <p:nvPr/>
          </p:nvSpPr>
          <p:spPr>
            <a:xfrm>
              <a:off x="5467000" y="3472525"/>
              <a:ext cx="607825" cy="173700"/>
            </a:xfrm>
            <a:custGeom>
              <a:avLst/>
              <a:gdLst/>
              <a:ahLst/>
              <a:cxnLst/>
              <a:rect l="l" t="t" r="r" b="b"/>
              <a:pathLst>
                <a:path w="24313" h="6948" extrusionOk="0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" name="Google Shape;2172;p39"/>
            <p:cNvSpPr/>
            <p:nvPr/>
          </p:nvSpPr>
          <p:spPr>
            <a:xfrm>
              <a:off x="5324700" y="3925975"/>
              <a:ext cx="631950" cy="566850"/>
            </a:xfrm>
            <a:custGeom>
              <a:avLst/>
              <a:gdLst/>
              <a:ahLst/>
              <a:cxnLst/>
              <a:rect l="l" t="t" r="r" b="b"/>
              <a:pathLst>
                <a:path w="25278" h="22674" extrusionOk="0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" name="Google Shape;2173;p39"/>
            <p:cNvSpPr/>
            <p:nvPr/>
          </p:nvSpPr>
          <p:spPr>
            <a:xfrm>
              <a:off x="4946025" y="4167175"/>
              <a:ext cx="173675" cy="607825"/>
            </a:xfrm>
            <a:custGeom>
              <a:avLst/>
              <a:gdLst/>
              <a:ahLst/>
              <a:cxnLst/>
              <a:rect l="l" t="t" r="r" b="b"/>
              <a:pathLst>
                <a:path w="6947" h="24313" extrusionOk="0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" name="Google Shape;2174;p39"/>
            <p:cNvSpPr/>
            <p:nvPr/>
          </p:nvSpPr>
          <p:spPr>
            <a:xfrm>
              <a:off x="1279850" y="1564675"/>
              <a:ext cx="735675" cy="342525"/>
            </a:xfrm>
            <a:custGeom>
              <a:avLst/>
              <a:gdLst/>
              <a:ahLst/>
              <a:cxnLst/>
              <a:rect l="l" t="t" r="r" b="b"/>
              <a:pathLst>
                <a:path w="29427" h="13701" extrusionOk="0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7" name="Google Shape;2175;p39"/>
            <p:cNvSpPr/>
            <p:nvPr/>
          </p:nvSpPr>
          <p:spPr>
            <a:xfrm>
              <a:off x="1424575" y="710850"/>
              <a:ext cx="706725" cy="574075"/>
            </a:xfrm>
            <a:custGeom>
              <a:avLst/>
              <a:gdLst/>
              <a:ahLst/>
              <a:cxnLst/>
              <a:rect l="l" t="t" r="r" b="b"/>
              <a:pathLst>
                <a:path w="28269" h="22963" extrusionOk="0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2176;p39"/>
            <p:cNvSpPr/>
            <p:nvPr/>
          </p:nvSpPr>
          <p:spPr>
            <a:xfrm>
              <a:off x="2167450" y="238125"/>
              <a:ext cx="344925" cy="738075"/>
            </a:xfrm>
            <a:custGeom>
              <a:avLst/>
              <a:gdLst/>
              <a:ahLst/>
              <a:cxnLst/>
              <a:rect l="l" t="t" r="r" b="b"/>
              <a:pathLst>
                <a:path w="13797" h="29523" extrusionOk="0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/>
          <p:cNvGrpSpPr/>
          <p:nvPr/>
        </p:nvGrpSpPr>
        <p:grpSpPr>
          <a:xfrm>
            <a:off x="3994598" y="1510458"/>
            <a:ext cx="4430405" cy="3106404"/>
            <a:chOff x="862950" y="825025"/>
            <a:chExt cx="5862650" cy="4111175"/>
          </a:xfrm>
        </p:grpSpPr>
        <p:sp>
          <p:nvSpPr>
            <p:cNvPr id="1897" name="Google Shape;1897;p37"/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7"/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7"/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7"/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7"/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7"/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7"/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7"/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7"/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7"/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7"/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7"/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7"/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7"/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7"/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7"/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7"/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7"/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7"/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7"/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7"/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7"/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7"/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7"/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7"/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7"/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7"/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7"/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7"/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7"/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7"/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7"/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7"/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7"/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7"/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7"/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7"/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7"/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7"/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7"/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7"/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7"/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7"/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7"/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7"/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7"/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7"/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7"/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7"/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7"/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7"/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7"/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7"/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7"/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7"/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7"/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7"/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7"/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7"/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7"/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7"/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7"/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7"/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7"/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7"/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7"/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7"/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7"/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7"/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7"/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7"/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7"/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7"/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7"/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7"/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7"/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7"/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7"/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7"/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7"/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7"/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7"/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7"/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7"/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7"/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7"/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7"/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7"/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7"/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7"/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7"/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7"/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7"/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7"/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7"/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7"/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7"/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7"/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7"/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7"/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7"/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7"/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7"/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7"/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7"/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7"/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7"/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7"/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7"/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7"/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7"/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7"/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7"/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7"/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1030970" y="1822817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Благодаря! </a:t>
            </a:r>
            <a:br>
              <a:rPr lang="bg-BG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</a:br>
            <a:r>
              <a:rPr lang="bg-BG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/>
            </a:r>
            <a:br>
              <a:rPr lang="bg-BG" dirty="0">
                <a:solidFill>
                  <a:schemeClr val="accent1">
                    <a:lumMod val="75000"/>
                  </a:schemeClr>
                </a:solidFill>
                <a:latin typeface="+mj-lt"/>
              </a:rPr>
            </a:br>
            <a:r>
              <a:rPr lang="bg-BG" dirty="0" smtClean="0">
                <a:solidFill>
                  <a:schemeClr val="accent1">
                    <a:lumMod val="75000"/>
                  </a:schemeClr>
                </a:solidFill>
                <a:latin typeface="+mj-lt"/>
                <a:sym typeface="Wingdings" panose="05000000000000000000" pitchFamily="2" charset="2"/>
              </a:rPr>
              <a:t></a:t>
            </a:r>
            <a:endParaRPr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410</Words>
  <Application>Microsoft Office PowerPoint</Application>
  <PresentationFormat>Презентация на цял екран (16:9)</PresentationFormat>
  <Paragraphs>59</Paragraphs>
  <Slides>9</Slides>
  <Notes>9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9</vt:i4>
      </vt:variant>
    </vt:vector>
  </HeadingPairs>
  <TitlesOfParts>
    <vt:vector size="16" baseType="lpstr">
      <vt:lpstr>Arial</vt:lpstr>
      <vt:lpstr>Fjalla One</vt:lpstr>
      <vt:lpstr>Barlow Semi Condensed Medium</vt:lpstr>
      <vt:lpstr>Wingdings</vt:lpstr>
      <vt:lpstr>Roboto Condensed Light</vt:lpstr>
      <vt:lpstr>Barlow Semi Condensed</vt:lpstr>
      <vt:lpstr>Technology Consulting by Slidesgo</vt:lpstr>
      <vt:lpstr>Преговор </vt:lpstr>
      <vt:lpstr>Въпроси: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ASCII</vt:lpstr>
      <vt:lpstr>Благодаря!   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Преговор</dc:title>
  <dc:creator>Николета</dc:creator>
  <cp:lastModifiedBy>Николета</cp:lastModifiedBy>
  <cp:revision>35</cp:revision>
  <dcterms:modified xsi:type="dcterms:W3CDTF">2024-10-20T14:52:27Z</dcterms:modified>
</cp:coreProperties>
</file>