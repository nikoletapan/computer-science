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307" r:id="rId6"/>
    <p:sldId id="304" r:id="rId7"/>
    <p:sldId id="305" r:id="rId8"/>
    <p:sldId id="260" r:id="rId9"/>
    <p:sldId id="258" r:id="rId10"/>
  </p:sldIdLst>
  <p:sldSz cx="9144000" cy="5143500" type="screen16x9"/>
  <p:notesSz cx="6858000" cy="9144000"/>
  <p:embeddedFontLst>
    <p:embeddedFont>
      <p:font typeface="Barlow Semi Condensed Medium" panose="020B0604020202020204" charset="0"/>
      <p:regular r:id="rId12"/>
      <p:bold r:id="rId13"/>
      <p:italic r:id="rId14"/>
      <p:boldItalic r:id="rId15"/>
    </p:embeddedFont>
    <p:embeddedFont>
      <p:font typeface="Fjalla One" panose="020B0604020202020204" charset="0"/>
      <p:regular r:id="rId16"/>
    </p:embeddedFont>
    <p:embeddedFont>
      <p:font typeface="Barlow Semi Condense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132232-476A-4F1B-AB76-39E558B22BF2}">
  <a:tblStyle styleId="{D9132232-476A-4F1B-AB76-39E558B22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60438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111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981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804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52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329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231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552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750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29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8" r:id="rId6"/>
    <p:sldLayoutId id="2147483659" r:id="rId7"/>
    <p:sldLayoutId id="2147483663" r:id="rId8"/>
    <p:sldLayoutId id="2147483669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000" dirty="0" smtClean="0">
                <a:solidFill>
                  <a:schemeClr val="dk2"/>
                </a:solidFill>
              </a:rPr>
              <a:t>Преговор</a:t>
            </a:r>
            <a:br>
              <a:rPr lang="bg-BG" sz="5000" dirty="0" smtClean="0">
                <a:solidFill>
                  <a:schemeClr val="dk2"/>
                </a:solidFill>
              </a:rPr>
            </a:b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2300" dirty="0" smtClean="0">
                <a:solidFill>
                  <a:schemeClr val="accent1"/>
                </a:solidFill>
              </a:rPr>
              <a:t>Н. Панайотова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23650" y="173941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Въпроси:</a:t>
            </a:r>
            <a:endParaRPr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313126" y="1037556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bg-BG" sz="1400" dirty="0">
                <a:latin typeface="+mn-lt"/>
              </a:rPr>
              <a:t>Софтуер и </a:t>
            </a:r>
            <a:r>
              <a:rPr lang="bg-BG" sz="1400" dirty="0" smtClean="0">
                <a:latin typeface="+mn-lt"/>
              </a:rPr>
              <a:t>Хардуер </a:t>
            </a:r>
            <a:r>
              <a:rPr lang="en-US" sz="1400" dirty="0" smtClean="0">
                <a:latin typeface="+mn-lt"/>
              </a:rPr>
              <a:t>(Soft vs. Hard).</a:t>
            </a:r>
            <a:endParaRPr lang="bg-BG" sz="1400" dirty="0">
              <a:latin typeface="+mn-lt"/>
            </a:endParaRPr>
          </a:p>
          <a:p>
            <a:r>
              <a:rPr lang="bg-BG" sz="1400" dirty="0">
                <a:latin typeface="+mn-lt"/>
              </a:rPr>
              <a:t>Хардуер -&gt; Системен Софтуер -&gt; Приложен софтуер</a:t>
            </a:r>
            <a:endParaRPr lang="en-US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BIOS, OS = Operating system, </a:t>
            </a:r>
            <a:r>
              <a:rPr lang="bg-BG" sz="1400" dirty="0">
                <a:latin typeface="+mn-lt"/>
              </a:rPr>
              <a:t>Разлики между </a:t>
            </a:r>
            <a:r>
              <a:rPr lang="en-US" sz="1400" dirty="0">
                <a:latin typeface="+mn-lt"/>
              </a:rPr>
              <a:t>M$ = </a:t>
            </a:r>
            <a:r>
              <a:rPr lang="en-US" sz="1400" dirty="0" err="1">
                <a:latin typeface="+mn-lt"/>
              </a:rPr>
              <a:t>MicroSoft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Windows (</a:t>
            </a:r>
            <a:r>
              <a:rPr lang="bg-BG" sz="1400" dirty="0" smtClean="0">
                <a:latin typeface="+mn-lt"/>
              </a:rPr>
              <a:t>Интерфейсни прозорци) и </a:t>
            </a:r>
            <a:r>
              <a:rPr lang="en-US" sz="1400" dirty="0">
                <a:latin typeface="+mn-lt"/>
              </a:rPr>
              <a:t>Linux (Linus Torvalds), </a:t>
            </a:r>
            <a:r>
              <a:rPr lang="bg-BG" sz="1400" dirty="0">
                <a:latin typeface="+mn-lt"/>
              </a:rPr>
              <a:t>платен/лицензиран </a:t>
            </a:r>
            <a:r>
              <a:rPr lang="en-US" sz="1400" dirty="0">
                <a:latin typeface="+mn-lt"/>
              </a:rPr>
              <a:t>vs. </a:t>
            </a:r>
            <a:r>
              <a:rPr lang="bg-BG" sz="1400" dirty="0">
                <a:latin typeface="+mn-lt"/>
              </a:rPr>
              <a:t>безплатен/</a:t>
            </a:r>
            <a:r>
              <a:rPr lang="en-US" sz="1400" dirty="0">
                <a:latin typeface="+mn-lt"/>
              </a:rPr>
              <a:t>freeware </a:t>
            </a:r>
            <a:r>
              <a:rPr lang="bg-BG" sz="1400" dirty="0">
                <a:latin typeface="+mn-lt"/>
              </a:rPr>
              <a:t>и </a:t>
            </a:r>
            <a:r>
              <a:rPr lang="en-US" sz="1400" dirty="0" err="1">
                <a:latin typeface="+mn-lt"/>
              </a:rPr>
              <a:t>OpenSource</a:t>
            </a:r>
            <a:r>
              <a:rPr lang="en-US" sz="1400" dirty="0" smtClean="0">
                <a:latin typeface="+mn-lt"/>
              </a:rPr>
              <a:t>. </a:t>
            </a:r>
            <a:r>
              <a:rPr lang="bg-BG" sz="1400" dirty="0" smtClean="0">
                <a:latin typeface="+mn-lt"/>
              </a:rPr>
              <a:t>Коя е по-лека и бърза, и защо?</a:t>
            </a:r>
            <a:endParaRPr lang="bg-BG" sz="1400" dirty="0">
              <a:latin typeface="+mn-lt"/>
            </a:endParaRPr>
          </a:p>
          <a:p>
            <a:r>
              <a:rPr lang="bg-BG" sz="1400" dirty="0">
                <a:latin typeface="+mn-lt"/>
              </a:rPr>
              <a:t>Езици от ниско ниво и от високо ниво</a:t>
            </a:r>
          </a:p>
          <a:p>
            <a:r>
              <a:rPr lang="bg-BG" sz="1400" dirty="0">
                <a:latin typeface="+mn-lt"/>
              </a:rPr>
              <a:t>Машинни езици (0</a:t>
            </a:r>
            <a:r>
              <a:rPr lang="en-US" sz="1400" dirty="0">
                <a:latin typeface="+mn-lt"/>
              </a:rPr>
              <a:t>/</a:t>
            </a:r>
            <a:r>
              <a:rPr lang="bg-BG" sz="1400" dirty="0">
                <a:latin typeface="+mn-lt"/>
              </a:rPr>
              <a:t>1), Асемблер, </a:t>
            </a:r>
            <a:r>
              <a:rPr lang="en-US" sz="1400" dirty="0">
                <a:latin typeface="+mn-lt"/>
              </a:rPr>
              <a:t>C, C++</a:t>
            </a:r>
            <a:r>
              <a:rPr lang="bg-BG" sz="1400" dirty="0">
                <a:latin typeface="+mn-lt"/>
              </a:rPr>
              <a:t> (</a:t>
            </a:r>
            <a:r>
              <a:rPr lang="en-US" sz="1400" dirty="0">
                <a:latin typeface="+mn-lt"/>
              </a:rPr>
              <a:t>OS</a:t>
            </a:r>
            <a:r>
              <a:rPr lang="bg-BG" sz="1400" dirty="0">
                <a:latin typeface="+mn-lt"/>
              </a:rPr>
              <a:t>)</a:t>
            </a:r>
            <a:r>
              <a:rPr lang="en-US" sz="1400" dirty="0">
                <a:latin typeface="+mn-lt"/>
              </a:rPr>
              <a:t>, C#, SQL, HTML (Internet).</a:t>
            </a:r>
          </a:p>
          <a:p>
            <a:r>
              <a:rPr lang="bg-BG" sz="1400" dirty="0">
                <a:latin typeface="+mn-lt"/>
              </a:rPr>
              <a:t>Разлика между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информация</a:t>
            </a:r>
            <a:r>
              <a:rPr lang="bg-BG" sz="1400" dirty="0">
                <a:latin typeface="+mn-lt"/>
              </a:rPr>
              <a:t> и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данни</a:t>
            </a:r>
            <a:r>
              <a:rPr lang="bg-BG" sz="1400" dirty="0">
                <a:latin typeface="+mn-lt"/>
              </a:rPr>
              <a:t>: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информацията, въведена в електронен вид, се нарича данни.</a:t>
            </a:r>
          </a:p>
          <a:p>
            <a:r>
              <a:rPr lang="bg-BG" sz="1400" dirty="0">
                <a:latin typeface="+mn-lt"/>
              </a:rPr>
              <a:t>! Разлика между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синтаксис</a:t>
            </a:r>
            <a:r>
              <a:rPr lang="bg-BG" sz="1400" dirty="0">
                <a:latin typeface="+mn-lt"/>
              </a:rPr>
              <a:t> и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семантика</a:t>
            </a:r>
            <a:r>
              <a:rPr lang="bg-BG" sz="1400" dirty="0">
                <a:latin typeface="+mn-lt"/>
              </a:rPr>
              <a:t>: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синтаксис = правила за конструкция на изречение/команда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семантика = </a:t>
            </a:r>
            <a:r>
              <a:rPr lang="bg-BG" sz="1400" dirty="0" smtClean="0">
                <a:latin typeface="+mn-lt"/>
              </a:rPr>
              <a:t>смисъл.</a:t>
            </a:r>
          </a:p>
          <a:p>
            <a:r>
              <a:rPr lang="bg-BG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Писане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на код </a:t>
            </a:r>
            <a:r>
              <a:rPr lang="en-US" sz="1400" dirty="0">
                <a:latin typeface="+mn-lt"/>
              </a:rPr>
              <a:t>(SQL, HTML, CSS) </a:t>
            </a:r>
            <a:r>
              <a:rPr lang="bg-BG" sz="1400" dirty="0">
                <a:latin typeface="+mn-lt"/>
              </a:rPr>
              <a:t>!=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програмиране</a:t>
            </a:r>
            <a:r>
              <a:rPr lang="en-US" sz="1400" dirty="0">
                <a:latin typeface="+mn-lt"/>
              </a:rPr>
              <a:t> (C#, PHP, Java, JS).</a:t>
            </a:r>
          </a:p>
          <a:p>
            <a:r>
              <a:rPr lang="bg-BG" sz="1400" dirty="0">
                <a:latin typeface="+mn-lt"/>
              </a:rPr>
              <a:t>Конвенции</a:t>
            </a:r>
            <a:r>
              <a:rPr lang="en-US" sz="1400" dirty="0">
                <a:latin typeface="+mn-lt"/>
              </a:rPr>
              <a:t> = </a:t>
            </a:r>
            <a:r>
              <a:rPr lang="bg-BG" sz="1400" dirty="0">
                <a:latin typeface="+mn-lt"/>
              </a:rPr>
              <a:t>формат на изписване:</a:t>
            </a:r>
            <a:br>
              <a:rPr lang="bg-BG" sz="1400" dirty="0">
                <a:latin typeface="+mn-lt"/>
              </a:rPr>
            </a:br>
            <a:r>
              <a:rPr lang="bg-BG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camelCase</a:t>
            </a:r>
            <a:r>
              <a:rPr lang="en-US" sz="1400" dirty="0">
                <a:latin typeface="+mn-lt"/>
              </a:rPr>
              <a:t> (</a:t>
            </a:r>
            <a:r>
              <a:rPr lang="bg-BG" sz="1400" dirty="0">
                <a:latin typeface="+mn-lt"/>
              </a:rPr>
              <a:t>променливи в </a:t>
            </a:r>
            <a:r>
              <a:rPr lang="en-US" sz="1400" dirty="0">
                <a:latin typeface="+mn-lt"/>
              </a:rPr>
              <a:t>C#)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PascalCase</a:t>
            </a:r>
            <a:r>
              <a:rPr lang="en-US" sz="1400" dirty="0">
                <a:latin typeface="+mn-lt"/>
              </a:rPr>
              <a:t> (</a:t>
            </a:r>
            <a:r>
              <a:rPr lang="bg-BG" sz="1400" dirty="0">
                <a:latin typeface="+mn-lt"/>
              </a:rPr>
              <a:t>методи в </a:t>
            </a:r>
            <a:r>
              <a:rPr lang="en-US" sz="1400" dirty="0">
                <a:latin typeface="+mn-lt"/>
              </a:rPr>
              <a:t>C#)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snake_case</a:t>
            </a:r>
            <a:r>
              <a:rPr lang="en-US" sz="1400" dirty="0">
                <a:latin typeface="+mn-lt"/>
              </a:rPr>
              <a:t> (C, C++, Java, PHP, Python)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- </a:t>
            </a:r>
            <a:r>
              <a:rPr lang="en-US" sz="1400" dirty="0" err="1">
                <a:latin typeface="+mn-lt"/>
              </a:rPr>
              <a:t>kebap</a:t>
            </a:r>
            <a:r>
              <a:rPr lang="en-US" sz="1400" dirty="0">
                <a:latin typeface="+mn-lt"/>
              </a:rPr>
              <a:t>-case (JS, CSS, URL, HTML)</a:t>
            </a:r>
            <a:endParaRPr lang="bg-BG" sz="1400" dirty="0">
              <a:latin typeface="+mn-lt"/>
            </a:endParaRPr>
          </a:p>
        </p:txBody>
      </p:sp>
      <p:grpSp>
        <p:nvGrpSpPr>
          <p:cNvPr id="4" name="Google Shape;3815;p64"/>
          <p:cNvGrpSpPr/>
          <p:nvPr/>
        </p:nvGrpSpPr>
        <p:grpSpPr>
          <a:xfrm>
            <a:off x="6791219" y="2649027"/>
            <a:ext cx="2261082" cy="2330573"/>
            <a:chOff x="1171725" y="542675"/>
            <a:chExt cx="5016950" cy="4578200"/>
          </a:xfrm>
        </p:grpSpPr>
        <p:sp>
          <p:nvSpPr>
            <p:cNvPr id="5" name="Google Shape;3816;p64"/>
            <p:cNvSpPr/>
            <p:nvPr/>
          </p:nvSpPr>
          <p:spPr>
            <a:xfrm>
              <a:off x="1171725" y="542775"/>
              <a:ext cx="5016950" cy="4577925"/>
            </a:xfrm>
            <a:custGeom>
              <a:avLst/>
              <a:gdLst/>
              <a:ahLst/>
              <a:cxnLst/>
              <a:rect l="l" t="t" r="r" b="b"/>
              <a:pathLst>
                <a:path w="200678" h="183117" extrusionOk="0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817;p64"/>
            <p:cNvSpPr/>
            <p:nvPr/>
          </p:nvSpPr>
          <p:spPr>
            <a:xfrm>
              <a:off x="1388700" y="542675"/>
              <a:ext cx="4672200" cy="4578200"/>
            </a:xfrm>
            <a:custGeom>
              <a:avLst/>
              <a:gdLst/>
              <a:ahLst/>
              <a:cxnLst/>
              <a:rect l="l" t="t" r="r" b="b"/>
              <a:pathLst>
                <a:path w="186888" h="183128" extrusionOk="0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818;p64"/>
            <p:cNvSpPr/>
            <p:nvPr/>
          </p:nvSpPr>
          <p:spPr>
            <a:xfrm>
              <a:off x="1698100" y="4799425"/>
              <a:ext cx="3900725" cy="255575"/>
            </a:xfrm>
            <a:custGeom>
              <a:avLst/>
              <a:gdLst/>
              <a:ahLst/>
              <a:cxnLst/>
              <a:rect l="l" t="t" r="r" b="b"/>
              <a:pathLst>
                <a:path w="156029" h="10223" extrusionOk="0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819;p64"/>
            <p:cNvSpPr/>
            <p:nvPr/>
          </p:nvSpPr>
          <p:spPr>
            <a:xfrm>
              <a:off x="2634300" y="1148600"/>
              <a:ext cx="3007925" cy="1915850"/>
            </a:xfrm>
            <a:custGeom>
              <a:avLst/>
              <a:gdLst/>
              <a:ahLst/>
              <a:cxnLst/>
              <a:rect l="l" t="t" r="r" b="b"/>
              <a:pathLst>
                <a:path w="120317" h="76634" extrusionOk="0">
                  <a:moveTo>
                    <a:pt x="1190" y="1"/>
                  </a:moveTo>
                  <a:cubicBezTo>
                    <a:pt x="1061" y="1"/>
                    <a:pt x="965" y="97"/>
                    <a:pt x="965" y="226"/>
                  </a:cubicBezTo>
                  <a:cubicBezTo>
                    <a:pt x="965" y="322"/>
                    <a:pt x="1061" y="419"/>
                    <a:pt x="1190" y="419"/>
                  </a:cubicBezTo>
                  <a:lnTo>
                    <a:pt x="2475" y="419"/>
                  </a:lnTo>
                  <a:cubicBezTo>
                    <a:pt x="2572" y="419"/>
                    <a:pt x="2668" y="322"/>
                    <a:pt x="2668" y="226"/>
                  </a:cubicBezTo>
                  <a:cubicBezTo>
                    <a:pt x="2668" y="97"/>
                    <a:pt x="2572" y="1"/>
                    <a:pt x="2475" y="1"/>
                  </a:cubicBezTo>
                  <a:close/>
                  <a:moveTo>
                    <a:pt x="3729" y="1"/>
                  </a:moveTo>
                  <a:cubicBezTo>
                    <a:pt x="3633" y="1"/>
                    <a:pt x="3536" y="97"/>
                    <a:pt x="3536" y="226"/>
                  </a:cubicBezTo>
                  <a:cubicBezTo>
                    <a:pt x="3536" y="322"/>
                    <a:pt x="3633" y="419"/>
                    <a:pt x="3729" y="419"/>
                  </a:cubicBezTo>
                  <a:lnTo>
                    <a:pt x="5015" y="419"/>
                  </a:lnTo>
                  <a:cubicBezTo>
                    <a:pt x="5143" y="419"/>
                    <a:pt x="5240" y="322"/>
                    <a:pt x="5240" y="226"/>
                  </a:cubicBezTo>
                  <a:cubicBezTo>
                    <a:pt x="5240" y="97"/>
                    <a:pt x="5143" y="1"/>
                    <a:pt x="5015" y="1"/>
                  </a:cubicBezTo>
                  <a:close/>
                  <a:moveTo>
                    <a:pt x="6301" y="1"/>
                  </a:moveTo>
                  <a:cubicBezTo>
                    <a:pt x="6172" y="1"/>
                    <a:pt x="6076" y="97"/>
                    <a:pt x="6076" y="226"/>
                  </a:cubicBezTo>
                  <a:cubicBezTo>
                    <a:pt x="6076" y="322"/>
                    <a:pt x="6172" y="419"/>
                    <a:pt x="6301" y="419"/>
                  </a:cubicBezTo>
                  <a:lnTo>
                    <a:pt x="7554" y="419"/>
                  </a:lnTo>
                  <a:cubicBezTo>
                    <a:pt x="7683" y="419"/>
                    <a:pt x="7779" y="322"/>
                    <a:pt x="7779" y="226"/>
                  </a:cubicBezTo>
                  <a:cubicBezTo>
                    <a:pt x="7779" y="97"/>
                    <a:pt x="7683" y="1"/>
                    <a:pt x="7554" y="1"/>
                  </a:cubicBezTo>
                  <a:close/>
                  <a:moveTo>
                    <a:pt x="8840" y="1"/>
                  </a:moveTo>
                  <a:cubicBezTo>
                    <a:pt x="8711" y="1"/>
                    <a:pt x="8615" y="97"/>
                    <a:pt x="8615" y="226"/>
                  </a:cubicBezTo>
                  <a:cubicBezTo>
                    <a:pt x="8615" y="322"/>
                    <a:pt x="8711" y="419"/>
                    <a:pt x="8840" y="419"/>
                  </a:cubicBezTo>
                  <a:lnTo>
                    <a:pt x="10126" y="419"/>
                  </a:lnTo>
                  <a:cubicBezTo>
                    <a:pt x="10222" y="419"/>
                    <a:pt x="10319" y="322"/>
                    <a:pt x="10319" y="226"/>
                  </a:cubicBezTo>
                  <a:cubicBezTo>
                    <a:pt x="10319" y="97"/>
                    <a:pt x="10222" y="1"/>
                    <a:pt x="10126" y="1"/>
                  </a:cubicBezTo>
                  <a:close/>
                  <a:moveTo>
                    <a:pt x="11379" y="1"/>
                  </a:moveTo>
                  <a:cubicBezTo>
                    <a:pt x="11283" y="1"/>
                    <a:pt x="11187" y="97"/>
                    <a:pt x="11187" y="226"/>
                  </a:cubicBezTo>
                  <a:cubicBezTo>
                    <a:pt x="11187" y="322"/>
                    <a:pt x="11283" y="419"/>
                    <a:pt x="11379" y="419"/>
                  </a:cubicBezTo>
                  <a:lnTo>
                    <a:pt x="12665" y="419"/>
                  </a:lnTo>
                  <a:cubicBezTo>
                    <a:pt x="12794" y="419"/>
                    <a:pt x="12890" y="322"/>
                    <a:pt x="12890" y="226"/>
                  </a:cubicBezTo>
                  <a:cubicBezTo>
                    <a:pt x="12890" y="97"/>
                    <a:pt x="12794" y="1"/>
                    <a:pt x="12665" y="1"/>
                  </a:cubicBezTo>
                  <a:close/>
                  <a:moveTo>
                    <a:pt x="13951" y="1"/>
                  </a:moveTo>
                  <a:cubicBezTo>
                    <a:pt x="13822" y="1"/>
                    <a:pt x="13726" y="97"/>
                    <a:pt x="13726" y="226"/>
                  </a:cubicBezTo>
                  <a:cubicBezTo>
                    <a:pt x="13726" y="322"/>
                    <a:pt x="13822" y="419"/>
                    <a:pt x="13951" y="419"/>
                  </a:cubicBezTo>
                  <a:lnTo>
                    <a:pt x="15205" y="419"/>
                  </a:lnTo>
                  <a:cubicBezTo>
                    <a:pt x="15333" y="419"/>
                    <a:pt x="15430" y="322"/>
                    <a:pt x="15430" y="226"/>
                  </a:cubicBezTo>
                  <a:cubicBezTo>
                    <a:pt x="15430" y="97"/>
                    <a:pt x="15333" y="1"/>
                    <a:pt x="15205" y="1"/>
                  </a:cubicBezTo>
                  <a:close/>
                  <a:moveTo>
                    <a:pt x="16490" y="1"/>
                  </a:moveTo>
                  <a:cubicBezTo>
                    <a:pt x="16362" y="1"/>
                    <a:pt x="16265" y="97"/>
                    <a:pt x="16265" y="226"/>
                  </a:cubicBezTo>
                  <a:cubicBezTo>
                    <a:pt x="16265" y="322"/>
                    <a:pt x="16362" y="419"/>
                    <a:pt x="16490" y="419"/>
                  </a:cubicBezTo>
                  <a:lnTo>
                    <a:pt x="17776" y="419"/>
                  </a:lnTo>
                  <a:cubicBezTo>
                    <a:pt x="17873" y="419"/>
                    <a:pt x="17969" y="322"/>
                    <a:pt x="17969" y="226"/>
                  </a:cubicBezTo>
                  <a:cubicBezTo>
                    <a:pt x="17969" y="97"/>
                    <a:pt x="17873" y="1"/>
                    <a:pt x="17776" y="1"/>
                  </a:cubicBezTo>
                  <a:close/>
                  <a:moveTo>
                    <a:pt x="19030" y="1"/>
                  </a:moveTo>
                  <a:cubicBezTo>
                    <a:pt x="18933" y="1"/>
                    <a:pt x="18837" y="97"/>
                    <a:pt x="18837" y="226"/>
                  </a:cubicBezTo>
                  <a:cubicBezTo>
                    <a:pt x="18837" y="322"/>
                    <a:pt x="18933" y="419"/>
                    <a:pt x="19030" y="419"/>
                  </a:cubicBezTo>
                  <a:lnTo>
                    <a:pt x="20316" y="419"/>
                  </a:lnTo>
                  <a:cubicBezTo>
                    <a:pt x="20444" y="419"/>
                    <a:pt x="20541" y="322"/>
                    <a:pt x="20541" y="226"/>
                  </a:cubicBezTo>
                  <a:cubicBezTo>
                    <a:pt x="20541" y="97"/>
                    <a:pt x="20444" y="1"/>
                    <a:pt x="20316" y="1"/>
                  </a:cubicBezTo>
                  <a:close/>
                  <a:moveTo>
                    <a:pt x="21601" y="1"/>
                  </a:moveTo>
                  <a:cubicBezTo>
                    <a:pt x="21473" y="1"/>
                    <a:pt x="21376" y="97"/>
                    <a:pt x="21376" y="226"/>
                  </a:cubicBezTo>
                  <a:cubicBezTo>
                    <a:pt x="21376" y="322"/>
                    <a:pt x="21473" y="419"/>
                    <a:pt x="21601" y="419"/>
                  </a:cubicBezTo>
                  <a:lnTo>
                    <a:pt x="22855" y="419"/>
                  </a:lnTo>
                  <a:cubicBezTo>
                    <a:pt x="22984" y="419"/>
                    <a:pt x="23080" y="322"/>
                    <a:pt x="23080" y="226"/>
                  </a:cubicBezTo>
                  <a:cubicBezTo>
                    <a:pt x="23080" y="97"/>
                    <a:pt x="22984" y="1"/>
                    <a:pt x="22855" y="1"/>
                  </a:cubicBezTo>
                  <a:close/>
                  <a:moveTo>
                    <a:pt x="24141" y="1"/>
                  </a:moveTo>
                  <a:cubicBezTo>
                    <a:pt x="24012" y="1"/>
                    <a:pt x="23916" y="97"/>
                    <a:pt x="23916" y="226"/>
                  </a:cubicBezTo>
                  <a:cubicBezTo>
                    <a:pt x="23916" y="322"/>
                    <a:pt x="24012" y="419"/>
                    <a:pt x="24141" y="419"/>
                  </a:cubicBezTo>
                  <a:lnTo>
                    <a:pt x="25426" y="419"/>
                  </a:lnTo>
                  <a:cubicBezTo>
                    <a:pt x="25523" y="419"/>
                    <a:pt x="25619" y="322"/>
                    <a:pt x="25619" y="226"/>
                  </a:cubicBezTo>
                  <a:cubicBezTo>
                    <a:pt x="25619" y="97"/>
                    <a:pt x="25523" y="1"/>
                    <a:pt x="25426" y="1"/>
                  </a:cubicBezTo>
                  <a:close/>
                  <a:moveTo>
                    <a:pt x="26680" y="1"/>
                  </a:moveTo>
                  <a:cubicBezTo>
                    <a:pt x="26584" y="1"/>
                    <a:pt x="26487" y="97"/>
                    <a:pt x="26487" y="226"/>
                  </a:cubicBezTo>
                  <a:cubicBezTo>
                    <a:pt x="26487" y="322"/>
                    <a:pt x="26584" y="419"/>
                    <a:pt x="26680" y="419"/>
                  </a:cubicBezTo>
                  <a:lnTo>
                    <a:pt x="27966" y="419"/>
                  </a:lnTo>
                  <a:cubicBezTo>
                    <a:pt x="28094" y="419"/>
                    <a:pt x="28191" y="322"/>
                    <a:pt x="28191" y="226"/>
                  </a:cubicBezTo>
                  <a:cubicBezTo>
                    <a:pt x="28191" y="97"/>
                    <a:pt x="28094" y="1"/>
                    <a:pt x="27966" y="1"/>
                  </a:cubicBezTo>
                  <a:close/>
                  <a:moveTo>
                    <a:pt x="29252" y="1"/>
                  </a:moveTo>
                  <a:cubicBezTo>
                    <a:pt x="29123" y="1"/>
                    <a:pt x="29027" y="97"/>
                    <a:pt x="29027" y="226"/>
                  </a:cubicBezTo>
                  <a:cubicBezTo>
                    <a:pt x="29027" y="322"/>
                    <a:pt x="29123" y="419"/>
                    <a:pt x="29252" y="419"/>
                  </a:cubicBezTo>
                  <a:lnTo>
                    <a:pt x="30505" y="419"/>
                  </a:lnTo>
                  <a:cubicBezTo>
                    <a:pt x="30634" y="419"/>
                    <a:pt x="30730" y="322"/>
                    <a:pt x="30730" y="226"/>
                  </a:cubicBezTo>
                  <a:cubicBezTo>
                    <a:pt x="30730" y="97"/>
                    <a:pt x="30634" y="1"/>
                    <a:pt x="30505" y="1"/>
                  </a:cubicBezTo>
                  <a:close/>
                  <a:moveTo>
                    <a:pt x="31791" y="1"/>
                  </a:moveTo>
                  <a:cubicBezTo>
                    <a:pt x="31662" y="1"/>
                    <a:pt x="31598" y="97"/>
                    <a:pt x="31598" y="226"/>
                  </a:cubicBezTo>
                  <a:cubicBezTo>
                    <a:pt x="31598" y="322"/>
                    <a:pt x="31662" y="419"/>
                    <a:pt x="31791" y="419"/>
                  </a:cubicBezTo>
                  <a:lnTo>
                    <a:pt x="33077" y="419"/>
                  </a:lnTo>
                  <a:cubicBezTo>
                    <a:pt x="33173" y="419"/>
                    <a:pt x="33270" y="322"/>
                    <a:pt x="33270" y="226"/>
                  </a:cubicBezTo>
                  <a:cubicBezTo>
                    <a:pt x="33270" y="97"/>
                    <a:pt x="33173" y="1"/>
                    <a:pt x="33077" y="1"/>
                  </a:cubicBezTo>
                  <a:close/>
                  <a:moveTo>
                    <a:pt x="34330" y="1"/>
                  </a:moveTo>
                  <a:cubicBezTo>
                    <a:pt x="34234" y="1"/>
                    <a:pt x="34138" y="97"/>
                    <a:pt x="34138" y="226"/>
                  </a:cubicBezTo>
                  <a:cubicBezTo>
                    <a:pt x="34138" y="322"/>
                    <a:pt x="34234" y="419"/>
                    <a:pt x="34330" y="419"/>
                  </a:cubicBezTo>
                  <a:lnTo>
                    <a:pt x="35616" y="419"/>
                  </a:lnTo>
                  <a:cubicBezTo>
                    <a:pt x="35745" y="419"/>
                    <a:pt x="35841" y="322"/>
                    <a:pt x="35841" y="226"/>
                  </a:cubicBezTo>
                  <a:cubicBezTo>
                    <a:pt x="35841" y="97"/>
                    <a:pt x="35745" y="1"/>
                    <a:pt x="35616" y="1"/>
                  </a:cubicBezTo>
                  <a:close/>
                  <a:moveTo>
                    <a:pt x="36902" y="1"/>
                  </a:moveTo>
                  <a:cubicBezTo>
                    <a:pt x="36773" y="1"/>
                    <a:pt x="36677" y="97"/>
                    <a:pt x="36677" y="226"/>
                  </a:cubicBezTo>
                  <a:cubicBezTo>
                    <a:pt x="36677" y="322"/>
                    <a:pt x="36773" y="419"/>
                    <a:pt x="36902" y="419"/>
                  </a:cubicBezTo>
                  <a:lnTo>
                    <a:pt x="38188" y="419"/>
                  </a:lnTo>
                  <a:cubicBezTo>
                    <a:pt x="38284" y="419"/>
                    <a:pt x="38381" y="322"/>
                    <a:pt x="38381" y="226"/>
                  </a:cubicBezTo>
                  <a:cubicBezTo>
                    <a:pt x="38381" y="97"/>
                    <a:pt x="38284" y="1"/>
                    <a:pt x="38188" y="1"/>
                  </a:cubicBezTo>
                  <a:close/>
                  <a:moveTo>
                    <a:pt x="39441" y="1"/>
                  </a:moveTo>
                  <a:cubicBezTo>
                    <a:pt x="39345" y="1"/>
                    <a:pt x="39249" y="97"/>
                    <a:pt x="39249" y="226"/>
                  </a:cubicBezTo>
                  <a:cubicBezTo>
                    <a:pt x="39249" y="322"/>
                    <a:pt x="39345" y="419"/>
                    <a:pt x="39441" y="419"/>
                  </a:cubicBezTo>
                  <a:lnTo>
                    <a:pt x="40727" y="419"/>
                  </a:lnTo>
                  <a:cubicBezTo>
                    <a:pt x="40856" y="419"/>
                    <a:pt x="40920" y="322"/>
                    <a:pt x="40920" y="226"/>
                  </a:cubicBezTo>
                  <a:cubicBezTo>
                    <a:pt x="40920" y="97"/>
                    <a:pt x="40856" y="1"/>
                    <a:pt x="40727" y="1"/>
                  </a:cubicBezTo>
                  <a:close/>
                  <a:moveTo>
                    <a:pt x="42013" y="1"/>
                  </a:moveTo>
                  <a:cubicBezTo>
                    <a:pt x="41884" y="1"/>
                    <a:pt x="41788" y="97"/>
                    <a:pt x="41788" y="226"/>
                  </a:cubicBezTo>
                  <a:cubicBezTo>
                    <a:pt x="41788" y="322"/>
                    <a:pt x="41884" y="419"/>
                    <a:pt x="42013" y="419"/>
                  </a:cubicBezTo>
                  <a:lnTo>
                    <a:pt x="43267" y="419"/>
                  </a:lnTo>
                  <a:cubicBezTo>
                    <a:pt x="43395" y="419"/>
                    <a:pt x="43492" y="322"/>
                    <a:pt x="43492" y="226"/>
                  </a:cubicBezTo>
                  <a:cubicBezTo>
                    <a:pt x="43492" y="97"/>
                    <a:pt x="43395" y="1"/>
                    <a:pt x="43267" y="1"/>
                  </a:cubicBezTo>
                  <a:close/>
                  <a:moveTo>
                    <a:pt x="44552" y="1"/>
                  </a:moveTo>
                  <a:cubicBezTo>
                    <a:pt x="44424" y="1"/>
                    <a:pt x="44327" y="97"/>
                    <a:pt x="44327" y="226"/>
                  </a:cubicBezTo>
                  <a:cubicBezTo>
                    <a:pt x="44327" y="322"/>
                    <a:pt x="44424" y="419"/>
                    <a:pt x="44552" y="419"/>
                  </a:cubicBezTo>
                  <a:lnTo>
                    <a:pt x="45838" y="419"/>
                  </a:lnTo>
                  <a:cubicBezTo>
                    <a:pt x="45935" y="419"/>
                    <a:pt x="46031" y="322"/>
                    <a:pt x="46031" y="226"/>
                  </a:cubicBezTo>
                  <a:cubicBezTo>
                    <a:pt x="46031" y="97"/>
                    <a:pt x="45935" y="1"/>
                    <a:pt x="45838" y="1"/>
                  </a:cubicBezTo>
                  <a:close/>
                  <a:moveTo>
                    <a:pt x="47092" y="1"/>
                  </a:moveTo>
                  <a:cubicBezTo>
                    <a:pt x="46995" y="1"/>
                    <a:pt x="46899" y="97"/>
                    <a:pt x="46899" y="226"/>
                  </a:cubicBezTo>
                  <a:cubicBezTo>
                    <a:pt x="46899" y="322"/>
                    <a:pt x="46995" y="419"/>
                    <a:pt x="47092" y="419"/>
                  </a:cubicBezTo>
                  <a:lnTo>
                    <a:pt x="48378" y="419"/>
                  </a:lnTo>
                  <a:cubicBezTo>
                    <a:pt x="48506" y="419"/>
                    <a:pt x="48603" y="322"/>
                    <a:pt x="48603" y="226"/>
                  </a:cubicBezTo>
                  <a:cubicBezTo>
                    <a:pt x="48603" y="97"/>
                    <a:pt x="48506" y="1"/>
                    <a:pt x="48378" y="1"/>
                  </a:cubicBezTo>
                  <a:close/>
                  <a:moveTo>
                    <a:pt x="49663" y="1"/>
                  </a:moveTo>
                  <a:cubicBezTo>
                    <a:pt x="49535" y="1"/>
                    <a:pt x="49438" y="97"/>
                    <a:pt x="49438" y="226"/>
                  </a:cubicBezTo>
                  <a:cubicBezTo>
                    <a:pt x="49438" y="322"/>
                    <a:pt x="49535" y="419"/>
                    <a:pt x="49663" y="419"/>
                  </a:cubicBezTo>
                  <a:lnTo>
                    <a:pt x="50917" y="419"/>
                  </a:lnTo>
                  <a:cubicBezTo>
                    <a:pt x="51046" y="419"/>
                    <a:pt x="51142" y="322"/>
                    <a:pt x="51142" y="226"/>
                  </a:cubicBezTo>
                  <a:cubicBezTo>
                    <a:pt x="51142" y="97"/>
                    <a:pt x="51046" y="1"/>
                    <a:pt x="50917" y="1"/>
                  </a:cubicBezTo>
                  <a:close/>
                  <a:moveTo>
                    <a:pt x="52203" y="1"/>
                  </a:moveTo>
                  <a:cubicBezTo>
                    <a:pt x="52074" y="1"/>
                    <a:pt x="51978" y="97"/>
                    <a:pt x="51978" y="226"/>
                  </a:cubicBezTo>
                  <a:cubicBezTo>
                    <a:pt x="51978" y="322"/>
                    <a:pt x="52074" y="419"/>
                    <a:pt x="52203" y="419"/>
                  </a:cubicBezTo>
                  <a:lnTo>
                    <a:pt x="53489" y="419"/>
                  </a:lnTo>
                  <a:cubicBezTo>
                    <a:pt x="53585" y="419"/>
                    <a:pt x="53681" y="322"/>
                    <a:pt x="53681" y="226"/>
                  </a:cubicBezTo>
                  <a:cubicBezTo>
                    <a:pt x="53681" y="97"/>
                    <a:pt x="53585" y="1"/>
                    <a:pt x="53489" y="1"/>
                  </a:cubicBezTo>
                  <a:close/>
                  <a:moveTo>
                    <a:pt x="54742" y="1"/>
                  </a:moveTo>
                  <a:cubicBezTo>
                    <a:pt x="54646" y="1"/>
                    <a:pt x="54549" y="97"/>
                    <a:pt x="54549" y="226"/>
                  </a:cubicBezTo>
                  <a:cubicBezTo>
                    <a:pt x="54549" y="322"/>
                    <a:pt x="54646" y="419"/>
                    <a:pt x="54742" y="419"/>
                  </a:cubicBezTo>
                  <a:lnTo>
                    <a:pt x="56028" y="419"/>
                  </a:lnTo>
                  <a:cubicBezTo>
                    <a:pt x="56157" y="419"/>
                    <a:pt x="56253" y="322"/>
                    <a:pt x="56253" y="226"/>
                  </a:cubicBezTo>
                  <a:cubicBezTo>
                    <a:pt x="56253" y="97"/>
                    <a:pt x="56157" y="1"/>
                    <a:pt x="56028" y="1"/>
                  </a:cubicBezTo>
                  <a:close/>
                  <a:moveTo>
                    <a:pt x="57314" y="1"/>
                  </a:moveTo>
                  <a:cubicBezTo>
                    <a:pt x="57185" y="1"/>
                    <a:pt x="57089" y="97"/>
                    <a:pt x="57089" y="226"/>
                  </a:cubicBezTo>
                  <a:cubicBezTo>
                    <a:pt x="57089" y="322"/>
                    <a:pt x="57185" y="419"/>
                    <a:pt x="57314" y="419"/>
                  </a:cubicBezTo>
                  <a:lnTo>
                    <a:pt x="58567" y="419"/>
                  </a:lnTo>
                  <a:cubicBezTo>
                    <a:pt x="58696" y="419"/>
                    <a:pt x="58792" y="322"/>
                    <a:pt x="58792" y="226"/>
                  </a:cubicBezTo>
                  <a:cubicBezTo>
                    <a:pt x="58792" y="97"/>
                    <a:pt x="58696" y="1"/>
                    <a:pt x="58567" y="1"/>
                  </a:cubicBezTo>
                  <a:close/>
                  <a:moveTo>
                    <a:pt x="59853" y="1"/>
                  </a:moveTo>
                  <a:cubicBezTo>
                    <a:pt x="59725" y="1"/>
                    <a:pt x="59628" y="97"/>
                    <a:pt x="59628" y="226"/>
                  </a:cubicBezTo>
                  <a:cubicBezTo>
                    <a:pt x="59628" y="322"/>
                    <a:pt x="59725" y="419"/>
                    <a:pt x="59853" y="419"/>
                  </a:cubicBezTo>
                  <a:lnTo>
                    <a:pt x="61139" y="419"/>
                  </a:lnTo>
                  <a:cubicBezTo>
                    <a:pt x="61235" y="419"/>
                    <a:pt x="61332" y="322"/>
                    <a:pt x="61332" y="226"/>
                  </a:cubicBezTo>
                  <a:cubicBezTo>
                    <a:pt x="61332" y="97"/>
                    <a:pt x="61235" y="1"/>
                    <a:pt x="61139" y="1"/>
                  </a:cubicBezTo>
                  <a:close/>
                  <a:moveTo>
                    <a:pt x="62393" y="1"/>
                  </a:moveTo>
                  <a:cubicBezTo>
                    <a:pt x="62296" y="1"/>
                    <a:pt x="62200" y="97"/>
                    <a:pt x="62200" y="226"/>
                  </a:cubicBezTo>
                  <a:cubicBezTo>
                    <a:pt x="62200" y="322"/>
                    <a:pt x="62296" y="419"/>
                    <a:pt x="62393" y="419"/>
                  </a:cubicBezTo>
                  <a:lnTo>
                    <a:pt x="63678" y="419"/>
                  </a:lnTo>
                  <a:cubicBezTo>
                    <a:pt x="63807" y="419"/>
                    <a:pt x="63903" y="322"/>
                    <a:pt x="63903" y="226"/>
                  </a:cubicBezTo>
                  <a:cubicBezTo>
                    <a:pt x="63903" y="97"/>
                    <a:pt x="63807" y="1"/>
                    <a:pt x="63678" y="1"/>
                  </a:cubicBezTo>
                  <a:close/>
                  <a:moveTo>
                    <a:pt x="64964" y="1"/>
                  </a:moveTo>
                  <a:cubicBezTo>
                    <a:pt x="64835" y="1"/>
                    <a:pt x="64739" y="97"/>
                    <a:pt x="64739" y="226"/>
                  </a:cubicBezTo>
                  <a:cubicBezTo>
                    <a:pt x="64739" y="322"/>
                    <a:pt x="64835" y="419"/>
                    <a:pt x="64964" y="419"/>
                  </a:cubicBezTo>
                  <a:lnTo>
                    <a:pt x="66218" y="419"/>
                  </a:lnTo>
                  <a:cubicBezTo>
                    <a:pt x="66346" y="419"/>
                    <a:pt x="66443" y="322"/>
                    <a:pt x="66443" y="226"/>
                  </a:cubicBezTo>
                  <a:cubicBezTo>
                    <a:pt x="66443" y="97"/>
                    <a:pt x="66346" y="1"/>
                    <a:pt x="66218" y="1"/>
                  </a:cubicBezTo>
                  <a:close/>
                  <a:moveTo>
                    <a:pt x="67503" y="1"/>
                  </a:moveTo>
                  <a:cubicBezTo>
                    <a:pt x="67375" y="1"/>
                    <a:pt x="67278" y="97"/>
                    <a:pt x="67278" y="226"/>
                  </a:cubicBezTo>
                  <a:cubicBezTo>
                    <a:pt x="67278" y="322"/>
                    <a:pt x="67375" y="419"/>
                    <a:pt x="67503" y="419"/>
                  </a:cubicBezTo>
                  <a:lnTo>
                    <a:pt x="68789" y="419"/>
                  </a:lnTo>
                  <a:cubicBezTo>
                    <a:pt x="68886" y="419"/>
                    <a:pt x="68982" y="322"/>
                    <a:pt x="68982" y="226"/>
                  </a:cubicBezTo>
                  <a:cubicBezTo>
                    <a:pt x="68982" y="97"/>
                    <a:pt x="68886" y="1"/>
                    <a:pt x="68789" y="1"/>
                  </a:cubicBezTo>
                  <a:close/>
                  <a:moveTo>
                    <a:pt x="70043" y="1"/>
                  </a:moveTo>
                  <a:cubicBezTo>
                    <a:pt x="69946" y="1"/>
                    <a:pt x="69850" y="97"/>
                    <a:pt x="69850" y="226"/>
                  </a:cubicBezTo>
                  <a:cubicBezTo>
                    <a:pt x="69850" y="322"/>
                    <a:pt x="69946" y="419"/>
                    <a:pt x="70043" y="419"/>
                  </a:cubicBezTo>
                  <a:lnTo>
                    <a:pt x="71329" y="419"/>
                  </a:lnTo>
                  <a:cubicBezTo>
                    <a:pt x="71457" y="419"/>
                    <a:pt x="71554" y="322"/>
                    <a:pt x="71554" y="226"/>
                  </a:cubicBezTo>
                  <a:cubicBezTo>
                    <a:pt x="71554" y="97"/>
                    <a:pt x="71457" y="1"/>
                    <a:pt x="71329" y="1"/>
                  </a:cubicBezTo>
                  <a:close/>
                  <a:moveTo>
                    <a:pt x="72614" y="1"/>
                  </a:moveTo>
                  <a:cubicBezTo>
                    <a:pt x="72486" y="1"/>
                    <a:pt x="72389" y="97"/>
                    <a:pt x="72389" y="226"/>
                  </a:cubicBezTo>
                  <a:cubicBezTo>
                    <a:pt x="72389" y="322"/>
                    <a:pt x="72486" y="419"/>
                    <a:pt x="72614" y="419"/>
                  </a:cubicBezTo>
                  <a:lnTo>
                    <a:pt x="73868" y="419"/>
                  </a:lnTo>
                  <a:cubicBezTo>
                    <a:pt x="73997" y="419"/>
                    <a:pt x="74093" y="322"/>
                    <a:pt x="74093" y="226"/>
                  </a:cubicBezTo>
                  <a:cubicBezTo>
                    <a:pt x="74093" y="97"/>
                    <a:pt x="73997" y="1"/>
                    <a:pt x="73868" y="1"/>
                  </a:cubicBezTo>
                  <a:close/>
                  <a:moveTo>
                    <a:pt x="75154" y="1"/>
                  </a:moveTo>
                  <a:cubicBezTo>
                    <a:pt x="75025" y="1"/>
                    <a:pt x="74961" y="97"/>
                    <a:pt x="74961" y="226"/>
                  </a:cubicBezTo>
                  <a:cubicBezTo>
                    <a:pt x="74961" y="322"/>
                    <a:pt x="75025" y="419"/>
                    <a:pt x="75154" y="419"/>
                  </a:cubicBezTo>
                  <a:lnTo>
                    <a:pt x="76440" y="419"/>
                  </a:lnTo>
                  <a:cubicBezTo>
                    <a:pt x="76536" y="419"/>
                    <a:pt x="76632" y="322"/>
                    <a:pt x="76632" y="226"/>
                  </a:cubicBezTo>
                  <a:cubicBezTo>
                    <a:pt x="76632" y="97"/>
                    <a:pt x="76536" y="1"/>
                    <a:pt x="76440" y="1"/>
                  </a:cubicBezTo>
                  <a:close/>
                  <a:moveTo>
                    <a:pt x="77693" y="1"/>
                  </a:moveTo>
                  <a:cubicBezTo>
                    <a:pt x="77597" y="1"/>
                    <a:pt x="77500" y="97"/>
                    <a:pt x="77500" y="226"/>
                  </a:cubicBezTo>
                  <a:cubicBezTo>
                    <a:pt x="77500" y="322"/>
                    <a:pt x="77597" y="419"/>
                    <a:pt x="77693" y="419"/>
                  </a:cubicBezTo>
                  <a:lnTo>
                    <a:pt x="78979" y="419"/>
                  </a:lnTo>
                  <a:cubicBezTo>
                    <a:pt x="79108" y="419"/>
                    <a:pt x="79204" y="322"/>
                    <a:pt x="79204" y="226"/>
                  </a:cubicBezTo>
                  <a:cubicBezTo>
                    <a:pt x="79204" y="97"/>
                    <a:pt x="79108" y="1"/>
                    <a:pt x="78979" y="1"/>
                  </a:cubicBezTo>
                  <a:close/>
                  <a:moveTo>
                    <a:pt x="80265" y="1"/>
                  </a:moveTo>
                  <a:cubicBezTo>
                    <a:pt x="80136" y="1"/>
                    <a:pt x="80040" y="97"/>
                    <a:pt x="80040" y="226"/>
                  </a:cubicBezTo>
                  <a:cubicBezTo>
                    <a:pt x="80040" y="322"/>
                    <a:pt x="80136" y="419"/>
                    <a:pt x="80265" y="419"/>
                  </a:cubicBezTo>
                  <a:lnTo>
                    <a:pt x="81518" y="419"/>
                  </a:lnTo>
                  <a:cubicBezTo>
                    <a:pt x="81647" y="419"/>
                    <a:pt x="81743" y="322"/>
                    <a:pt x="81743" y="226"/>
                  </a:cubicBezTo>
                  <a:cubicBezTo>
                    <a:pt x="81743" y="97"/>
                    <a:pt x="81647" y="1"/>
                    <a:pt x="81518" y="1"/>
                  </a:cubicBezTo>
                  <a:close/>
                  <a:moveTo>
                    <a:pt x="82804" y="1"/>
                  </a:moveTo>
                  <a:cubicBezTo>
                    <a:pt x="82708" y="1"/>
                    <a:pt x="82611" y="97"/>
                    <a:pt x="82611" y="226"/>
                  </a:cubicBezTo>
                  <a:cubicBezTo>
                    <a:pt x="82611" y="322"/>
                    <a:pt x="82708" y="419"/>
                    <a:pt x="82804" y="419"/>
                  </a:cubicBezTo>
                  <a:lnTo>
                    <a:pt x="84090" y="419"/>
                  </a:lnTo>
                  <a:cubicBezTo>
                    <a:pt x="84186" y="419"/>
                    <a:pt x="84283" y="322"/>
                    <a:pt x="84283" y="226"/>
                  </a:cubicBezTo>
                  <a:cubicBezTo>
                    <a:pt x="84283" y="97"/>
                    <a:pt x="84186" y="1"/>
                    <a:pt x="84090" y="1"/>
                  </a:cubicBezTo>
                  <a:close/>
                  <a:moveTo>
                    <a:pt x="85376" y="1"/>
                  </a:moveTo>
                  <a:cubicBezTo>
                    <a:pt x="85247" y="1"/>
                    <a:pt x="85151" y="97"/>
                    <a:pt x="85151" y="226"/>
                  </a:cubicBezTo>
                  <a:cubicBezTo>
                    <a:pt x="85151" y="322"/>
                    <a:pt x="85247" y="419"/>
                    <a:pt x="85376" y="419"/>
                  </a:cubicBezTo>
                  <a:lnTo>
                    <a:pt x="86629" y="419"/>
                  </a:lnTo>
                  <a:cubicBezTo>
                    <a:pt x="86758" y="419"/>
                    <a:pt x="86854" y="322"/>
                    <a:pt x="86854" y="226"/>
                  </a:cubicBezTo>
                  <a:cubicBezTo>
                    <a:pt x="86854" y="97"/>
                    <a:pt x="86758" y="1"/>
                    <a:pt x="86629" y="1"/>
                  </a:cubicBezTo>
                  <a:close/>
                  <a:moveTo>
                    <a:pt x="87915" y="1"/>
                  </a:moveTo>
                  <a:cubicBezTo>
                    <a:pt x="87787" y="1"/>
                    <a:pt x="87690" y="97"/>
                    <a:pt x="87690" y="226"/>
                  </a:cubicBezTo>
                  <a:cubicBezTo>
                    <a:pt x="87690" y="259"/>
                    <a:pt x="87702" y="293"/>
                    <a:pt x="87722" y="322"/>
                  </a:cubicBezTo>
                  <a:lnTo>
                    <a:pt x="87722" y="322"/>
                  </a:lnTo>
                  <a:lnTo>
                    <a:pt x="87722" y="1479"/>
                  </a:lnTo>
                  <a:cubicBezTo>
                    <a:pt x="87722" y="1608"/>
                    <a:pt x="87819" y="1704"/>
                    <a:pt x="87915" y="1704"/>
                  </a:cubicBezTo>
                  <a:cubicBezTo>
                    <a:pt x="88044" y="1704"/>
                    <a:pt x="88140" y="1608"/>
                    <a:pt x="88140" y="1479"/>
                  </a:cubicBezTo>
                  <a:lnTo>
                    <a:pt x="88140" y="226"/>
                  </a:lnTo>
                  <a:cubicBezTo>
                    <a:pt x="88140" y="161"/>
                    <a:pt x="88108" y="97"/>
                    <a:pt x="88076" y="65"/>
                  </a:cubicBezTo>
                  <a:cubicBezTo>
                    <a:pt x="88044" y="33"/>
                    <a:pt x="87979" y="1"/>
                    <a:pt x="87915" y="1"/>
                  </a:cubicBezTo>
                  <a:close/>
                  <a:moveTo>
                    <a:pt x="193" y="290"/>
                  </a:moveTo>
                  <a:cubicBezTo>
                    <a:pt x="97" y="290"/>
                    <a:pt x="0" y="386"/>
                    <a:pt x="0" y="515"/>
                  </a:cubicBezTo>
                  <a:lnTo>
                    <a:pt x="0" y="1769"/>
                  </a:lnTo>
                  <a:cubicBezTo>
                    <a:pt x="0" y="1897"/>
                    <a:pt x="97" y="1994"/>
                    <a:pt x="193" y="1994"/>
                  </a:cubicBezTo>
                  <a:cubicBezTo>
                    <a:pt x="322" y="1994"/>
                    <a:pt x="418" y="1897"/>
                    <a:pt x="418" y="1769"/>
                  </a:cubicBezTo>
                  <a:lnTo>
                    <a:pt x="418" y="515"/>
                  </a:lnTo>
                  <a:cubicBezTo>
                    <a:pt x="418" y="386"/>
                    <a:pt x="322" y="290"/>
                    <a:pt x="193" y="290"/>
                  </a:cubicBezTo>
                  <a:close/>
                  <a:moveTo>
                    <a:pt x="87915" y="2540"/>
                  </a:moveTo>
                  <a:cubicBezTo>
                    <a:pt x="87819" y="2540"/>
                    <a:pt x="87722" y="2637"/>
                    <a:pt x="87722" y="2765"/>
                  </a:cubicBezTo>
                  <a:lnTo>
                    <a:pt x="87722" y="4019"/>
                  </a:lnTo>
                  <a:cubicBezTo>
                    <a:pt x="87722" y="4147"/>
                    <a:pt x="87819" y="4244"/>
                    <a:pt x="87915" y="4244"/>
                  </a:cubicBezTo>
                  <a:cubicBezTo>
                    <a:pt x="88044" y="4244"/>
                    <a:pt x="88140" y="4147"/>
                    <a:pt x="88140" y="4019"/>
                  </a:cubicBezTo>
                  <a:lnTo>
                    <a:pt x="88140" y="2765"/>
                  </a:lnTo>
                  <a:cubicBezTo>
                    <a:pt x="88140" y="2637"/>
                    <a:pt x="88044" y="2540"/>
                    <a:pt x="87915" y="2540"/>
                  </a:cubicBezTo>
                  <a:close/>
                  <a:moveTo>
                    <a:pt x="193" y="2829"/>
                  </a:moveTo>
                  <a:cubicBezTo>
                    <a:pt x="97" y="2829"/>
                    <a:pt x="0" y="2926"/>
                    <a:pt x="0" y="3054"/>
                  </a:cubicBezTo>
                  <a:lnTo>
                    <a:pt x="0" y="4340"/>
                  </a:lnTo>
                  <a:cubicBezTo>
                    <a:pt x="0" y="4437"/>
                    <a:pt x="97" y="4533"/>
                    <a:pt x="193" y="4533"/>
                  </a:cubicBezTo>
                  <a:cubicBezTo>
                    <a:pt x="322" y="4533"/>
                    <a:pt x="418" y="4437"/>
                    <a:pt x="418" y="4340"/>
                  </a:cubicBezTo>
                  <a:lnTo>
                    <a:pt x="418" y="3054"/>
                  </a:lnTo>
                  <a:cubicBezTo>
                    <a:pt x="418" y="2926"/>
                    <a:pt x="322" y="2829"/>
                    <a:pt x="193" y="2829"/>
                  </a:cubicBezTo>
                  <a:close/>
                  <a:moveTo>
                    <a:pt x="87915" y="5080"/>
                  </a:moveTo>
                  <a:cubicBezTo>
                    <a:pt x="87819" y="5080"/>
                    <a:pt x="87722" y="5176"/>
                    <a:pt x="87722" y="5305"/>
                  </a:cubicBezTo>
                  <a:lnTo>
                    <a:pt x="87722" y="6590"/>
                  </a:lnTo>
                  <a:cubicBezTo>
                    <a:pt x="87722" y="6687"/>
                    <a:pt x="87819" y="6783"/>
                    <a:pt x="87915" y="6783"/>
                  </a:cubicBezTo>
                  <a:cubicBezTo>
                    <a:pt x="88044" y="6783"/>
                    <a:pt x="88140" y="6687"/>
                    <a:pt x="88140" y="6590"/>
                  </a:cubicBezTo>
                  <a:lnTo>
                    <a:pt x="88140" y="5305"/>
                  </a:lnTo>
                  <a:cubicBezTo>
                    <a:pt x="88140" y="5176"/>
                    <a:pt x="88044" y="5080"/>
                    <a:pt x="87915" y="5080"/>
                  </a:cubicBezTo>
                  <a:close/>
                  <a:moveTo>
                    <a:pt x="193" y="5401"/>
                  </a:moveTo>
                  <a:cubicBezTo>
                    <a:pt x="97" y="5401"/>
                    <a:pt x="0" y="5497"/>
                    <a:pt x="0" y="5594"/>
                  </a:cubicBezTo>
                  <a:lnTo>
                    <a:pt x="0" y="6880"/>
                  </a:lnTo>
                  <a:cubicBezTo>
                    <a:pt x="0" y="7008"/>
                    <a:pt x="97" y="7105"/>
                    <a:pt x="193" y="7105"/>
                  </a:cubicBezTo>
                  <a:cubicBezTo>
                    <a:pt x="322" y="7105"/>
                    <a:pt x="418" y="7008"/>
                    <a:pt x="418" y="6880"/>
                  </a:cubicBezTo>
                  <a:lnTo>
                    <a:pt x="418" y="5594"/>
                  </a:lnTo>
                  <a:cubicBezTo>
                    <a:pt x="418" y="5497"/>
                    <a:pt x="322" y="5401"/>
                    <a:pt x="193" y="5401"/>
                  </a:cubicBezTo>
                  <a:close/>
                  <a:moveTo>
                    <a:pt x="87915" y="7651"/>
                  </a:moveTo>
                  <a:cubicBezTo>
                    <a:pt x="87819" y="7651"/>
                    <a:pt x="87722" y="7748"/>
                    <a:pt x="87722" y="7844"/>
                  </a:cubicBezTo>
                  <a:lnTo>
                    <a:pt x="87722" y="9130"/>
                  </a:lnTo>
                  <a:cubicBezTo>
                    <a:pt x="87722" y="9258"/>
                    <a:pt x="87819" y="9355"/>
                    <a:pt x="87915" y="9355"/>
                  </a:cubicBezTo>
                  <a:cubicBezTo>
                    <a:pt x="88044" y="9355"/>
                    <a:pt x="88140" y="9258"/>
                    <a:pt x="88140" y="9130"/>
                  </a:cubicBezTo>
                  <a:lnTo>
                    <a:pt x="88140" y="7844"/>
                  </a:lnTo>
                  <a:cubicBezTo>
                    <a:pt x="88140" y="7748"/>
                    <a:pt x="88044" y="7651"/>
                    <a:pt x="87915" y="7651"/>
                  </a:cubicBezTo>
                  <a:close/>
                  <a:moveTo>
                    <a:pt x="193" y="7940"/>
                  </a:moveTo>
                  <a:cubicBezTo>
                    <a:pt x="97" y="7940"/>
                    <a:pt x="0" y="8037"/>
                    <a:pt x="0" y="8165"/>
                  </a:cubicBezTo>
                  <a:lnTo>
                    <a:pt x="0" y="9419"/>
                  </a:lnTo>
                  <a:cubicBezTo>
                    <a:pt x="0" y="9548"/>
                    <a:pt x="97" y="9644"/>
                    <a:pt x="193" y="9644"/>
                  </a:cubicBezTo>
                  <a:cubicBezTo>
                    <a:pt x="322" y="9644"/>
                    <a:pt x="418" y="9548"/>
                    <a:pt x="418" y="9419"/>
                  </a:cubicBezTo>
                  <a:lnTo>
                    <a:pt x="418" y="8165"/>
                  </a:lnTo>
                  <a:cubicBezTo>
                    <a:pt x="418" y="8037"/>
                    <a:pt x="322" y="7940"/>
                    <a:pt x="193" y="7940"/>
                  </a:cubicBezTo>
                  <a:close/>
                  <a:moveTo>
                    <a:pt x="87915" y="10191"/>
                  </a:moveTo>
                  <a:cubicBezTo>
                    <a:pt x="87819" y="10191"/>
                    <a:pt x="87722" y="10287"/>
                    <a:pt x="87722" y="10416"/>
                  </a:cubicBezTo>
                  <a:lnTo>
                    <a:pt x="87722" y="11669"/>
                  </a:lnTo>
                  <a:cubicBezTo>
                    <a:pt x="87722" y="11798"/>
                    <a:pt x="87819" y="11894"/>
                    <a:pt x="87915" y="11894"/>
                  </a:cubicBezTo>
                  <a:cubicBezTo>
                    <a:pt x="88044" y="11894"/>
                    <a:pt x="88140" y="11798"/>
                    <a:pt x="88140" y="11669"/>
                  </a:cubicBezTo>
                  <a:lnTo>
                    <a:pt x="88140" y="10416"/>
                  </a:lnTo>
                  <a:cubicBezTo>
                    <a:pt x="88140" y="10287"/>
                    <a:pt x="88044" y="10191"/>
                    <a:pt x="87915" y="10191"/>
                  </a:cubicBezTo>
                  <a:close/>
                  <a:moveTo>
                    <a:pt x="193" y="10480"/>
                  </a:moveTo>
                  <a:cubicBezTo>
                    <a:pt x="97" y="10480"/>
                    <a:pt x="0" y="10576"/>
                    <a:pt x="0" y="10705"/>
                  </a:cubicBezTo>
                  <a:lnTo>
                    <a:pt x="0" y="11991"/>
                  </a:lnTo>
                  <a:cubicBezTo>
                    <a:pt x="0" y="12087"/>
                    <a:pt x="97" y="12183"/>
                    <a:pt x="193" y="12183"/>
                  </a:cubicBezTo>
                  <a:cubicBezTo>
                    <a:pt x="322" y="12183"/>
                    <a:pt x="418" y="12087"/>
                    <a:pt x="418" y="11991"/>
                  </a:cubicBezTo>
                  <a:lnTo>
                    <a:pt x="418" y="10705"/>
                  </a:lnTo>
                  <a:cubicBezTo>
                    <a:pt x="418" y="10576"/>
                    <a:pt x="322" y="10480"/>
                    <a:pt x="193" y="10480"/>
                  </a:cubicBezTo>
                  <a:close/>
                  <a:moveTo>
                    <a:pt x="87915" y="12730"/>
                  </a:moveTo>
                  <a:cubicBezTo>
                    <a:pt x="87819" y="12730"/>
                    <a:pt x="87722" y="12826"/>
                    <a:pt x="87722" y="12955"/>
                  </a:cubicBezTo>
                  <a:lnTo>
                    <a:pt x="87722" y="14241"/>
                  </a:lnTo>
                  <a:cubicBezTo>
                    <a:pt x="87722" y="14337"/>
                    <a:pt x="87819" y="14434"/>
                    <a:pt x="87915" y="14434"/>
                  </a:cubicBezTo>
                  <a:cubicBezTo>
                    <a:pt x="88044" y="14434"/>
                    <a:pt x="88140" y="14337"/>
                    <a:pt x="88140" y="14241"/>
                  </a:cubicBezTo>
                  <a:lnTo>
                    <a:pt x="88140" y="12955"/>
                  </a:lnTo>
                  <a:cubicBezTo>
                    <a:pt x="88140" y="12826"/>
                    <a:pt x="88044" y="12730"/>
                    <a:pt x="87915" y="12730"/>
                  </a:cubicBezTo>
                  <a:close/>
                  <a:moveTo>
                    <a:pt x="193" y="13051"/>
                  </a:moveTo>
                  <a:cubicBezTo>
                    <a:pt x="97" y="13051"/>
                    <a:pt x="0" y="13148"/>
                    <a:pt x="0" y="13244"/>
                  </a:cubicBezTo>
                  <a:lnTo>
                    <a:pt x="0" y="14530"/>
                  </a:lnTo>
                  <a:cubicBezTo>
                    <a:pt x="0" y="14659"/>
                    <a:pt x="97" y="14755"/>
                    <a:pt x="193" y="14755"/>
                  </a:cubicBezTo>
                  <a:cubicBezTo>
                    <a:pt x="322" y="14755"/>
                    <a:pt x="418" y="14659"/>
                    <a:pt x="418" y="14530"/>
                  </a:cubicBezTo>
                  <a:lnTo>
                    <a:pt x="418" y="13244"/>
                  </a:lnTo>
                  <a:cubicBezTo>
                    <a:pt x="418" y="13148"/>
                    <a:pt x="322" y="13051"/>
                    <a:pt x="193" y="13051"/>
                  </a:cubicBezTo>
                  <a:close/>
                  <a:moveTo>
                    <a:pt x="87915" y="15302"/>
                  </a:moveTo>
                  <a:cubicBezTo>
                    <a:pt x="87819" y="15302"/>
                    <a:pt x="87722" y="15398"/>
                    <a:pt x="87722" y="15494"/>
                  </a:cubicBezTo>
                  <a:lnTo>
                    <a:pt x="87722" y="16780"/>
                  </a:lnTo>
                  <a:cubicBezTo>
                    <a:pt x="87722" y="16909"/>
                    <a:pt x="87819" y="17005"/>
                    <a:pt x="87915" y="17005"/>
                  </a:cubicBezTo>
                  <a:cubicBezTo>
                    <a:pt x="88044" y="17005"/>
                    <a:pt x="88140" y="16909"/>
                    <a:pt x="88140" y="16780"/>
                  </a:cubicBezTo>
                  <a:lnTo>
                    <a:pt x="88140" y="15494"/>
                  </a:lnTo>
                  <a:cubicBezTo>
                    <a:pt x="88140" y="15398"/>
                    <a:pt x="88044" y="15302"/>
                    <a:pt x="87915" y="15302"/>
                  </a:cubicBezTo>
                  <a:close/>
                  <a:moveTo>
                    <a:pt x="193" y="15591"/>
                  </a:moveTo>
                  <a:cubicBezTo>
                    <a:pt x="97" y="15591"/>
                    <a:pt x="0" y="15687"/>
                    <a:pt x="0" y="15816"/>
                  </a:cubicBezTo>
                  <a:lnTo>
                    <a:pt x="0" y="17069"/>
                  </a:lnTo>
                  <a:cubicBezTo>
                    <a:pt x="0" y="17198"/>
                    <a:pt x="97" y="17294"/>
                    <a:pt x="193" y="17294"/>
                  </a:cubicBezTo>
                  <a:cubicBezTo>
                    <a:pt x="322" y="17294"/>
                    <a:pt x="418" y="17198"/>
                    <a:pt x="418" y="17069"/>
                  </a:cubicBezTo>
                  <a:lnTo>
                    <a:pt x="418" y="15816"/>
                  </a:lnTo>
                  <a:cubicBezTo>
                    <a:pt x="418" y="15687"/>
                    <a:pt x="322" y="15591"/>
                    <a:pt x="193" y="15591"/>
                  </a:cubicBezTo>
                  <a:close/>
                  <a:moveTo>
                    <a:pt x="87915" y="17841"/>
                  </a:moveTo>
                  <a:cubicBezTo>
                    <a:pt x="87819" y="17841"/>
                    <a:pt x="87722" y="17937"/>
                    <a:pt x="87722" y="18066"/>
                  </a:cubicBezTo>
                  <a:lnTo>
                    <a:pt x="87722" y="19320"/>
                  </a:lnTo>
                  <a:cubicBezTo>
                    <a:pt x="87722" y="19448"/>
                    <a:pt x="87819" y="19545"/>
                    <a:pt x="87915" y="19545"/>
                  </a:cubicBezTo>
                  <a:cubicBezTo>
                    <a:pt x="88044" y="19545"/>
                    <a:pt x="88140" y="19448"/>
                    <a:pt x="88140" y="19320"/>
                  </a:cubicBezTo>
                  <a:lnTo>
                    <a:pt x="88140" y="18066"/>
                  </a:lnTo>
                  <a:cubicBezTo>
                    <a:pt x="88140" y="17937"/>
                    <a:pt x="88044" y="17841"/>
                    <a:pt x="87915" y="17841"/>
                  </a:cubicBezTo>
                  <a:close/>
                  <a:moveTo>
                    <a:pt x="193" y="18130"/>
                  </a:moveTo>
                  <a:cubicBezTo>
                    <a:pt x="97" y="18130"/>
                    <a:pt x="0" y="18227"/>
                    <a:pt x="0" y="18355"/>
                  </a:cubicBezTo>
                  <a:lnTo>
                    <a:pt x="0" y="19641"/>
                  </a:lnTo>
                  <a:cubicBezTo>
                    <a:pt x="0" y="19737"/>
                    <a:pt x="97" y="19834"/>
                    <a:pt x="193" y="19834"/>
                  </a:cubicBezTo>
                  <a:cubicBezTo>
                    <a:pt x="322" y="19834"/>
                    <a:pt x="418" y="19737"/>
                    <a:pt x="418" y="19641"/>
                  </a:cubicBezTo>
                  <a:lnTo>
                    <a:pt x="418" y="18355"/>
                  </a:lnTo>
                  <a:cubicBezTo>
                    <a:pt x="418" y="18227"/>
                    <a:pt x="322" y="18130"/>
                    <a:pt x="193" y="18130"/>
                  </a:cubicBezTo>
                  <a:close/>
                  <a:moveTo>
                    <a:pt x="87915" y="20380"/>
                  </a:moveTo>
                  <a:cubicBezTo>
                    <a:pt x="87819" y="20380"/>
                    <a:pt x="87722" y="20477"/>
                    <a:pt x="87722" y="20605"/>
                  </a:cubicBezTo>
                  <a:lnTo>
                    <a:pt x="87722" y="21891"/>
                  </a:lnTo>
                  <a:cubicBezTo>
                    <a:pt x="87722" y="21988"/>
                    <a:pt x="87819" y="22084"/>
                    <a:pt x="87915" y="22084"/>
                  </a:cubicBezTo>
                  <a:cubicBezTo>
                    <a:pt x="88044" y="22084"/>
                    <a:pt x="88140" y="21988"/>
                    <a:pt x="88140" y="21891"/>
                  </a:cubicBezTo>
                  <a:lnTo>
                    <a:pt x="88140" y="20605"/>
                  </a:lnTo>
                  <a:cubicBezTo>
                    <a:pt x="88140" y="20477"/>
                    <a:pt x="88044" y="20380"/>
                    <a:pt x="87915" y="20380"/>
                  </a:cubicBezTo>
                  <a:close/>
                  <a:moveTo>
                    <a:pt x="193" y="20702"/>
                  </a:moveTo>
                  <a:cubicBezTo>
                    <a:pt x="97" y="20702"/>
                    <a:pt x="0" y="20798"/>
                    <a:pt x="0" y="20895"/>
                  </a:cubicBezTo>
                  <a:lnTo>
                    <a:pt x="0" y="22180"/>
                  </a:lnTo>
                  <a:cubicBezTo>
                    <a:pt x="0" y="22309"/>
                    <a:pt x="97" y="22405"/>
                    <a:pt x="193" y="22405"/>
                  </a:cubicBezTo>
                  <a:cubicBezTo>
                    <a:pt x="322" y="22405"/>
                    <a:pt x="418" y="22309"/>
                    <a:pt x="418" y="22180"/>
                  </a:cubicBezTo>
                  <a:lnTo>
                    <a:pt x="418" y="20895"/>
                  </a:lnTo>
                  <a:cubicBezTo>
                    <a:pt x="418" y="20798"/>
                    <a:pt x="322" y="20702"/>
                    <a:pt x="193" y="20702"/>
                  </a:cubicBezTo>
                  <a:close/>
                  <a:moveTo>
                    <a:pt x="87915" y="22952"/>
                  </a:moveTo>
                  <a:cubicBezTo>
                    <a:pt x="87819" y="22952"/>
                    <a:pt x="87722" y="23048"/>
                    <a:pt x="87722" y="23145"/>
                  </a:cubicBezTo>
                  <a:lnTo>
                    <a:pt x="87722" y="24431"/>
                  </a:lnTo>
                  <a:cubicBezTo>
                    <a:pt x="87722" y="24559"/>
                    <a:pt x="87819" y="24656"/>
                    <a:pt x="87915" y="24656"/>
                  </a:cubicBezTo>
                  <a:cubicBezTo>
                    <a:pt x="88044" y="24656"/>
                    <a:pt x="88140" y="24559"/>
                    <a:pt x="88140" y="24431"/>
                  </a:cubicBezTo>
                  <a:lnTo>
                    <a:pt x="88140" y="23145"/>
                  </a:lnTo>
                  <a:cubicBezTo>
                    <a:pt x="88140" y="23048"/>
                    <a:pt x="88044" y="22952"/>
                    <a:pt x="87915" y="22952"/>
                  </a:cubicBezTo>
                  <a:close/>
                  <a:moveTo>
                    <a:pt x="193" y="23241"/>
                  </a:moveTo>
                  <a:cubicBezTo>
                    <a:pt x="97" y="23241"/>
                    <a:pt x="0" y="23338"/>
                    <a:pt x="0" y="23466"/>
                  </a:cubicBezTo>
                  <a:lnTo>
                    <a:pt x="0" y="24720"/>
                  </a:lnTo>
                  <a:cubicBezTo>
                    <a:pt x="0" y="24848"/>
                    <a:pt x="97" y="24945"/>
                    <a:pt x="193" y="24945"/>
                  </a:cubicBezTo>
                  <a:cubicBezTo>
                    <a:pt x="322" y="24945"/>
                    <a:pt x="418" y="24848"/>
                    <a:pt x="418" y="24720"/>
                  </a:cubicBezTo>
                  <a:lnTo>
                    <a:pt x="418" y="23466"/>
                  </a:lnTo>
                  <a:cubicBezTo>
                    <a:pt x="418" y="23338"/>
                    <a:pt x="322" y="23241"/>
                    <a:pt x="193" y="23241"/>
                  </a:cubicBezTo>
                  <a:close/>
                  <a:moveTo>
                    <a:pt x="87915" y="25491"/>
                  </a:moveTo>
                  <a:cubicBezTo>
                    <a:pt x="87819" y="25491"/>
                    <a:pt x="87722" y="25588"/>
                    <a:pt x="87722" y="25716"/>
                  </a:cubicBezTo>
                  <a:lnTo>
                    <a:pt x="87722" y="26970"/>
                  </a:lnTo>
                  <a:cubicBezTo>
                    <a:pt x="87722" y="27099"/>
                    <a:pt x="87819" y="27195"/>
                    <a:pt x="87915" y="27195"/>
                  </a:cubicBezTo>
                  <a:cubicBezTo>
                    <a:pt x="88044" y="27195"/>
                    <a:pt x="88140" y="27099"/>
                    <a:pt x="88140" y="26970"/>
                  </a:cubicBezTo>
                  <a:lnTo>
                    <a:pt x="88140" y="25716"/>
                  </a:lnTo>
                  <a:cubicBezTo>
                    <a:pt x="88140" y="25588"/>
                    <a:pt x="88044" y="25491"/>
                    <a:pt x="87915" y="25491"/>
                  </a:cubicBezTo>
                  <a:close/>
                  <a:moveTo>
                    <a:pt x="193" y="25813"/>
                  </a:moveTo>
                  <a:cubicBezTo>
                    <a:pt x="97" y="25813"/>
                    <a:pt x="0" y="25909"/>
                    <a:pt x="0" y="26006"/>
                  </a:cubicBezTo>
                  <a:lnTo>
                    <a:pt x="0" y="27291"/>
                  </a:lnTo>
                  <a:cubicBezTo>
                    <a:pt x="0" y="27388"/>
                    <a:pt x="97" y="27484"/>
                    <a:pt x="193" y="27484"/>
                  </a:cubicBezTo>
                  <a:cubicBezTo>
                    <a:pt x="322" y="27484"/>
                    <a:pt x="418" y="27388"/>
                    <a:pt x="418" y="27291"/>
                  </a:cubicBezTo>
                  <a:lnTo>
                    <a:pt x="418" y="26006"/>
                  </a:lnTo>
                  <a:cubicBezTo>
                    <a:pt x="418" y="25909"/>
                    <a:pt x="322" y="25813"/>
                    <a:pt x="193" y="25813"/>
                  </a:cubicBezTo>
                  <a:close/>
                  <a:moveTo>
                    <a:pt x="87915" y="28063"/>
                  </a:moveTo>
                  <a:cubicBezTo>
                    <a:pt x="87819" y="28063"/>
                    <a:pt x="87722" y="28127"/>
                    <a:pt x="87722" y="28256"/>
                  </a:cubicBezTo>
                  <a:lnTo>
                    <a:pt x="87722" y="29542"/>
                  </a:lnTo>
                  <a:cubicBezTo>
                    <a:pt x="87722" y="29638"/>
                    <a:pt x="87819" y="29734"/>
                    <a:pt x="87915" y="29734"/>
                  </a:cubicBezTo>
                  <a:cubicBezTo>
                    <a:pt x="88044" y="29734"/>
                    <a:pt x="88140" y="29638"/>
                    <a:pt x="88140" y="29542"/>
                  </a:cubicBezTo>
                  <a:lnTo>
                    <a:pt x="88140" y="28256"/>
                  </a:lnTo>
                  <a:cubicBezTo>
                    <a:pt x="88140" y="28127"/>
                    <a:pt x="88044" y="28063"/>
                    <a:pt x="87915" y="28063"/>
                  </a:cubicBezTo>
                  <a:close/>
                  <a:moveTo>
                    <a:pt x="193" y="28352"/>
                  </a:moveTo>
                  <a:cubicBezTo>
                    <a:pt x="97" y="28352"/>
                    <a:pt x="0" y="28449"/>
                    <a:pt x="0" y="28577"/>
                  </a:cubicBezTo>
                  <a:lnTo>
                    <a:pt x="0" y="29831"/>
                  </a:lnTo>
                  <a:cubicBezTo>
                    <a:pt x="0" y="29959"/>
                    <a:pt x="97" y="30056"/>
                    <a:pt x="193" y="30056"/>
                  </a:cubicBezTo>
                  <a:cubicBezTo>
                    <a:pt x="322" y="30056"/>
                    <a:pt x="418" y="29959"/>
                    <a:pt x="418" y="29831"/>
                  </a:cubicBezTo>
                  <a:lnTo>
                    <a:pt x="418" y="28577"/>
                  </a:lnTo>
                  <a:cubicBezTo>
                    <a:pt x="418" y="28449"/>
                    <a:pt x="322" y="28352"/>
                    <a:pt x="193" y="28352"/>
                  </a:cubicBezTo>
                  <a:close/>
                  <a:moveTo>
                    <a:pt x="87915" y="30602"/>
                  </a:moveTo>
                  <a:cubicBezTo>
                    <a:pt x="87819" y="30602"/>
                    <a:pt x="87722" y="30699"/>
                    <a:pt x="87722" y="30795"/>
                  </a:cubicBezTo>
                  <a:lnTo>
                    <a:pt x="87722" y="32081"/>
                  </a:lnTo>
                  <a:cubicBezTo>
                    <a:pt x="87722" y="32210"/>
                    <a:pt x="87819" y="32306"/>
                    <a:pt x="87915" y="32306"/>
                  </a:cubicBezTo>
                  <a:cubicBezTo>
                    <a:pt x="88044" y="32306"/>
                    <a:pt x="88140" y="32210"/>
                    <a:pt x="88140" y="32081"/>
                  </a:cubicBezTo>
                  <a:lnTo>
                    <a:pt x="88140" y="30795"/>
                  </a:lnTo>
                  <a:cubicBezTo>
                    <a:pt x="88140" y="30699"/>
                    <a:pt x="88044" y="30602"/>
                    <a:pt x="87915" y="30602"/>
                  </a:cubicBezTo>
                  <a:close/>
                  <a:moveTo>
                    <a:pt x="193" y="30892"/>
                  </a:moveTo>
                  <a:cubicBezTo>
                    <a:pt x="97" y="30892"/>
                    <a:pt x="0" y="30988"/>
                    <a:pt x="0" y="31117"/>
                  </a:cubicBezTo>
                  <a:lnTo>
                    <a:pt x="0" y="32402"/>
                  </a:lnTo>
                  <a:cubicBezTo>
                    <a:pt x="0" y="32499"/>
                    <a:pt x="97" y="32595"/>
                    <a:pt x="193" y="32595"/>
                  </a:cubicBezTo>
                  <a:cubicBezTo>
                    <a:pt x="322" y="32595"/>
                    <a:pt x="418" y="32499"/>
                    <a:pt x="418" y="32402"/>
                  </a:cubicBezTo>
                  <a:lnTo>
                    <a:pt x="418" y="31117"/>
                  </a:lnTo>
                  <a:cubicBezTo>
                    <a:pt x="418" y="30988"/>
                    <a:pt x="322" y="30892"/>
                    <a:pt x="193" y="30892"/>
                  </a:cubicBezTo>
                  <a:close/>
                  <a:moveTo>
                    <a:pt x="87915" y="33142"/>
                  </a:moveTo>
                  <a:cubicBezTo>
                    <a:pt x="87819" y="33142"/>
                    <a:pt x="87722" y="33238"/>
                    <a:pt x="87722" y="33367"/>
                  </a:cubicBezTo>
                  <a:lnTo>
                    <a:pt x="87722" y="33592"/>
                  </a:lnTo>
                  <a:cubicBezTo>
                    <a:pt x="87722" y="33656"/>
                    <a:pt x="87722" y="33720"/>
                    <a:pt x="87787" y="33752"/>
                  </a:cubicBezTo>
                  <a:cubicBezTo>
                    <a:pt x="87819" y="33785"/>
                    <a:pt x="87883" y="33817"/>
                    <a:pt x="87915" y="33817"/>
                  </a:cubicBezTo>
                  <a:lnTo>
                    <a:pt x="88944" y="33817"/>
                  </a:lnTo>
                  <a:cubicBezTo>
                    <a:pt x="89072" y="33817"/>
                    <a:pt x="89169" y="33720"/>
                    <a:pt x="89169" y="33592"/>
                  </a:cubicBezTo>
                  <a:cubicBezTo>
                    <a:pt x="89169" y="33495"/>
                    <a:pt x="89072" y="33399"/>
                    <a:pt x="88944" y="33399"/>
                  </a:cubicBezTo>
                  <a:lnTo>
                    <a:pt x="88140" y="33399"/>
                  </a:lnTo>
                  <a:lnTo>
                    <a:pt x="88140" y="33367"/>
                  </a:lnTo>
                  <a:cubicBezTo>
                    <a:pt x="88140" y="33238"/>
                    <a:pt x="88044" y="33142"/>
                    <a:pt x="87915" y="33142"/>
                  </a:cubicBezTo>
                  <a:close/>
                  <a:moveTo>
                    <a:pt x="90230" y="33399"/>
                  </a:moveTo>
                  <a:cubicBezTo>
                    <a:pt x="90101" y="33399"/>
                    <a:pt x="90005" y="33495"/>
                    <a:pt x="90005" y="33592"/>
                  </a:cubicBezTo>
                  <a:cubicBezTo>
                    <a:pt x="90005" y="33720"/>
                    <a:pt x="90101" y="33817"/>
                    <a:pt x="90230" y="33817"/>
                  </a:cubicBezTo>
                  <a:lnTo>
                    <a:pt x="91515" y="33817"/>
                  </a:lnTo>
                  <a:cubicBezTo>
                    <a:pt x="91612" y="33817"/>
                    <a:pt x="91708" y="33720"/>
                    <a:pt x="91708" y="33592"/>
                  </a:cubicBezTo>
                  <a:cubicBezTo>
                    <a:pt x="91708" y="33495"/>
                    <a:pt x="91612" y="33399"/>
                    <a:pt x="91515" y="33399"/>
                  </a:cubicBezTo>
                  <a:close/>
                  <a:moveTo>
                    <a:pt x="92769" y="33399"/>
                  </a:moveTo>
                  <a:cubicBezTo>
                    <a:pt x="92673" y="33399"/>
                    <a:pt x="92576" y="33495"/>
                    <a:pt x="92576" y="33592"/>
                  </a:cubicBezTo>
                  <a:cubicBezTo>
                    <a:pt x="92576" y="33720"/>
                    <a:pt x="92673" y="33817"/>
                    <a:pt x="92769" y="33817"/>
                  </a:cubicBezTo>
                  <a:lnTo>
                    <a:pt x="94055" y="33817"/>
                  </a:lnTo>
                  <a:cubicBezTo>
                    <a:pt x="94183" y="33817"/>
                    <a:pt x="94280" y="33720"/>
                    <a:pt x="94280" y="33592"/>
                  </a:cubicBezTo>
                  <a:cubicBezTo>
                    <a:pt x="94280" y="33495"/>
                    <a:pt x="94183" y="33399"/>
                    <a:pt x="94055" y="33399"/>
                  </a:cubicBezTo>
                  <a:close/>
                  <a:moveTo>
                    <a:pt x="95341" y="33399"/>
                  </a:moveTo>
                  <a:cubicBezTo>
                    <a:pt x="95212" y="33399"/>
                    <a:pt x="95115" y="33495"/>
                    <a:pt x="95115" y="33592"/>
                  </a:cubicBezTo>
                  <a:cubicBezTo>
                    <a:pt x="95115" y="33720"/>
                    <a:pt x="95212" y="33817"/>
                    <a:pt x="95341" y="33817"/>
                  </a:cubicBezTo>
                  <a:lnTo>
                    <a:pt x="96594" y="33817"/>
                  </a:lnTo>
                  <a:cubicBezTo>
                    <a:pt x="96723" y="33817"/>
                    <a:pt x="96819" y="33720"/>
                    <a:pt x="96819" y="33592"/>
                  </a:cubicBezTo>
                  <a:cubicBezTo>
                    <a:pt x="96819" y="33495"/>
                    <a:pt x="96723" y="33399"/>
                    <a:pt x="96594" y="33399"/>
                  </a:cubicBezTo>
                  <a:close/>
                  <a:moveTo>
                    <a:pt x="97880" y="33399"/>
                  </a:moveTo>
                  <a:cubicBezTo>
                    <a:pt x="97751" y="33399"/>
                    <a:pt x="97655" y="33495"/>
                    <a:pt x="97655" y="33592"/>
                  </a:cubicBezTo>
                  <a:cubicBezTo>
                    <a:pt x="97655" y="33720"/>
                    <a:pt x="97751" y="33817"/>
                    <a:pt x="97880" y="33817"/>
                  </a:cubicBezTo>
                  <a:lnTo>
                    <a:pt x="99166" y="33817"/>
                  </a:lnTo>
                  <a:cubicBezTo>
                    <a:pt x="99262" y="33817"/>
                    <a:pt x="99359" y="33720"/>
                    <a:pt x="99359" y="33592"/>
                  </a:cubicBezTo>
                  <a:cubicBezTo>
                    <a:pt x="99359" y="33495"/>
                    <a:pt x="99262" y="33399"/>
                    <a:pt x="99166" y="33399"/>
                  </a:cubicBezTo>
                  <a:close/>
                  <a:moveTo>
                    <a:pt x="100419" y="33399"/>
                  </a:moveTo>
                  <a:cubicBezTo>
                    <a:pt x="100323" y="33399"/>
                    <a:pt x="100226" y="33495"/>
                    <a:pt x="100226" y="33592"/>
                  </a:cubicBezTo>
                  <a:cubicBezTo>
                    <a:pt x="100226" y="33720"/>
                    <a:pt x="100323" y="33817"/>
                    <a:pt x="100419" y="33817"/>
                  </a:cubicBezTo>
                  <a:lnTo>
                    <a:pt x="101705" y="33817"/>
                  </a:lnTo>
                  <a:cubicBezTo>
                    <a:pt x="101834" y="33817"/>
                    <a:pt x="101930" y="33720"/>
                    <a:pt x="101930" y="33592"/>
                  </a:cubicBezTo>
                  <a:cubicBezTo>
                    <a:pt x="101930" y="33495"/>
                    <a:pt x="101834" y="33399"/>
                    <a:pt x="101705" y="33399"/>
                  </a:cubicBezTo>
                  <a:close/>
                  <a:moveTo>
                    <a:pt x="102991" y="33399"/>
                  </a:moveTo>
                  <a:cubicBezTo>
                    <a:pt x="102862" y="33399"/>
                    <a:pt x="102766" y="33495"/>
                    <a:pt x="102766" y="33592"/>
                  </a:cubicBezTo>
                  <a:cubicBezTo>
                    <a:pt x="102766" y="33720"/>
                    <a:pt x="102862" y="33817"/>
                    <a:pt x="102991" y="33817"/>
                  </a:cubicBezTo>
                  <a:lnTo>
                    <a:pt x="104245" y="33817"/>
                  </a:lnTo>
                  <a:cubicBezTo>
                    <a:pt x="104373" y="33817"/>
                    <a:pt x="104470" y="33720"/>
                    <a:pt x="104470" y="33592"/>
                  </a:cubicBezTo>
                  <a:cubicBezTo>
                    <a:pt x="104470" y="33495"/>
                    <a:pt x="104373" y="33399"/>
                    <a:pt x="104245" y="33399"/>
                  </a:cubicBezTo>
                  <a:close/>
                  <a:moveTo>
                    <a:pt x="105530" y="33399"/>
                  </a:moveTo>
                  <a:cubicBezTo>
                    <a:pt x="105434" y="33399"/>
                    <a:pt x="105337" y="33495"/>
                    <a:pt x="105337" y="33592"/>
                  </a:cubicBezTo>
                  <a:cubicBezTo>
                    <a:pt x="105337" y="33720"/>
                    <a:pt x="105434" y="33817"/>
                    <a:pt x="105530" y="33817"/>
                  </a:cubicBezTo>
                  <a:lnTo>
                    <a:pt x="106816" y="33817"/>
                  </a:lnTo>
                  <a:cubicBezTo>
                    <a:pt x="106912" y="33817"/>
                    <a:pt x="107009" y="33720"/>
                    <a:pt x="107009" y="33592"/>
                  </a:cubicBezTo>
                  <a:cubicBezTo>
                    <a:pt x="107009" y="33495"/>
                    <a:pt x="106912" y="33399"/>
                    <a:pt x="106816" y="33399"/>
                  </a:cubicBezTo>
                  <a:close/>
                  <a:moveTo>
                    <a:pt x="108102" y="33399"/>
                  </a:moveTo>
                  <a:cubicBezTo>
                    <a:pt x="107973" y="33399"/>
                    <a:pt x="107877" y="33495"/>
                    <a:pt x="107877" y="33592"/>
                  </a:cubicBezTo>
                  <a:cubicBezTo>
                    <a:pt x="107877" y="33720"/>
                    <a:pt x="107973" y="33817"/>
                    <a:pt x="108102" y="33817"/>
                  </a:cubicBezTo>
                  <a:lnTo>
                    <a:pt x="109355" y="33817"/>
                  </a:lnTo>
                  <a:cubicBezTo>
                    <a:pt x="109484" y="33817"/>
                    <a:pt x="109580" y="33720"/>
                    <a:pt x="109580" y="33592"/>
                  </a:cubicBezTo>
                  <a:cubicBezTo>
                    <a:pt x="109580" y="33495"/>
                    <a:pt x="109484" y="33399"/>
                    <a:pt x="109355" y="33399"/>
                  </a:cubicBezTo>
                  <a:close/>
                  <a:moveTo>
                    <a:pt x="110641" y="33399"/>
                  </a:moveTo>
                  <a:cubicBezTo>
                    <a:pt x="110513" y="33399"/>
                    <a:pt x="110416" y="33495"/>
                    <a:pt x="110416" y="33592"/>
                  </a:cubicBezTo>
                  <a:cubicBezTo>
                    <a:pt x="110416" y="33720"/>
                    <a:pt x="110513" y="33817"/>
                    <a:pt x="110641" y="33817"/>
                  </a:cubicBezTo>
                  <a:lnTo>
                    <a:pt x="111927" y="33817"/>
                  </a:lnTo>
                  <a:cubicBezTo>
                    <a:pt x="112023" y="33817"/>
                    <a:pt x="112120" y="33720"/>
                    <a:pt x="112120" y="33592"/>
                  </a:cubicBezTo>
                  <a:cubicBezTo>
                    <a:pt x="112120" y="33495"/>
                    <a:pt x="112023" y="33399"/>
                    <a:pt x="111927" y="33399"/>
                  </a:cubicBezTo>
                  <a:close/>
                  <a:moveTo>
                    <a:pt x="113181" y="33399"/>
                  </a:moveTo>
                  <a:cubicBezTo>
                    <a:pt x="113084" y="33399"/>
                    <a:pt x="112988" y="33495"/>
                    <a:pt x="112988" y="33592"/>
                  </a:cubicBezTo>
                  <a:cubicBezTo>
                    <a:pt x="112988" y="33720"/>
                    <a:pt x="113084" y="33817"/>
                    <a:pt x="113181" y="33817"/>
                  </a:cubicBezTo>
                  <a:lnTo>
                    <a:pt x="114466" y="33817"/>
                  </a:lnTo>
                  <a:cubicBezTo>
                    <a:pt x="114595" y="33817"/>
                    <a:pt x="114691" y="33720"/>
                    <a:pt x="114691" y="33592"/>
                  </a:cubicBezTo>
                  <a:cubicBezTo>
                    <a:pt x="114691" y="33495"/>
                    <a:pt x="114595" y="33399"/>
                    <a:pt x="114466" y="33399"/>
                  </a:cubicBezTo>
                  <a:close/>
                  <a:moveTo>
                    <a:pt x="115752" y="33399"/>
                  </a:moveTo>
                  <a:cubicBezTo>
                    <a:pt x="115624" y="33399"/>
                    <a:pt x="115527" y="33495"/>
                    <a:pt x="115527" y="33592"/>
                  </a:cubicBezTo>
                  <a:cubicBezTo>
                    <a:pt x="115527" y="33720"/>
                    <a:pt x="115624" y="33817"/>
                    <a:pt x="115752" y="33817"/>
                  </a:cubicBezTo>
                  <a:lnTo>
                    <a:pt x="117006" y="33817"/>
                  </a:lnTo>
                  <a:cubicBezTo>
                    <a:pt x="117134" y="33817"/>
                    <a:pt x="117231" y="33720"/>
                    <a:pt x="117231" y="33592"/>
                  </a:cubicBezTo>
                  <a:cubicBezTo>
                    <a:pt x="117231" y="33495"/>
                    <a:pt x="117134" y="33399"/>
                    <a:pt x="117006" y="33399"/>
                  </a:cubicBezTo>
                  <a:close/>
                  <a:moveTo>
                    <a:pt x="118292" y="33399"/>
                  </a:moveTo>
                  <a:cubicBezTo>
                    <a:pt x="118163" y="33399"/>
                    <a:pt x="118067" y="33495"/>
                    <a:pt x="118067" y="33592"/>
                  </a:cubicBezTo>
                  <a:cubicBezTo>
                    <a:pt x="118067" y="33720"/>
                    <a:pt x="118163" y="33817"/>
                    <a:pt x="118292" y="33817"/>
                  </a:cubicBezTo>
                  <a:lnTo>
                    <a:pt x="119577" y="33817"/>
                  </a:lnTo>
                  <a:cubicBezTo>
                    <a:pt x="119674" y="33817"/>
                    <a:pt x="119770" y="33720"/>
                    <a:pt x="119770" y="33592"/>
                  </a:cubicBezTo>
                  <a:cubicBezTo>
                    <a:pt x="119770" y="33495"/>
                    <a:pt x="119674" y="33399"/>
                    <a:pt x="119577" y="33399"/>
                  </a:cubicBezTo>
                  <a:close/>
                  <a:moveTo>
                    <a:pt x="193" y="33463"/>
                  </a:moveTo>
                  <a:cubicBezTo>
                    <a:pt x="97" y="33463"/>
                    <a:pt x="0" y="33560"/>
                    <a:pt x="0" y="33656"/>
                  </a:cubicBezTo>
                  <a:lnTo>
                    <a:pt x="0" y="34942"/>
                  </a:lnTo>
                  <a:cubicBezTo>
                    <a:pt x="0" y="35070"/>
                    <a:pt x="97" y="35167"/>
                    <a:pt x="193" y="35167"/>
                  </a:cubicBezTo>
                  <a:cubicBezTo>
                    <a:pt x="322" y="35167"/>
                    <a:pt x="418" y="35070"/>
                    <a:pt x="418" y="34942"/>
                  </a:cubicBezTo>
                  <a:lnTo>
                    <a:pt x="418" y="33656"/>
                  </a:lnTo>
                  <a:cubicBezTo>
                    <a:pt x="418" y="33560"/>
                    <a:pt x="322" y="33463"/>
                    <a:pt x="193" y="33463"/>
                  </a:cubicBezTo>
                  <a:close/>
                  <a:moveTo>
                    <a:pt x="120092" y="34138"/>
                  </a:moveTo>
                  <a:cubicBezTo>
                    <a:pt x="119995" y="34138"/>
                    <a:pt x="119899" y="34235"/>
                    <a:pt x="119899" y="34331"/>
                  </a:cubicBezTo>
                  <a:lnTo>
                    <a:pt x="119899" y="35617"/>
                  </a:lnTo>
                  <a:cubicBezTo>
                    <a:pt x="119899" y="35745"/>
                    <a:pt x="119995" y="35842"/>
                    <a:pt x="120092" y="35842"/>
                  </a:cubicBezTo>
                  <a:cubicBezTo>
                    <a:pt x="120220" y="35842"/>
                    <a:pt x="120317" y="35745"/>
                    <a:pt x="120317" y="35617"/>
                  </a:cubicBezTo>
                  <a:lnTo>
                    <a:pt x="120317" y="34331"/>
                  </a:lnTo>
                  <a:cubicBezTo>
                    <a:pt x="120317" y="34235"/>
                    <a:pt x="120220" y="34138"/>
                    <a:pt x="120092" y="34138"/>
                  </a:cubicBezTo>
                  <a:close/>
                  <a:moveTo>
                    <a:pt x="193" y="36003"/>
                  </a:moveTo>
                  <a:cubicBezTo>
                    <a:pt x="97" y="36003"/>
                    <a:pt x="0" y="36099"/>
                    <a:pt x="0" y="36228"/>
                  </a:cubicBezTo>
                  <a:lnTo>
                    <a:pt x="0" y="37481"/>
                  </a:lnTo>
                  <a:cubicBezTo>
                    <a:pt x="0" y="37610"/>
                    <a:pt x="97" y="37706"/>
                    <a:pt x="193" y="37706"/>
                  </a:cubicBezTo>
                  <a:cubicBezTo>
                    <a:pt x="322" y="37706"/>
                    <a:pt x="418" y="37610"/>
                    <a:pt x="418" y="37481"/>
                  </a:cubicBezTo>
                  <a:lnTo>
                    <a:pt x="418" y="36228"/>
                  </a:lnTo>
                  <a:cubicBezTo>
                    <a:pt x="418" y="36099"/>
                    <a:pt x="322" y="36003"/>
                    <a:pt x="193" y="36003"/>
                  </a:cubicBezTo>
                  <a:close/>
                  <a:moveTo>
                    <a:pt x="120092" y="36678"/>
                  </a:moveTo>
                  <a:cubicBezTo>
                    <a:pt x="119995" y="36678"/>
                    <a:pt x="119899" y="36774"/>
                    <a:pt x="119899" y="36903"/>
                  </a:cubicBezTo>
                  <a:lnTo>
                    <a:pt x="119899" y="38156"/>
                  </a:lnTo>
                  <a:cubicBezTo>
                    <a:pt x="119899" y="38285"/>
                    <a:pt x="119995" y="38381"/>
                    <a:pt x="120092" y="38381"/>
                  </a:cubicBezTo>
                  <a:cubicBezTo>
                    <a:pt x="120220" y="38381"/>
                    <a:pt x="120317" y="38285"/>
                    <a:pt x="120317" y="38156"/>
                  </a:cubicBezTo>
                  <a:lnTo>
                    <a:pt x="120317" y="36903"/>
                  </a:lnTo>
                  <a:cubicBezTo>
                    <a:pt x="120317" y="36774"/>
                    <a:pt x="120220" y="36678"/>
                    <a:pt x="120092" y="36678"/>
                  </a:cubicBezTo>
                  <a:close/>
                  <a:moveTo>
                    <a:pt x="193" y="38542"/>
                  </a:moveTo>
                  <a:cubicBezTo>
                    <a:pt x="97" y="38542"/>
                    <a:pt x="0" y="38638"/>
                    <a:pt x="0" y="38767"/>
                  </a:cubicBezTo>
                  <a:lnTo>
                    <a:pt x="0" y="40053"/>
                  </a:lnTo>
                  <a:cubicBezTo>
                    <a:pt x="0" y="40149"/>
                    <a:pt x="97" y="40246"/>
                    <a:pt x="193" y="40246"/>
                  </a:cubicBezTo>
                  <a:cubicBezTo>
                    <a:pt x="322" y="40246"/>
                    <a:pt x="418" y="40149"/>
                    <a:pt x="418" y="40053"/>
                  </a:cubicBezTo>
                  <a:lnTo>
                    <a:pt x="418" y="38767"/>
                  </a:lnTo>
                  <a:cubicBezTo>
                    <a:pt x="418" y="38638"/>
                    <a:pt x="322" y="38542"/>
                    <a:pt x="193" y="38542"/>
                  </a:cubicBezTo>
                  <a:close/>
                  <a:moveTo>
                    <a:pt x="120092" y="39249"/>
                  </a:moveTo>
                  <a:cubicBezTo>
                    <a:pt x="119995" y="39249"/>
                    <a:pt x="119899" y="39313"/>
                    <a:pt x="119899" y="39442"/>
                  </a:cubicBezTo>
                  <a:lnTo>
                    <a:pt x="119899" y="40728"/>
                  </a:lnTo>
                  <a:cubicBezTo>
                    <a:pt x="119899" y="40824"/>
                    <a:pt x="119995" y="40921"/>
                    <a:pt x="120092" y="40921"/>
                  </a:cubicBezTo>
                  <a:cubicBezTo>
                    <a:pt x="120220" y="40921"/>
                    <a:pt x="120317" y="40824"/>
                    <a:pt x="120317" y="40728"/>
                  </a:cubicBezTo>
                  <a:lnTo>
                    <a:pt x="120317" y="39442"/>
                  </a:lnTo>
                  <a:cubicBezTo>
                    <a:pt x="120317" y="39313"/>
                    <a:pt x="120220" y="39249"/>
                    <a:pt x="120092" y="39249"/>
                  </a:cubicBezTo>
                  <a:close/>
                  <a:moveTo>
                    <a:pt x="193" y="41114"/>
                  </a:moveTo>
                  <a:cubicBezTo>
                    <a:pt x="97" y="41114"/>
                    <a:pt x="0" y="41210"/>
                    <a:pt x="0" y="41306"/>
                  </a:cubicBezTo>
                  <a:lnTo>
                    <a:pt x="0" y="42592"/>
                  </a:lnTo>
                  <a:cubicBezTo>
                    <a:pt x="0" y="42721"/>
                    <a:pt x="97" y="42817"/>
                    <a:pt x="193" y="42817"/>
                  </a:cubicBezTo>
                  <a:cubicBezTo>
                    <a:pt x="322" y="42817"/>
                    <a:pt x="418" y="42721"/>
                    <a:pt x="418" y="42592"/>
                  </a:cubicBezTo>
                  <a:lnTo>
                    <a:pt x="418" y="41306"/>
                  </a:lnTo>
                  <a:cubicBezTo>
                    <a:pt x="418" y="41210"/>
                    <a:pt x="322" y="41114"/>
                    <a:pt x="193" y="41114"/>
                  </a:cubicBezTo>
                  <a:close/>
                  <a:moveTo>
                    <a:pt x="120092" y="41789"/>
                  </a:moveTo>
                  <a:cubicBezTo>
                    <a:pt x="119995" y="41789"/>
                    <a:pt x="119899" y="41885"/>
                    <a:pt x="119899" y="41981"/>
                  </a:cubicBezTo>
                  <a:lnTo>
                    <a:pt x="119899" y="43267"/>
                  </a:lnTo>
                  <a:cubicBezTo>
                    <a:pt x="119899" y="43396"/>
                    <a:pt x="119995" y="43492"/>
                    <a:pt x="120092" y="43492"/>
                  </a:cubicBezTo>
                  <a:cubicBezTo>
                    <a:pt x="120220" y="43492"/>
                    <a:pt x="120317" y="43396"/>
                    <a:pt x="120317" y="43267"/>
                  </a:cubicBezTo>
                  <a:lnTo>
                    <a:pt x="120317" y="41981"/>
                  </a:lnTo>
                  <a:cubicBezTo>
                    <a:pt x="120317" y="41885"/>
                    <a:pt x="120220" y="41789"/>
                    <a:pt x="120092" y="41789"/>
                  </a:cubicBezTo>
                  <a:close/>
                  <a:moveTo>
                    <a:pt x="193" y="43653"/>
                  </a:moveTo>
                  <a:cubicBezTo>
                    <a:pt x="97" y="43653"/>
                    <a:pt x="0" y="43749"/>
                    <a:pt x="0" y="43878"/>
                  </a:cubicBezTo>
                  <a:lnTo>
                    <a:pt x="0" y="45132"/>
                  </a:lnTo>
                  <a:cubicBezTo>
                    <a:pt x="0" y="45260"/>
                    <a:pt x="97" y="45357"/>
                    <a:pt x="193" y="45357"/>
                  </a:cubicBezTo>
                  <a:cubicBezTo>
                    <a:pt x="322" y="45357"/>
                    <a:pt x="418" y="45260"/>
                    <a:pt x="418" y="45132"/>
                  </a:cubicBezTo>
                  <a:lnTo>
                    <a:pt x="418" y="43878"/>
                  </a:lnTo>
                  <a:cubicBezTo>
                    <a:pt x="418" y="43749"/>
                    <a:pt x="322" y="43653"/>
                    <a:pt x="193" y="43653"/>
                  </a:cubicBezTo>
                  <a:close/>
                  <a:moveTo>
                    <a:pt x="120092" y="44328"/>
                  </a:moveTo>
                  <a:cubicBezTo>
                    <a:pt x="119995" y="44328"/>
                    <a:pt x="119899" y="44424"/>
                    <a:pt x="119899" y="44553"/>
                  </a:cubicBezTo>
                  <a:lnTo>
                    <a:pt x="119899" y="45839"/>
                  </a:lnTo>
                  <a:cubicBezTo>
                    <a:pt x="119899" y="45935"/>
                    <a:pt x="119995" y="46032"/>
                    <a:pt x="120092" y="46032"/>
                  </a:cubicBezTo>
                  <a:cubicBezTo>
                    <a:pt x="120220" y="46032"/>
                    <a:pt x="120317" y="45935"/>
                    <a:pt x="120317" y="45839"/>
                  </a:cubicBezTo>
                  <a:lnTo>
                    <a:pt x="120317" y="44553"/>
                  </a:lnTo>
                  <a:cubicBezTo>
                    <a:pt x="120317" y="44424"/>
                    <a:pt x="120220" y="44328"/>
                    <a:pt x="120092" y="44328"/>
                  </a:cubicBezTo>
                  <a:close/>
                  <a:moveTo>
                    <a:pt x="120092" y="46900"/>
                  </a:moveTo>
                  <a:cubicBezTo>
                    <a:pt x="119995" y="46900"/>
                    <a:pt x="119899" y="46996"/>
                    <a:pt x="119899" y="47092"/>
                  </a:cubicBezTo>
                  <a:lnTo>
                    <a:pt x="119899" y="48378"/>
                  </a:lnTo>
                  <a:cubicBezTo>
                    <a:pt x="119899" y="48507"/>
                    <a:pt x="119995" y="48571"/>
                    <a:pt x="120092" y="48571"/>
                  </a:cubicBezTo>
                  <a:cubicBezTo>
                    <a:pt x="120220" y="48571"/>
                    <a:pt x="120317" y="48507"/>
                    <a:pt x="120317" y="48378"/>
                  </a:cubicBezTo>
                  <a:lnTo>
                    <a:pt x="120317" y="47092"/>
                  </a:lnTo>
                  <a:cubicBezTo>
                    <a:pt x="120317" y="46996"/>
                    <a:pt x="120220" y="46900"/>
                    <a:pt x="120092" y="46900"/>
                  </a:cubicBezTo>
                  <a:close/>
                  <a:moveTo>
                    <a:pt x="120092" y="49439"/>
                  </a:moveTo>
                  <a:cubicBezTo>
                    <a:pt x="119995" y="49439"/>
                    <a:pt x="119899" y="49535"/>
                    <a:pt x="119899" y="49664"/>
                  </a:cubicBezTo>
                  <a:lnTo>
                    <a:pt x="119899" y="50918"/>
                  </a:lnTo>
                  <a:cubicBezTo>
                    <a:pt x="119899" y="51046"/>
                    <a:pt x="119995" y="51143"/>
                    <a:pt x="120092" y="51143"/>
                  </a:cubicBezTo>
                  <a:cubicBezTo>
                    <a:pt x="120220" y="51143"/>
                    <a:pt x="120317" y="51046"/>
                    <a:pt x="120317" y="50918"/>
                  </a:cubicBezTo>
                  <a:lnTo>
                    <a:pt x="120317" y="49664"/>
                  </a:lnTo>
                  <a:cubicBezTo>
                    <a:pt x="120317" y="49535"/>
                    <a:pt x="120220" y="49439"/>
                    <a:pt x="120092" y="49439"/>
                  </a:cubicBezTo>
                  <a:close/>
                  <a:moveTo>
                    <a:pt x="120092" y="51978"/>
                  </a:moveTo>
                  <a:cubicBezTo>
                    <a:pt x="119995" y="51978"/>
                    <a:pt x="119899" y="52075"/>
                    <a:pt x="119899" y="52203"/>
                  </a:cubicBezTo>
                  <a:lnTo>
                    <a:pt x="119899" y="53489"/>
                  </a:lnTo>
                  <a:cubicBezTo>
                    <a:pt x="119899" y="53586"/>
                    <a:pt x="119995" y="53682"/>
                    <a:pt x="120092" y="53682"/>
                  </a:cubicBezTo>
                  <a:cubicBezTo>
                    <a:pt x="120220" y="53682"/>
                    <a:pt x="120317" y="53586"/>
                    <a:pt x="120317" y="53489"/>
                  </a:cubicBezTo>
                  <a:lnTo>
                    <a:pt x="120317" y="52203"/>
                  </a:lnTo>
                  <a:cubicBezTo>
                    <a:pt x="120317" y="52075"/>
                    <a:pt x="120220" y="51978"/>
                    <a:pt x="120092" y="51978"/>
                  </a:cubicBezTo>
                  <a:close/>
                  <a:moveTo>
                    <a:pt x="120092" y="54550"/>
                  </a:moveTo>
                  <a:cubicBezTo>
                    <a:pt x="119995" y="54550"/>
                    <a:pt x="119899" y="54646"/>
                    <a:pt x="119899" y="54743"/>
                  </a:cubicBezTo>
                  <a:lnTo>
                    <a:pt x="119899" y="56029"/>
                  </a:lnTo>
                  <a:cubicBezTo>
                    <a:pt x="119899" y="56157"/>
                    <a:pt x="119995" y="56254"/>
                    <a:pt x="120092" y="56254"/>
                  </a:cubicBezTo>
                  <a:cubicBezTo>
                    <a:pt x="120220" y="56254"/>
                    <a:pt x="120317" y="56157"/>
                    <a:pt x="120317" y="56029"/>
                  </a:cubicBezTo>
                  <a:lnTo>
                    <a:pt x="120317" y="54743"/>
                  </a:lnTo>
                  <a:cubicBezTo>
                    <a:pt x="120317" y="54646"/>
                    <a:pt x="120220" y="54550"/>
                    <a:pt x="120092" y="54550"/>
                  </a:cubicBezTo>
                  <a:close/>
                  <a:moveTo>
                    <a:pt x="120092" y="57089"/>
                  </a:moveTo>
                  <a:cubicBezTo>
                    <a:pt x="119995" y="57089"/>
                    <a:pt x="119899" y="57186"/>
                    <a:pt x="119899" y="57314"/>
                  </a:cubicBezTo>
                  <a:lnTo>
                    <a:pt x="119899" y="58568"/>
                  </a:lnTo>
                  <a:cubicBezTo>
                    <a:pt x="119899" y="58697"/>
                    <a:pt x="119995" y="58793"/>
                    <a:pt x="120092" y="58793"/>
                  </a:cubicBezTo>
                  <a:cubicBezTo>
                    <a:pt x="120220" y="58793"/>
                    <a:pt x="120317" y="58697"/>
                    <a:pt x="120317" y="58568"/>
                  </a:cubicBezTo>
                  <a:lnTo>
                    <a:pt x="120317" y="57314"/>
                  </a:lnTo>
                  <a:cubicBezTo>
                    <a:pt x="120317" y="57186"/>
                    <a:pt x="120220" y="57089"/>
                    <a:pt x="120092" y="57089"/>
                  </a:cubicBezTo>
                  <a:close/>
                  <a:moveTo>
                    <a:pt x="120092" y="59629"/>
                  </a:moveTo>
                  <a:cubicBezTo>
                    <a:pt x="119995" y="59629"/>
                    <a:pt x="119899" y="59725"/>
                    <a:pt x="119899" y="59854"/>
                  </a:cubicBezTo>
                  <a:lnTo>
                    <a:pt x="119899" y="61140"/>
                  </a:lnTo>
                  <a:cubicBezTo>
                    <a:pt x="119899" y="61236"/>
                    <a:pt x="119995" y="61332"/>
                    <a:pt x="120092" y="61332"/>
                  </a:cubicBezTo>
                  <a:cubicBezTo>
                    <a:pt x="120220" y="61332"/>
                    <a:pt x="120317" y="61236"/>
                    <a:pt x="120317" y="61140"/>
                  </a:cubicBezTo>
                  <a:lnTo>
                    <a:pt x="120317" y="59854"/>
                  </a:lnTo>
                  <a:cubicBezTo>
                    <a:pt x="120317" y="59725"/>
                    <a:pt x="120220" y="59629"/>
                    <a:pt x="120092" y="59629"/>
                  </a:cubicBezTo>
                  <a:close/>
                  <a:moveTo>
                    <a:pt x="120092" y="62200"/>
                  </a:moveTo>
                  <a:cubicBezTo>
                    <a:pt x="119995" y="62200"/>
                    <a:pt x="119899" y="62297"/>
                    <a:pt x="119899" y="62393"/>
                  </a:cubicBezTo>
                  <a:lnTo>
                    <a:pt x="119899" y="63679"/>
                  </a:lnTo>
                  <a:cubicBezTo>
                    <a:pt x="119899" y="63808"/>
                    <a:pt x="119995" y="63904"/>
                    <a:pt x="120092" y="63904"/>
                  </a:cubicBezTo>
                  <a:cubicBezTo>
                    <a:pt x="120220" y="63904"/>
                    <a:pt x="120317" y="63808"/>
                    <a:pt x="120317" y="63679"/>
                  </a:cubicBezTo>
                  <a:lnTo>
                    <a:pt x="120317" y="62393"/>
                  </a:lnTo>
                  <a:cubicBezTo>
                    <a:pt x="120317" y="62297"/>
                    <a:pt x="120220" y="62200"/>
                    <a:pt x="120092" y="62200"/>
                  </a:cubicBezTo>
                  <a:close/>
                  <a:moveTo>
                    <a:pt x="120092" y="64740"/>
                  </a:moveTo>
                  <a:cubicBezTo>
                    <a:pt x="119995" y="64740"/>
                    <a:pt x="119899" y="64836"/>
                    <a:pt x="119899" y="64965"/>
                  </a:cubicBezTo>
                  <a:lnTo>
                    <a:pt x="119899" y="66218"/>
                  </a:lnTo>
                  <a:cubicBezTo>
                    <a:pt x="119899" y="66347"/>
                    <a:pt x="119995" y="66443"/>
                    <a:pt x="120092" y="66443"/>
                  </a:cubicBezTo>
                  <a:cubicBezTo>
                    <a:pt x="120220" y="66443"/>
                    <a:pt x="120317" y="66347"/>
                    <a:pt x="120317" y="66218"/>
                  </a:cubicBezTo>
                  <a:lnTo>
                    <a:pt x="120317" y="64965"/>
                  </a:lnTo>
                  <a:cubicBezTo>
                    <a:pt x="120317" y="64836"/>
                    <a:pt x="120220" y="64740"/>
                    <a:pt x="120092" y="64740"/>
                  </a:cubicBezTo>
                  <a:close/>
                  <a:moveTo>
                    <a:pt x="120092" y="67279"/>
                  </a:moveTo>
                  <a:cubicBezTo>
                    <a:pt x="119995" y="67279"/>
                    <a:pt x="119899" y="67376"/>
                    <a:pt x="119899" y="67504"/>
                  </a:cubicBezTo>
                  <a:lnTo>
                    <a:pt x="119899" y="68790"/>
                  </a:lnTo>
                  <a:cubicBezTo>
                    <a:pt x="119899" y="68886"/>
                    <a:pt x="119995" y="68983"/>
                    <a:pt x="120092" y="68983"/>
                  </a:cubicBezTo>
                  <a:cubicBezTo>
                    <a:pt x="120220" y="68983"/>
                    <a:pt x="120317" y="68886"/>
                    <a:pt x="120317" y="68790"/>
                  </a:cubicBezTo>
                  <a:lnTo>
                    <a:pt x="120317" y="67504"/>
                  </a:lnTo>
                  <a:cubicBezTo>
                    <a:pt x="120317" y="67376"/>
                    <a:pt x="120220" y="67279"/>
                    <a:pt x="120092" y="67279"/>
                  </a:cubicBezTo>
                  <a:close/>
                  <a:moveTo>
                    <a:pt x="120092" y="69851"/>
                  </a:moveTo>
                  <a:cubicBezTo>
                    <a:pt x="119995" y="69851"/>
                    <a:pt x="119899" y="69947"/>
                    <a:pt x="119899" y="70044"/>
                  </a:cubicBezTo>
                  <a:lnTo>
                    <a:pt x="119899" y="71329"/>
                  </a:lnTo>
                  <a:cubicBezTo>
                    <a:pt x="119899" y="71458"/>
                    <a:pt x="119995" y="71554"/>
                    <a:pt x="120092" y="71554"/>
                  </a:cubicBezTo>
                  <a:cubicBezTo>
                    <a:pt x="120220" y="71554"/>
                    <a:pt x="120317" y="71458"/>
                    <a:pt x="120317" y="71329"/>
                  </a:cubicBezTo>
                  <a:lnTo>
                    <a:pt x="120317" y="70044"/>
                  </a:lnTo>
                  <a:cubicBezTo>
                    <a:pt x="120317" y="69947"/>
                    <a:pt x="120220" y="69851"/>
                    <a:pt x="120092" y="69851"/>
                  </a:cubicBezTo>
                  <a:close/>
                  <a:moveTo>
                    <a:pt x="120092" y="72390"/>
                  </a:moveTo>
                  <a:cubicBezTo>
                    <a:pt x="119995" y="72390"/>
                    <a:pt x="119899" y="72487"/>
                    <a:pt x="119899" y="72615"/>
                  </a:cubicBezTo>
                  <a:lnTo>
                    <a:pt x="119899" y="73869"/>
                  </a:lnTo>
                  <a:cubicBezTo>
                    <a:pt x="119899" y="73997"/>
                    <a:pt x="119995" y="74094"/>
                    <a:pt x="120092" y="74094"/>
                  </a:cubicBezTo>
                  <a:cubicBezTo>
                    <a:pt x="120220" y="74094"/>
                    <a:pt x="120317" y="73997"/>
                    <a:pt x="120317" y="73869"/>
                  </a:cubicBezTo>
                  <a:lnTo>
                    <a:pt x="120317" y="72615"/>
                  </a:lnTo>
                  <a:cubicBezTo>
                    <a:pt x="120317" y="72487"/>
                    <a:pt x="120220" y="72390"/>
                    <a:pt x="120092" y="72390"/>
                  </a:cubicBezTo>
                  <a:close/>
                  <a:moveTo>
                    <a:pt x="120092" y="74930"/>
                  </a:moveTo>
                  <a:cubicBezTo>
                    <a:pt x="119995" y="74930"/>
                    <a:pt x="119899" y="75026"/>
                    <a:pt x="119899" y="75155"/>
                  </a:cubicBezTo>
                  <a:lnTo>
                    <a:pt x="119899" y="76408"/>
                  </a:lnTo>
                  <a:cubicBezTo>
                    <a:pt x="119899" y="76537"/>
                    <a:pt x="119995" y="76633"/>
                    <a:pt x="120092" y="76633"/>
                  </a:cubicBezTo>
                  <a:cubicBezTo>
                    <a:pt x="120220" y="76633"/>
                    <a:pt x="120317" y="76537"/>
                    <a:pt x="120317" y="76408"/>
                  </a:cubicBezTo>
                  <a:lnTo>
                    <a:pt x="120317" y="75155"/>
                  </a:lnTo>
                  <a:cubicBezTo>
                    <a:pt x="120317" y="75026"/>
                    <a:pt x="120220" y="74930"/>
                    <a:pt x="120092" y="74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20;p64"/>
            <p:cNvSpPr/>
            <p:nvPr/>
          </p:nvSpPr>
          <p:spPr>
            <a:xfrm>
              <a:off x="4008475" y="962975"/>
              <a:ext cx="286100" cy="383350"/>
            </a:xfrm>
            <a:custGeom>
              <a:avLst/>
              <a:gdLst/>
              <a:ahLst/>
              <a:cxnLst/>
              <a:rect l="l" t="t" r="r" b="b"/>
              <a:pathLst>
                <a:path w="11444" h="15334" extrusionOk="0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821;p64"/>
            <p:cNvSpPr/>
            <p:nvPr/>
          </p:nvSpPr>
          <p:spPr>
            <a:xfrm>
              <a:off x="4002850" y="957350"/>
              <a:ext cx="297350" cy="394000"/>
            </a:xfrm>
            <a:custGeom>
              <a:avLst/>
              <a:gdLst/>
              <a:ahLst/>
              <a:cxnLst/>
              <a:rect l="l" t="t" r="r" b="b"/>
              <a:pathLst>
                <a:path w="11894" h="15760" extrusionOk="0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22;p64"/>
            <p:cNvSpPr/>
            <p:nvPr/>
          </p:nvSpPr>
          <p:spPr>
            <a:xfrm>
              <a:off x="4039000" y="977425"/>
              <a:ext cx="182450" cy="368900"/>
            </a:xfrm>
            <a:custGeom>
              <a:avLst/>
              <a:gdLst/>
              <a:ahLst/>
              <a:cxnLst/>
              <a:rect l="l" t="t" r="r" b="b"/>
              <a:pathLst>
                <a:path w="7298" h="14756" extrusionOk="0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23;p64"/>
            <p:cNvSpPr/>
            <p:nvPr/>
          </p:nvSpPr>
          <p:spPr>
            <a:xfrm>
              <a:off x="4033375" y="971800"/>
              <a:ext cx="192900" cy="379550"/>
            </a:xfrm>
            <a:custGeom>
              <a:avLst/>
              <a:gdLst/>
              <a:ahLst/>
              <a:cxnLst/>
              <a:rect l="l" t="t" r="r" b="b"/>
              <a:pathLst>
                <a:path w="7716" h="15182" extrusionOk="0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24;p64"/>
            <p:cNvSpPr/>
            <p:nvPr/>
          </p:nvSpPr>
          <p:spPr>
            <a:xfrm>
              <a:off x="3998825" y="948500"/>
              <a:ext cx="201725" cy="397825"/>
            </a:xfrm>
            <a:custGeom>
              <a:avLst/>
              <a:gdLst/>
              <a:ahLst/>
              <a:cxnLst/>
              <a:rect l="l" t="t" r="r" b="b"/>
              <a:pathLst>
                <a:path w="8069" h="15913" extrusionOk="0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25;p64"/>
            <p:cNvSpPr/>
            <p:nvPr/>
          </p:nvSpPr>
          <p:spPr>
            <a:xfrm>
              <a:off x="3993200" y="943675"/>
              <a:ext cx="212175" cy="407675"/>
            </a:xfrm>
            <a:custGeom>
              <a:avLst/>
              <a:gdLst/>
              <a:ahLst/>
              <a:cxnLst/>
              <a:rect l="l" t="t" r="r" b="b"/>
              <a:pathLst>
                <a:path w="8487" h="16307" extrusionOk="0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26;p64"/>
            <p:cNvSpPr/>
            <p:nvPr/>
          </p:nvSpPr>
          <p:spPr>
            <a:xfrm>
              <a:off x="3567275" y="876975"/>
              <a:ext cx="633275" cy="469350"/>
            </a:xfrm>
            <a:custGeom>
              <a:avLst/>
              <a:gdLst/>
              <a:ahLst/>
              <a:cxnLst/>
              <a:rect l="l" t="t" r="r" b="b"/>
              <a:pathLst>
                <a:path w="25331" h="18774" extrusionOk="0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27;p64"/>
            <p:cNvSpPr/>
            <p:nvPr/>
          </p:nvSpPr>
          <p:spPr>
            <a:xfrm>
              <a:off x="3561650" y="872175"/>
              <a:ext cx="643725" cy="478975"/>
            </a:xfrm>
            <a:custGeom>
              <a:avLst/>
              <a:gdLst/>
              <a:ahLst/>
              <a:cxnLst/>
              <a:rect l="l" t="t" r="r" b="b"/>
              <a:pathLst>
                <a:path w="25749" h="19159" extrusionOk="0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28;p64"/>
            <p:cNvSpPr/>
            <p:nvPr/>
          </p:nvSpPr>
          <p:spPr>
            <a:xfrm>
              <a:off x="4486625" y="1409775"/>
              <a:ext cx="694325" cy="411475"/>
            </a:xfrm>
            <a:custGeom>
              <a:avLst/>
              <a:gdLst/>
              <a:ahLst/>
              <a:cxnLst/>
              <a:rect l="l" t="t" r="r" b="b"/>
              <a:pathLst>
                <a:path w="27773" h="16459" extrusionOk="0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29;p64"/>
            <p:cNvSpPr/>
            <p:nvPr/>
          </p:nvSpPr>
          <p:spPr>
            <a:xfrm>
              <a:off x="4481000" y="1404950"/>
              <a:ext cx="704775" cy="421125"/>
            </a:xfrm>
            <a:custGeom>
              <a:avLst/>
              <a:gdLst/>
              <a:ahLst/>
              <a:cxnLst/>
              <a:rect l="l" t="t" r="r" b="b"/>
              <a:pathLst>
                <a:path w="28191" h="16845" extrusionOk="0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30;p64"/>
            <p:cNvSpPr/>
            <p:nvPr/>
          </p:nvSpPr>
          <p:spPr>
            <a:xfrm>
              <a:off x="4486625" y="1487725"/>
              <a:ext cx="694325" cy="149500"/>
            </a:xfrm>
            <a:custGeom>
              <a:avLst/>
              <a:gdLst/>
              <a:ahLst/>
              <a:cxnLst/>
              <a:rect l="l" t="t" r="r" b="b"/>
              <a:pathLst>
                <a:path w="27773" h="5980" extrusionOk="0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31;p64"/>
            <p:cNvSpPr/>
            <p:nvPr/>
          </p:nvSpPr>
          <p:spPr>
            <a:xfrm>
              <a:off x="4481000" y="1482900"/>
              <a:ext cx="704775" cy="159150"/>
            </a:xfrm>
            <a:custGeom>
              <a:avLst/>
              <a:gdLst/>
              <a:ahLst/>
              <a:cxnLst/>
              <a:rect l="l" t="t" r="r" b="b"/>
              <a:pathLst>
                <a:path w="28191" h="6366" extrusionOk="0">
                  <a:moveTo>
                    <a:pt x="27773" y="419"/>
                  </a:moveTo>
                  <a:lnTo>
                    <a:pt x="27773" y="5948"/>
                  </a:lnTo>
                  <a:lnTo>
                    <a:pt x="418" y="5948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6" y="33"/>
                    <a:pt x="64" y="65"/>
                  </a:cubicBezTo>
                  <a:cubicBezTo>
                    <a:pt x="32" y="97"/>
                    <a:pt x="0" y="162"/>
                    <a:pt x="0" y="194"/>
                  </a:cubicBezTo>
                  <a:lnTo>
                    <a:pt x="0" y="6173"/>
                  </a:lnTo>
                  <a:cubicBezTo>
                    <a:pt x="0" y="6205"/>
                    <a:pt x="32" y="6269"/>
                    <a:pt x="64" y="6301"/>
                  </a:cubicBezTo>
                  <a:cubicBezTo>
                    <a:pt x="96" y="6365"/>
                    <a:pt x="161" y="6365"/>
                    <a:pt x="225" y="6365"/>
                  </a:cubicBezTo>
                  <a:lnTo>
                    <a:pt x="27998" y="6365"/>
                  </a:lnTo>
                  <a:cubicBezTo>
                    <a:pt x="28030" y="6365"/>
                    <a:pt x="28094" y="6365"/>
                    <a:pt x="28126" y="6301"/>
                  </a:cubicBezTo>
                  <a:cubicBezTo>
                    <a:pt x="28191" y="6269"/>
                    <a:pt x="28191" y="6205"/>
                    <a:pt x="28191" y="6173"/>
                  </a:cubicBezTo>
                  <a:lnTo>
                    <a:pt x="28191" y="194"/>
                  </a:lnTo>
                  <a:cubicBezTo>
                    <a:pt x="28191" y="162"/>
                    <a:pt x="28191" y="97"/>
                    <a:pt x="28126" y="65"/>
                  </a:cubicBezTo>
                  <a:cubicBezTo>
                    <a:pt x="28094" y="33"/>
                    <a:pt x="28030" y="1"/>
                    <a:pt x="27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32;p64"/>
            <p:cNvSpPr/>
            <p:nvPr/>
          </p:nvSpPr>
          <p:spPr>
            <a:xfrm>
              <a:off x="4976025" y="1726400"/>
              <a:ext cx="57875" cy="57900"/>
            </a:xfrm>
            <a:custGeom>
              <a:avLst/>
              <a:gdLst/>
              <a:ahLst/>
              <a:cxnLst/>
              <a:rect l="l" t="t" r="r" b="b"/>
              <a:pathLst>
                <a:path w="2315" h="2316" extrusionOk="0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33;p64"/>
            <p:cNvSpPr/>
            <p:nvPr/>
          </p:nvSpPr>
          <p:spPr>
            <a:xfrm>
              <a:off x="4970375" y="1720775"/>
              <a:ext cx="69150" cy="69150"/>
            </a:xfrm>
            <a:custGeom>
              <a:avLst/>
              <a:gdLst/>
              <a:ahLst/>
              <a:cxnLst/>
              <a:rect l="l" t="t" r="r" b="b"/>
              <a:pathLst>
                <a:path w="2766" h="2766" extrusionOk="0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34;p64"/>
            <p:cNvSpPr/>
            <p:nvPr/>
          </p:nvSpPr>
          <p:spPr>
            <a:xfrm>
              <a:off x="5056375" y="1726400"/>
              <a:ext cx="58675" cy="57900"/>
            </a:xfrm>
            <a:custGeom>
              <a:avLst/>
              <a:gdLst/>
              <a:ahLst/>
              <a:cxnLst/>
              <a:rect l="l" t="t" r="r" b="b"/>
              <a:pathLst>
                <a:path w="2347" h="2316" extrusionOk="0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35;p64"/>
            <p:cNvSpPr/>
            <p:nvPr/>
          </p:nvSpPr>
          <p:spPr>
            <a:xfrm>
              <a:off x="5051550" y="1720775"/>
              <a:ext cx="68325" cy="69150"/>
            </a:xfrm>
            <a:custGeom>
              <a:avLst/>
              <a:gdLst/>
              <a:ahLst/>
              <a:cxnLst/>
              <a:rect l="l" t="t" r="r" b="b"/>
              <a:pathLst>
                <a:path w="2733" h="2766" extrusionOk="0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36;p64"/>
            <p:cNvSpPr/>
            <p:nvPr/>
          </p:nvSpPr>
          <p:spPr>
            <a:xfrm>
              <a:off x="2203550" y="1434700"/>
              <a:ext cx="830975" cy="432350"/>
            </a:xfrm>
            <a:custGeom>
              <a:avLst/>
              <a:gdLst/>
              <a:ahLst/>
              <a:cxnLst/>
              <a:rect l="l" t="t" r="r" b="b"/>
              <a:pathLst>
                <a:path w="33239" h="17294" extrusionOk="0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37;p64"/>
            <p:cNvSpPr/>
            <p:nvPr/>
          </p:nvSpPr>
          <p:spPr>
            <a:xfrm>
              <a:off x="2198750" y="1429075"/>
              <a:ext cx="841400" cy="443600"/>
            </a:xfrm>
            <a:custGeom>
              <a:avLst/>
              <a:gdLst/>
              <a:ahLst/>
              <a:cxnLst/>
              <a:rect l="l" t="t" r="r" b="b"/>
              <a:pathLst>
                <a:path w="33656" h="17744" extrusionOk="0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38;p64"/>
            <p:cNvSpPr/>
            <p:nvPr/>
          </p:nvSpPr>
          <p:spPr>
            <a:xfrm>
              <a:off x="2203550" y="1434700"/>
              <a:ext cx="830975" cy="76350"/>
            </a:xfrm>
            <a:custGeom>
              <a:avLst/>
              <a:gdLst/>
              <a:ahLst/>
              <a:cxnLst/>
              <a:rect l="l" t="t" r="r" b="b"/>
              <a:pathLst>
                <a:path w="33239" h="3054" extrusionOk="0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39;p64"/>
            <p:cNvSpPr/>
            <p:nvPr/>
          </p:nvSpPr>
          <p:spPr>
            <a:xfrm>
              <a:off x="2198750" y="1429075"/>
              <a:ext cx="841400" cy="87600"/>
            </a:xfrm>
            <a:custGeom>
              <a:avLst/>
              <a:gdLst/>
              <a:ahLst/>
              <a:cxnLst/>
              <a:rect l="l" t="t" r="r" b="b"/>
              <a:pathLst>
                <a:path w="33656" h="3504" extrusionOk="0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40;p64"/>
            <p:cNvSpPr/>
            <p:nvPr/>
          </p:nvSpPr>
          <p:spPr>
            <a:xfrm>
              <a:off x="2328925" y="1603450"/>
              <a:ext cx="580225" cy="123775"/>
            </a:xfrm>
            <a:custGeom>
              <a:avLst/>
              <a:gdLst/>
              <a:ahLst/>
              <a:cxnLst/>
              <a:rect l="l" t="t" r="r" b="b"/>
              <a:pathLst>
                <a:path w="23209" h="4951" extrusionOk="0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41;p64"/>
            <p:cNvSpPr/>
            <p:nvPr/>
          </p:nvSpPr>
          <p:spPr>
            <a:xfrm>
              <a:off x="2323300" y="1597825"/>
              <a:ext cx="591475" cy="135025"/>
            </a:xfrm>
            <a:custGeom>
              <a:avLst/>
              <a:gdLst/>
              <a:ahLst/>
              <a:cxnLst/>
              <a:rect l="l" t="t" r="r" b="b"/>
              <a:pathLst>
                <a:path w="23659" h="5401" extrusionOk="0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42;p64"/>
            <p:cNvSpPr/>
            <p:nvPr/>
          </p:nvSpPr>
          <p:spPr>
            <a:xfrm>
              <a:off x="235705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43;p64"/>
            <p:cNvSpPr/>
            <p:nvPr/>
          </p:nvSpPr>
          <p:spPr>
            <a:xfrm>
              <a:off x="24173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44;p64"/>
            <p:cNvSpPr/>
            <p:nvPr/>
          </p:nvSpPr>
          <p:spPr>
            <a:xfrm>
              <a:off x="2476775" y="1644425"/>
              <a:ext cx="45050" cy="46650"/>
            </a:xfrm>
            <a:custGeom>
              <a:avLst/>
              <a:gdLst/>
              <a:ahLst/>
              <a:cxnLst/>
              <a:rect l="l" t="t" r="r" b="b"/>
              <a:pathLst>
                <a:path w="1802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845;p64"/>
            <p:cNvSpPr/>
            <p:nvPr/>
          </p:nvSpPr>
          <p:spPr>
            <a:xfrm>
              <a:off x="253705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846;p64"/>
            <p:cNvSpPr/>
            <p:nvPr/>
          </p:nvSpPr>
          <p:spPr>
            <a:xfrm>
              <a:off x="25965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847;p64"/>
            <p:cNvSpPr/>
            <p:nvPr/>
          </p:nvSpPr>
          <p:spPr>
            <a:xfrm>
              <a:off x="2656000" y="1644425"/>
              <a:ext cx="45825" cy="46650"/>
            </a:xfrm>
            <a:custGeom>
              <a:avLst/>
              <a:gdLst/>
              <a:ahLst/>
              <a:cxnLst/>
              <a:rect l="l" t="t" r="r" b="b"/>
              <a:pathLst>
                <a:path w="1833" h="1866" extrusionOk="0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848;p64"/>
            <p:cNvSpPr/>
            <p:nvPr/>
          </p:nvSpPr>
          <p:spPr>
            <a:xfrm>
              <a:off x="271627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49;p64"/>
            <p:cNvSpPr/>
            <p:nvPr/>
          </p:nvSpPr>
          <p:spPr>
            <a:xfrm>
              <a:off x="2775725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850;p64"/>
            <p:cNvSpPr/>
            <p:nvPr/>
          </p:nvSpPr>
          <p:spPr>
            <a:xfrm>
              <a:off x="2836000" y="1644425"/>
              <a:ext cx="45025" cy="46650"/>
            </a:xfrm>
            <a:custGeom>
              <a:avLst/>
              <a:gdLst/>
              <a:ahLst/>
              <a:cxnLst/>
              <a:rect l="l" t="t" r="r" b="b"/>
              <a:pathLst>
                <a:path w="1801" h="1866" extrusionOk="0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851;p64"/>
            <p:cNvSpPr/>
            <p:nvPr/>
          </p:nvSpPr>
          <p:spPr>
            <a:xfrm>
              <a:off x="3166275" y="1069850"/>
              <a:ext cx="190500" cy="167175"/>
            </a:xfrm>
            <a:custGeom>
              <a:avLst/>
              <a:gdLst/>
              <a:ahLst/>
              <a:cxnLst/>
              <a:rect l="l" t="t" r="r" b="b"/>
              <a:pathLst>
                <a:path w="7620" h="6687" extrusionOk="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852;p64"/>
            <p:cNvSpPr/>
            <p:nvPr/>
          </p:nvSpPr>
          <p:spPr>
            <a:xfrm>
              <a:off x="5470225" y="24070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853;p64"/>
            <p:cNvSpPr/>
            <p:nvPr/>
          </p:nvSpPr>
          <p:spPr>
            <a:xfrm>
              <a:off x="5464600" y="2401425"/>
              <a:ext cx="352025" cy="352025"/>
            </a:xfrm>
            <a:custGeom>
              <a:avLst/>
              <a:gdLst/>
              <a:ahLst/>
              <a:cxnLst/>
              <a:rect l="l" t="t" r="r" b="b"/>
              <a:pathLst>
                <a:path w="14081" h="14081" extrusionOk="0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854;p64"/>
            <p:cNvSpPr/>
            <p:nvPr/>
          </p:nvSpPr>
          <p:spPr>
            <a:xfrm>
              <a:off x="5514425" y="2451250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855;p64"/>
            <p:cNvSpPr/>
            <p:nvPr/>
          </p:nvSpPr>
          <p:spPr>
            <a:xfrm>
              <a:off x="5508800" y="2445625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856;p64"/>
            <p:cNvSpPr/>
            <p:nvPr/>
          </p:nvSpPr>
          <p:spPr>
            <a:xfrm>
              <a:off x="5589175" y="24802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857;p64"/>
            <p:cNvSpPr/>
            <p:nvPr/>
          </p:nvSpPr>
          <p:spPr>
            <a:xfrm>
              <a:off x="5470225" y="2280900"/>
              <a:ext cx="341575" cy="340750"/>
            </a:xfrm>
            <a:custGeom>
              <a:avLst/>
              <a:gdLst/>
              <a:ahLst/>
              <a:cxnLst/>
              <a:rect l="l" t="t" r="r" b="b"/>
              <a:pathLst>
                <a:path w="13663" h="13630" extrusionOk="0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858;p64"/>
            <p:cNvSpPr/>
            <p:nvPr/>
          </p:nvSpPr>
          <p:spPr>
            <a:xfrm>
              <a:off x="5464600" y="2275275"/>
              <a:ext cx="352025" cy="352000"/>
            </a:xfrm>
            <a:custGeom>
              <a:avLst/>
              <a:gdLst/>
              <a:ahLst/>
              <a:cxnLst/>
              <a:rect l="l" t="t" r="r" b="b"/>
              <a:pathLst>
                <a:path w="14081" h="14080" extrusionOk="0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859;p64"/>
            <p:cNvSpPr/>
            <p:nvPr/>
          </p:nvSpPr>
          <p:spPr>
            <a:xfrm>
              <a:off x="5514425" y="2324300"/>
              <a:ext cx="253175" cy="253950"/>
            </a:xfrm>
            <a:custGeom>
              <a:avLst/>
              <a:gdLst/>
              <a:ahLst/>
              <a:cxnLst/>
              <a:rect l="l" t="t" r="r" b="b"/>
              <a:pathLst>
                <a:path w="10127" h="10158" extrusionOk="0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860;p64"/>
            <p:cNvSpPr/>
            <p:nvPr/>
          </p:nvSpPr>
          <p:spPr>
            <a:xfrm>
              <a:off x="5508800" y="2319475"/>
              <a:ext cx="264425" cy="263600"/>
            </a:xfrm>
            <a:custGeom>
              <a:avLst/>
              <a:gdLst/>
              <a:ahLst/>
              <a:cxnLst/>
              <a:rect l="l" t="t" r="r" b="b"/>
              <a:pathLst>
                <a:path w="10577" h="10544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861;p64"/>
            <p:cNvSpPr/>
            <p:nvPr/>
          </p:nvSpPr>
          <p:spPr>
            <a:xfrm>
              <a:off x="5589175" y="2354025"/>
              <a:ext cx="103675" cy="189275"/>
            </a:xfrm>
            <a:custGeom>
              <a:avLst/>
              <a:gdLst/>
              <a:ahLst/>
              <a:cxnLst/>
              <a:rect l="l" t="t" r="r" b="b"/>
              <a:pathLst>
                <a:path w="4147" h="7571" extrusionOk="0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862;p64"/>
            <p:cNvSpPr/>
            <p:nvPr/>
          </p:nvSpPr>
          <p:spPr>
            <a:xfrm>
              <a:off x="5470225" y="2054275"/>
              <a:ext cx="341575" cy="341550"/>
            </a:xfrm>
            <a:custGeom>
              <a:avLst/>
              <a:gdLst/>
              <a:ahLst/>
              <a:cxnLst/>
              <a:rect l="l" t="t" r="r" b="b"/>
              <a:pathLst>
                <a:path w="13663" h="13662" extrusionOk="0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863;p64"/>
            <p:cNvSpPr/>
            <p:nvPr/>
          </p:nvSpPr>
          <p:spPr>
            <a:xfrm>
              <a:off x="5464600" y="2049450"/>
              <a:ext cx="352025" cy="351200"/>
            </a:xfrm>
            <a:custGeom>
              <a:avLst/>
              <a:gdLst/>
              <a:ahLst/>
              <a:cxnLst/>
              <a:rect l="l" t="t" r="r" b="b"/>
              <a:pathLst>
                <a:path w="14081" h="14048" extrusionOk="0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864;p64"/>
            <p:cNvSpPr/>
            <p:nvPr/>
          </p:nvSpPr>
          <p:spPr>
            <a:xfrm>
              <a:off x="5514425" y="2098475"/>
              <a:ext cx="253175" cy="253175"/>
            </a:xfrm>
            <a:custGeom>
              <a:avLst/>
              <a:gdLst/>
              <a:ahLst/>
              <a:cxnLst/>
              <a:rect l="l" t="t" r="r" b="b"/>
              <a:pathLst>
                <a:path w="10127" h="10127" extrusionOk="0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865;p64"/>
            <p:cNvSpPr/>
            <p:nvPr/>
          </p:nvSpPr>
          <p:spPr>
            <a:xfrm>
              <a:off x="5508800" y="2092850"/>
              <a:ext cx="264425" cy="264425"/>
            </a:xfrm>
            <a:custGeom>
              <a:avLst/>
              <a:gdLst/>
              <a:ahLst/>
              <a:cxnLst/>
              <a:rect l="l" t="t" r="r" b="b"/>
              <a:pathLst>
                <a:path w="10577" h="10577" extrusionOk="0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866;p64"/>
            <p:cNvSpPr/>
            <p:nvPr/>
          </p:nvSpPr>
          <p:spPr>
            <a:xfrm>
              <a:off x="5589175" y="2127400"/>
              <a:ext cx="103675" cy="189475"/>
            </a:xfrm>
            <a:custGeom>
              <a:avLst/>
              <a:gdLst/>
              <a:ahLst/>
              <a:cxnLst/>
              <a:rect l="l" t="t" r="r" b="b"/>
              <a:pathLst>
                <a:path w="4147" h="7579" extrusionOk="0">
                  <a:moveTo>
                    <a:pt x="2057" y="1"/>
                  </a:moveTo>
                  <a:cubicBezTo>
                    <a:pt x="1993" y="1"/>
                    <a:pt x="1897" y="33"/>
                    <a:pt x="1832" y="97"/>
                  </a:cubicBezTo>
                  <a:cubicBezTo>
                    <a:pt x="1768" y="161"/>
                    <a:pt x="1736" y="226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7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65"/>
                  </a:cubicBezTo>
                  <a:cubicBezTo>
                    <a:pt x="0" y="2958"/>
                    <a:pt x="0" y="3119"/>
                    <a:pt x="64" y="3247"/>
                  </a:cubicBezTo>
                  <a:cubicBezTo>
                    <a:pt x="97" y="3408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90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47"/>
                    <a:pt x="1415" y="4212"/>
                    <a:pt x="1672" y="4276"/>
                  </a:cubicBezTo>
                  <a:lnTo>
                    <a:pt x="2315" y="4437"/>
                  </a:lnTo>
                  <a:cubicBezTo>
                    <a:pt x="2507" y="4501"/>
                    <a:pt x="2636" y="4565"/>
                    <a:pt x="2732" y="4630"/>
                  </a:cubicBezTo>
                  <a:cubicBezTo>
                    <a:pt x="2861" y="4726"/>
                    <a:pt x="2893" y="4790"/>
                    <a:pt x="2893" y="4887"/>
                  </a:cubicBezTo>
                  <a:cubicBezTo>
                    <a:pt x="2893" y="4983"/>
                    <a:pt x="2861" y="5080"/>
                    <a:pt x="2797" y="5144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5"/>
                    <a:pt x="2347" y="5337"/>
                    <a:pt x="2218" y="5337"/>
                  </a:cubicBezTo>
                  <a:lnTo>
                    <a:pt x="1897" y="5337"/>
                  </a:lnTo>
                  <a:cubicBezTo>
                    <a:pt x="1768" y="5337"/>
                    <a:pt x="1607" y="5305"/>
                    <a:pt x="1479" y="5272"/>
                  </a:cubicBezTo>
                  <a:cubicBezTo>
                    <a:pt x="1350" y="5240"/>
                    <a:pt x="1254" y="5208"/>
                    <a:pt x="1190" y="5176"/>
                  </a:cubicBezTo>
                  <a:cubicBezTo>
                    <a:pt x="1093" y="5144"/>
                    <a:pt x="1029" y="5080"/>
                    <a:pt x="932" y="5047"/>
                  </a:cubicBezTo>
                  <a:cubicBezTo>
                    <a:pt x="836" y="4983"/>
                    <a:pt x="772" y="4951"/>
                    <a:pt x="739" y="4951"/>
                  </a:cubicBezTo>
                  <a:cubicBezTo>
                    <a:pt x="611" y="4887"/>
                    <a:pt x="514" y="4855"/>
                    <a:pt x="418" y="4855"/>
                  </a:cubicBezTo>
                  <a:cubicBezTo>
                    <a:pt x="322" y="4887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40"/>
                  </a:cubicBezTo>
                  <a:cubicBezTo>
                    <a:pt x="0" y="5305"/>
                    <a:pt x="0" y="5401"/>
                    <a:pt x="32" y="5497"/>
                  </a:cubicBezTo>
                  <a:cubicBezTo>
                    <a:pt x="64" y="5594"/>
                    <a:pt x="97" y="5690"/>
                    <a:pt x="193" y="5755"/>
                  </a:cubicBezTo>
                  <a:cubicBezTo>
                    <a:pt x="660" y="6076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55"/>
                  </a:cubicBezTo>
                  <a:cubicBezTo>
                    <a:pt x="2041" y="7571"/>
                    <a:pt x="2098" y="7579"/>
                    <a:pt x="2154" y="7579"/>
                  </a:cubicBezTo>
                  <a:cubicBezTo>
                    <a:pt x="2210" y="7579"/>
                    <a:pt x="2266" y="7571"/>
                    <a:pt x="2315" y="7555"/>
                  </a:cubicBezTo>
                  <a:cubicBezTo>
                    <a:pt x="2443" y="7490"/>
                    <a:pt x="2475" y="7394"/>
                    <a:pt x="2475" y="7233"/>
                  </a:cubicBezTo>
                  <a:lnTo>
                    <a:pt x="2475" y="6316"/>
                  </a:lnTo>
                  <a:lnTo>
                    <a:pt x="2475" y="6316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58"/>
                  </a:cubicBezTo>
                  <a:cubicBezTo>
                    <a:pt x="4083" y="5401"/>
                    <a:pt x="4147" y="5080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7"/>
                    <a:pt x="3857" y="3858"/>
                    <a:pt x="3697" y="3762"/>
                  </a:cubicBezTo>
                  <a:cubicBezTo>
                    <a:pt x="3568" y="3633"/>
                    <a:pt x="3407" y="3537"/>
                    <a:pt x="3215" y="3472"/>
                  </a:cubicBezTo>
                  <a:cubicBezTo>
                    <a:pt x="3022" y="3408"/>
                    <a:pt x="2797" y="3344"/>
                    <a:pt x="2540" y="3247"/>
                  </a:cubicBezTo>
                  <a:lnTo>
                    <a:pt x="1897" y="3087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2"/>
                    <a:pt x="1350" y="2797"/>
                    <a:pt x="1350" y="2669"/>
                  </a:cubicBezTo>
                  <a:cubicBezTo>
                    <a:pt x="1350" y="2572"/>
                    <a:pt x="1382" y="2508"/>
                    <a:pt x="1511" y="2444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76"/>
                    <a:pt x="3182" y="2572"/>
                  </a:cubicBezTo>
                  <a:cubicBezTo>
                    <a:pt x="3273" y="2595"/>
                    <a:pt x="3364" y="2618"/>
                    <a:pt x="3444" y="2618"/>
                  </a:cubicBezTo>
                  <a:cubicBezTo>
                    <a:pt x="3477" y="2618"/>
                    <a:pt x="3508" y="2614"/>
                    <a:pt x="3536" y="2604"/>
                  </a:cubicBezTo>
                  <a:cubicBezTo>
                    <a:pt x="3632" y="2572"/>
                    <a:pt x="3697" y="2540"/>
                    <a:pt x="3761" y="2444"/>
                  </a:cubicBezTo>
                  <a:cubicBezTo>
                    <a:pt x="3793" y="2379"/>
                    <a:pt x="3825" y="2283"/>
                    <a:pt x="3857" y="2187"/>
                  </a:cubicBezTo>
                  <a:cubicBezTo>
                    <a:pt x="3857" y="2090"/>
                    <a:pt x="3825" y="1994"/>
                    <a:pt x="3761" y="1897"/>
                  </a:cubicBezTo>
                  <a:cubicBezTo>
                    <a:pt x="3729" y="1801"/>
                    <a:pt x="3632" y="1737"/>
                    <a:pt x="3536" y="1672"/>
                  </a:cubicBezTo>
                  <a:cubicBezTo>
                    <a:pt x="3375" y="1608"/>
                    <a:pt x="3247" y="1576"/>
                    <a:pt x="3150" y="1544"/>
                  </a:cubicBezTo>
                  <a:cubicBezTo>
                    <a:pt x="3086" y="1512"/>
                    <a:pt x="2925" y="1447"/>
                    <a:pt x="2765" y="1415"/>
                  </a:cubicBezTo>
                  <a:cubicBezTo>
                    <a:pt x="2649" y="1392"/>
                    <a:pt x="2516" y="1369"/>
                    <a:pt x="2379" y="1358"/>
                  </a:cubicBezTo>
                  <a:lnTo>
                    <a:pt x="2379" y="1358"/>
                  </a:lnTo>
                  <a:lnTo>
                    <a:pt x="2379" y="354"/>
                  </a:lnTo>
                  <a:cubicBezTo>
                    <a:pt x="2379" y="226"/>
                    <a:pt x="2347" y="161"/>
                    <a:pt x="2282" y="97"/>
                  </a:cubicBezTo>
                  <a:cubicBezTo>
                    <a:pt x="2218" y="33"/>
                    <a:pt x="2154" y="1"/>
                    <a:pt x="2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867;p64"/>
            <p:cNvSpPr/>
            <p:nvPr/>
          </p:nvSpPr>
          <p:spPr>
            <a:xfrm>
              <a:off x="5070850" y="2818525"/>
              <a:ext cx="197700" cy="144500"/>
            </a:xfrm>
            <a:custGeom>
              <a:avLst/>
              <a:gdLst/>
              <a:ahLst/>
              <a:cxnLst/>
              <a:rect l="l" t="t" r="r" b="b"/>
              <a:pathLst>
                <a:path w="7908" h="5780" extrusionOk="0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868;p64"/>
            <p:cNvSpPr/>
            <p:nvPr/>
          </p:nvSpPr>
          <p:spPr>
            <a:xfrm>
              <a:off x="5063600" y="2813700"/>
              <a:ext cx="210575" cy="154300"/>
            </a:xfrm>
            <a:custGeom>
              <a:avLst/>
              <a:gdLst/>
              <a:ahLst/>
              <a:cxnLst/>
              <a:rect l="l" t="t" r="r" b="b"/>
              <a:pathLst>
                <a:path w="8423" h="6172" extrusionOk="0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869;p64"/>
            <p:cNvSpPr/>
            <p:nvPr/>
          </p:nvSpPr>
          <p:spPr>
            <a:xfrm>
              <a:off x="5134325" y="3466225"/>
              <a:ext cx="366475" cy="166375"/>
            </a:xfrm>
            <a:custGeom>
              <a:avLst/>
              <a:gdLst/>
              <a:ahLst/>
              <a:cxnLst/>
              <a:rect l="l" t="t" r="r" b="b"/>
              <a:pathLst>
                <a:path w="14659" h="6655" extrusionOk="0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870;p64"/>
            <p:cNvSpPr/>
            <p:nvPr/>
          </p:nvSpPr>
          <p:spPr>
            <a:xfrm>
              <a:off x="5128700" y="3457375"/>
              <a:ext cx="387375" cy="180850"/>
            </a:xfrm>
            <a:custGeom>
              <a:avLst/>
              <a:gdLst/>
              <a:ahLst/>
              <a:cxnLst/>
              <a:rect l="l" t="t" r="r" b="b"/>
              <a:pathLst>
                <a:path w="15495" h="7234" extrusionOk="0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871;p64"/>
            <p:cNvSpPr/>
            <p:nvPr/>
          </p:nvSpPr>
          <p:spPr>
            <a:xfrm>
              <a:off x="5301475" y="3568275"/>
              <a:ext cx="199325" cy="64325"/>
            </a:xfrm>
            <a:custGeom>
              <a:avLst/>
              <a:gdLst/>
              <a:ahLst/>
              <a:cxnLst/>
              <a:rect l="l" t="t" r="r" b="b"/>
              <a:pathLst>
                <a:path w="7973" h="2573" extrusionOk="0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872;p64"/>
            <p:cNvSpPr/>
            <p:nvPr/>
          </p:nvSpPr>
          <p:spPr>
            <a:xfrm>
              <a:off x="5298250" y="3562650"/>
              <a:ext cx="217825" cy="75575"/>
            </a:xfrm>
            <a:custGeom>
              <a:avLst/>
              <a:gdLst/>
              <a:ahLst/>
              <a:cxnLst/>
              <a:rect l="l" t="t" r="r" b="b"/>
              <a:pathLst>
                <a:path w="8713" h="3023" extrusionOk="0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873;p64"/>
            <p:cNvSpPr/>
            <p:nvPr/>
          </p:nvSpPr>
          <p:spPr>
            <a:xfrm>
              <a:off x="4830550" y="3803825"/>
              <a:ext cx="219425" cy="1071950"/>
            </a:xfrm>
            <a:custGeom>
              <a:avLst/>
              <a:gdLst/>
              <a:ahLst/>
              <a:cxnLst/>
              <a:rect l="l" t="t" r="r" b="b"/>
              <a:pathLst>
                <a:path w="8777" h="42878" extrusionOk="0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874;p64"/>
            <p:cNvSpPr/>
            <p:nvPr/>
          </p:nvSpPr>
          <p:spPr>
            <a:xfrm>
              <a:off x="4832175" y="3798125"/>
              <a:ext cx="204125" cy="1083275"/>
            </a:xfrm>
            <a:custGeom>
              <a:avLst/>
              <a:gdLst/>
              <a:ahLst/>
              <a:cxnLst/>
              <a:rect l="l" t="t" r="r" b="b"/>
              <a:pathLst>
                <a:path w="8165" h="43331" extrusionOk="0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875;p64"/>
            <p:cNvSpPr/>
            <p:nvPr/>
          </p:nvSpPr>
          <p:spPr>
            <a:xfrm>
              <a:off x="4814475" y="3655075"/>
              <a:ext cx="331925" cy="1231150"/>
            </a:xfrm>
            <a:custGeom>
              <a:avLst/>
              <a:gdLst/>
              <a:ahLst/>
              <a:cxnLst/>
              <a:rect l="l" t="t" r="r" b="b"/>
              <a:pathLst>
                <a:path w="13277" h="49246" extrusionOk="0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876;p64"/>
            <p:cNvSpPr/>
            <p:nvPr/>
          </p:nvSpPr>
          <p:spPr>
            <a:xfrm>
              <a:off x="4821725" y="3649450"/>
              <a:ext cx="327900" cy="1242400"/>
            </a:xfrm>
            <a:custGeom>
              <a:avLst/>
              <a:gdLst/>
              <a:ahLst/>
              <a:cxnLst/>
              <a:rect l="l" t="t" r="r" b="b"/>
              <a:pathLst>
                <a:path w="13116" h="49696" extrusionOk="0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877;p64"/>
            <p:cNvSpPr/>
            <p:nvPr/>
          </p:nvSpPr>
          <p:spPr>
            <a:xfrm>
              <a:off x="4835375" y="4872550"/>
              <a:ext cx="217000" cy="65925"/>
            </a:xfrm>
            <a:custGeom>
              <a:avLst/>
              <a:gdLst/>
              <a:ahLst/>
              <a:cxnLst/>
              <a:rect l="l" t="t" r="r" b="b"/>
              <a:pathLst>
                <a:path w="8680" h="2637" extrusionOk="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878;p64"/>
            <p:cNvSpPr/>
            <p:nvPr/>
          </p:nvSpPr>
          <p:spPr>
            <a:xfrm>
              <a:off x="4835375" y="4867725"/>
              <a:ext cx="222625" cy="76375"/>
            </a:xfrm>
            <a:custGeom>
              <a:avLst/>
              <a:gdLst/>
              <a:ahLst/>
              <a:cxnLst/>
              <a:rect l="l" t="t" r="r" b="b"/>
              <a:pathLst>
                <a:path w="8905" h="3055" extrusionOk="0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879;p64"/>
            <p:cNvSpPr/>
            <p:nvPr/>
          </p:nvSpPr>
          <p:spPr>
            <a:xfrm>
              <a:off x="4841000" y="4927200"/>
              <a:ext cx="211375" cy="11275"/>
            </a:xfrm>
            <a:custGeom>
              <a:avLst/>
              <a:gdLst/>
              <a:ahLst/>
              <a:cxnLst/>
              <a:rect l="l" t="t" r="r" b="b"/>
              <a:pathLst>
                <a:path w="8455" h="451" extrusionOk="0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880;p64"/>
            <p:cNvSpPr/>
            <p:nvPr/>
          </p:nvSpPr>
          <p:spPr>
            <a:xfrm>
              <a:off x="4835375" y="4921575"/>
              <a:ext cx="222625" cy="22525"/>
            </a:xfrm>
            <a:custGeom>
              <a:avLst/>
              <a:gdLst/>
              <a:ahLst/>
              <a:cxnLst/>
              <a:rect l="l" t="t" r="r" b="b"/>
              <a:pathLst>
                <a:path w="8905" h="901" extrusionOk="0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881;p64"/>
            <p:cNvSpPr/>
            <p:nvPr/>
          </p:nvSpPr>
          <p:spPr>
            <a:xfrm>
              <a:off x="4983250" y="4884600"/>
              <a:ext cx="230400" cy="70475"/>
            </a:xfrm>
            <a:custGeom>
              <a:avLst/>
              <a:gdLst/>
              <a:ahLst/>
              <a:cxnLst/>
              <a:rect l="l" t="t" r="r" b="b"/>
              <a:pathLst>
                <a:path w="9216" h="2819" extrusionOk="0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882;p64"/>
            <p:cNvSpPr/>
            <p:nvPr/>
          </p:nvSpPr>
          <p:spPr>
            <a:xfrm>
              <a:off x="4977625" y="4879775"/>
              <a:ext cx="241100" cy="80400"/>
            </a:xfrm>
            <a:custGeom>
              <a:avLst/>
              <a:gdLst/>
              <a:ahLst/>
              <a:cxnLst/>
              <a:rect l="l" t="t" r="r" b="b"/>
              <a:pathLst>
                <a:path w="9644" h="3216" extrusionOk="0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883;p64"/>
            <p:cNvSpPr/>
            <p:nvPr/>
          </p:nvSpPr>
          <p:spPr>
            <a:xfrm>
              <a:off x="4984050" y="4940850"/>
              <a:ext cx="229600" cy="14225"/>
            </a:xfrm>
            <a:custGeom>
              <a:avLst/>
              <a:gdLst/>
              <a:ahLst/>
              <a:cxnLst/>
              <a:rect l="l" t="t" r="r" b="b"/>
              <a:pathLst>
                <a:path w="9184" h="569" extrusionOk="0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884;p64"/>
            <p:cNvSpPr/>
            <p:nvPr/>
          </p:nvSpPr>
          <p:spPr>
            <a:xfrm>
              <a:off x="4977625" y="4935225"/>
              <a:ext cx="241100" cy="24950"/>
            </a:xfrm>
            <a:custGeom>
              <a:avLst/>
              <a:gdLst/>
              <a:ahLst/>
              <a:cxnLst/>
              <a:rect l="l" t="t" r="r" b="b"/>
              <a:pathLst>
                <a:path w="9644" h="998" extrusionOk="0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885;p64"/>
            <p:cNvSpPr/>
            <p:nvPr/>
          </p:nvSpPr>
          <p:spPr>
            <a:xfrm>
              <a:off x="4779925" y="2559250"/>
              <a:ext cx="598725" cy="1158975"/>
            </a:xfrm>
            <a:custGeom>
              <a:avLst/>
              <a:gdLst/>
              <a:ahLst/>
              <a:cxnLst/>
              <a:rect l="l" t="t" r="r" b="b"/>
              <a:pathLst>
                <a:path w="23949" h="46359" extrusionOk="0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886;p64"/>
            <p:cNvSpPr/>
            <p:nvPr/>
          </p:nvSpPr>
          <p:spPr>
            <a:xfrm>
              <a:off x="4779925" y="2554125"/>
              <a:ext cx="587475" cy="1169275"/>
            </a:xfrm>
            <a:custGeom>
              <a:avLst/>
              <a:gdLst/>
              <a:ahLst/>
              <a:cxnLst/>
              <a:rect l="l" t="t" r="r" b="b"/>
              <a:pathLst>
                <a:path w="23499" h="46771" extrusionOk="0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87;p64"/>
            <p:cNvSpPr/>
            <p:nvPr/>
          </p:nvSpPr>
          <p:spPr>
            <a:xfrm>
              <a:off x="4852250" y="3131925"/>
              <a:ext cx="629250" cy="449325"/>
            </a:xfrm>
            <a:custGeom>
              <a:avLst/>
              <a:gdLst/>
              <a:ahLst/>
              <a:cxnLst/>
              <a:rect l="l" t="t" r="r" b="b"/>
              <a:pathLst>
                <a:path w="25170" h="17973" extrusionOk="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88;p64"/>
            <p:cNvSpPr/>
            <p:nvPr/>
          </p:nvSpPr>
          <p:spPr>
            <a:xfrm>
              <a:off x="4848250" y="3127100"/>
              <a:ext cx="637275" cy="459700"/>
            </a:xfrm>
            <a:custGeom>
              <a:avLst/>
              <a:gdLst/>
              <a:ahLst/>
              <a:cxnLst/>
              <a:rect l="l" t="t" r="r" b="b"/>
              <a:pathLst>
                <a:path w="25491" h="18388" extrusionOk="0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89;p64"/>
            <p:cNvSpPr/>
            <p:nvPr/>
          </p:nvSpPr>
          <p:spPr>
            <a:xfrm>
              <a:off x="4853050" y="3111825"/>
              <a:ext cx="245950" cy="480600"/>
            </a:xfrm>
            <a:custGeom>
              <a:avLst/>
              <a:gdLst/>
              <a:ahLst/>
              <a:cxnLst/>
              <a:rect l="l" t="t" r="r" b="b"/>
              <a:pathLst>
                <a:path w="9838" h="19224" extrusionOk="0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0;p64"/>
            <p:cNvSpPr/>
            <p:nvPr/>
          </p:nvSpPr>
          <p:spPr>
            <a:xfrm>
              <a:off x="5006550" y="3155225"/>
              <a:ext cx="124575" cy="303800"/>
            </a:xfrm>
            <a:custGeom>
              <a:avLst/>
              <a:gdLst/>
              <a:ahLst/>
              <a:cxnLst/>
              <a:rect l="l" t="t" r="r" b="b"/>
              <a:pathLst>
                <a:path w="4983" h="12152" extrusionOk="0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1;p64"/>
            <p:cNvSpPr/>
            <p:nvPr/>
          </p:nvSpPr>
          <p:spPr>
            <a:xfrm>
              <a:off x="5276575" y="3402800"/>
              <a:ext cx="204925" cy="104425"/>
            </a:xfrm>
            <a:custGeom>
              <a:avLst/>
              <a:gdLst/>
              <a:ahLst/>
              <a:cxnLst/>
              <a:rect l="l" t="t" r="r" b="b"/>
              <a:pathLst>
                <a:path w="8197" h="4177" extrusionOk="0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2;p64"/>
            <p:cNvSpPr/>
            <p:nvPr/>
          </p:nvSpPr>
          <p:spPr>
            <a:xfrm>
              <a:off x="5270125" y="3397925"/>
              <a:ext cx="215400" cy="114925"/>
            </a:xfrm>
            <a:custGeom>
              <a:avLst/>
              <a:gdLst/>
              <a:ahLst/>
              <a:cxnLst/>
              <a:rect l="l" t="t" r="r" b="b"/>
              <a:pathLst>
                <a:path w="8616" h="4597" extrusionOk="0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3;p64"/>
            <p:cNvSpPr/>
            <p:nvPr/>
          </p:nvSpPr>
          <p:spPr>
            <a:xfrm>
              <a:off x="5526475" y="3239600"/>
              <a:ext cx="90850" cy="322275"/>
            </a:xfrm>
            <a:custGeom>
              <a:avLst/>
              <a:gdLst/>
              <a:ahLst/>
              <a:cxnLst/>
              <a:rect l="l" t="t" r="r" b="b"/>
              <a:pathLst>
                <a:path w="3634" h="12891" extrusionOk="0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894;p64"/>
            <p:cNvSpPr/>
            <p:nvPr/>
          </p:nvSpPr>
          <p:spPr>
            <a:xfrm>
              <a:off x="5520050" y="3233175"/>
              <a:ext cx="103700" cy="335125"/>
            </a:xfrm>
            <a:custGeom>
              <a:avLst/>
              <a:gdLst/>
              <a:ahLst/>
              <a:cxnLst/>
              <a:rect l="l" t="t" r="r" b="b"/>
              <a:pathLst>
                <a:path w="4148" h="13405" extrusionOk="0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895;p64"/>
            <p:cNvSpPr/>
            <p:nvPr/>
          </p:nvSpPr>
          <p:spPr>
            <a:xfrm>
              <a:off x="5156825" y="3548200"/>
              <a:ext cx="391375" cy="27350"/>
            </a:xfrm>
            <a:custGeom>
              <a:avLst/>
              <a:gdLst/>
              <a:ahLst/>
              <a:cxnLst/>
              <a:rect l="l" t="t" r="r" b="b"/>
              <a:pathLst>
                <a:path w="15655" h="1094" extrusionOk="0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896;p64"/>
            <p:cNvSpPr/>
            <p:nvPr/>
          </p:nvSpPr>
          <p:spPr>
            <a:xfrm>
              <a:off x="5152000" y="3542575"/>
              <a:ext cx="401025" cy="38600"/>
            </a:xfrm>
            <a:custGeom>
              <a:avLst/>
              <a:gdLst/>
              <a:ahLst/>
              <a:cxnLst/>
              <a:rect l="l" t="t" r="r" b="b"/>
              <a:pathLst>
                <a:path w="16041" h="1544" extrusionOk="0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897;p64"/>
            <p:cNvSpPr/>
            <p:nvPr/>
          </p:nvSpPr>
          <p:spPr>
            <a:xfrm>
              <a:off x="5553000" y="2925400"/>
              <a:ext cx="167175" cy="190475"/>
            </a:xfrm>
            <a:custGeom>
              <a:avLst/>
              <a:gdLst/>
              <a:ahLst/>
              <a:cxnLst/>
              <a:rect l="l" t="t" r="r" b="b"/>
              <a:pathLst>
                <a:path w="6687" h="7619" extrusionOk="0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898;p64"/>
            <p:cNvSpPr/>
            <p:nvPr/>
          </p:nvSpPr>
          <p:spPr>
            <a:xfrm>
              <a:off x="2940475" y="4391175"/>
              <a:ext cx="989275" cy="520775"/>
            </a:xfrm>
            <a:custGeom>
              <a:avLst/>
              <a:gdLst/>
              <a:ahLst/>
              <a:cxnLst/>
              <a:rect l="l" t="t" r="r" b="b"/>
              <a:pathLst>
                <a:path w="39571" h="20831" extrusionOk="0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899;p64"/>
            <p:cNvSpPr/>
            <p:nvPr/>
          </p:nvSpPr>
          <p:spPr>
            <a:xfrm>
              <a:off x="3007975" y="4124375"/>
              <a:ext cx="854250" cy="429975"/>
            </a:xfrm>
            <a:custGeom>
              <a:avLst/>
              <a:gdLst/>
              <a:ahLst/>
              <a:cxnLst/>
              <a:rect l="l" t="t" r="r" b="b"/>
              <a:pathLst>
                <a:path w="34170" h="17199" extrusionOk="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0;p64"/>
            <p:cNvSpPr/>
            <p:nvPr/>
          </p:nvSpPr>
          <p:spPr>
            <a:xfrm>
              <a:off x="2934850" y="4385550"/>
              <a:ext cx="1000525" cy="532025"/>
            </a:xfrm>
            <a:custGeom>
              <a:avLst/>
              <a:gdLst/>
              <a:ahLst/>
              <a:cxnLst/>
              <a:rect l="l" t="t" r="r" b="b"/>
              <a:pathLst>
                <a:path w="40021" h="21281" extrusionOk="0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1;p64"/>
            <p:cNvSpPr/>
            <p:nvPr/>
          </p:nvSpPr>
          <p:spPr>
            <a:xfrm>
              <a:off x="1906225" y="2226250"/>
              <a:ext cx="3057750" cy="2244525"/>
            </a:xfrm>
            <a:custGeom>
              <a:avLst/>
              <a:gdLst/>
              <a:ahLst/>
              <a:cxnLst/>
              <a:rect l="l" t="t" r="r" b="b"/>
              <a:pathLst>
                <a:path w="122310" h="89781" extrusionOk="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2;p64"/>
            <p:cNvSpPr/>
            <p:nvPr/>
          </p:nvSpPr>
          <p:spPr>
            <a:xfrm>
              <a:off x="1901400" y="2220625"/>
              <a:ext cx="3067400" cy="2254950"/>
            </a:xfrm>
            <a:custGeom>
              <a:avLst/>
              <a:gdLst/>
              <a:ahLst/>
              <a:cxnLst/>
              <a:rect l="l" t="t" r="r" b="b"/>
              <a:pathLst>
                <a:path w="122696" h="90198" extrusionOk="0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3;p64"/>
            <p:cNvSpPr/>
            <p:nvPr/>
          </p:nvSpPr>
          <p:spPr>
            <a:xfrm>
              <a:off x="1906225" y="4121975"/>
              <a:ext cx="3057750" cy="348800"/>
            </a:xfrm>
            <a:custGeom>
              <a:avLst/>
              <a:gdLst/>
              <a:ahLst/>
              <a:cxnLst/>
              <a:rect l="l" t="t" r="r" b="b"/>
              <a:pathLst>
                <a:path w="122310" h="13952" extrusionOk="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04;p64"/>
            <p:cNvSpPr/>
            <p:nvPr/>
          </p:nvSpPr>
          <p:spPr>
            <a:xfrm>
              <a:off x="1901400" y="4116350"/>
              <a:ext cx="3067400" cy="359225"/>
            </a:xfrm>
            <a:custGeom>
              <a:avLst/>
              <a:gdLst/>
              <a:ahLst/>
              <a:cxnLst/>
              <a:rect l="l" t="t" r="r" b="b"/>
              <a:pathLst>
                <a:path w="122696" h="14369" extrusionOk="0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05;p64"/>
            <p:cNvSpPr/>
            <p:nvPr/>
          </p:nvSpPr>
          <p:spPr>
            <a:xfrm>
              <a:off x="2060525" y="2365275"/>
              <a:ext cx="2749175" cy="1586350"/>
            </a:xfrm>
            <a:custGeom>
              <a:avLst/>
              <a:gdLst/>
              <a:ahLst/>
              <a:cxnLst/>
              <a:rect l="l" t="t" r="r" b="b"/>
              <a:pathLst>
                <a:path w="109967" h="63454" extrusionOk="0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06;p64"/>
            <p:cNvSpPr/>
            <p:nvPr/>
          </p:nvSpPr>
          <p:spPr>
            <a:xfrm>
              <a:off x="2054900" y="2360450"/>
              <a:ext cx="2760425" cy="1596000"/>
            </a:xfrm>
            <a:custGeom>
              <a:avLst/>
              <a:gdLst/>
              <a:ahLst/>
              <a:cxnLst/>
              <a:rect l="l" t="t" r="r" b="b"/>
              <a:pathLst>
                <a:path w="110417" h="63840" extrusionOk="0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07;p64"/>
            <p:cNvSpPr/>
            <p:nvPr/>
          </p:nvSpPr>
          <p:spPr>
            <a:xfrm>
              <a:off x="2940475" y="4911925"/>
              <a:ext cx="989275" cy="45025"/>
            </a:xfrm>
            <a:custGeom>
              <a:avLst/>
              <a:gdLst/>
              <a:ahLst/>
              <a:cxnLst/>
              <a:rect l="l" t="t" r="r" b="b"/>
              <a:pathLst>
                <a:path w="39571" h="1801" extrusionOk="0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08;p64"/>
            <p:cNvSpPr/>
            <p:nvPr/>
          </p:nvSpPr>
          <p:spPr>
            <a:xfrm>
              <a:off x="2935650" y="4907100"/>
              <a:ext cx="999725" cy="55475"/>
            </a:xfrm>
            <a:custGeom>
              <a:avLst/>
              <a:gdLst/>
              <a:ahLst/>
              <a:cxnLst/>
              <a:rect l="l" t="t" r="r" b="b"/>
              <a:pathLst>
                <a:path w="39989" h="2219" extrusionOk="0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09;p64"/>
            <p:cNvSpPr/>
            <p:nvPr/>
          </p:nvSpPr>
          <p:spPr>
            <a:xfrm>
              <a:off x="2383575" y="249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0;p64"/>
            <p:cNvSpPr/>
            <p:nvPr/>
          </p:nvSpPr>
          <p:spPr>
            <a:xfrm>
              <a:off x="2377950" y="2491450"/>
              <a:ext cx="159125" cy="209975"/>
            </a:xfrm>
            <a:custGeom>
              <a:avLst/>
              <a:gdLst/>
              <a:ahLst/>
              <a:cxnLst/>
              <a:rect l="l" t="t" r="r" b="b"/>
              <a:pathLst>
                <a:path w="6365" h="8399" extrusionOk="0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1;p64"/>
            <p:cNvSpPr/>
            <p:nvPr/>
          </p:nvSpPr>
          <p:spPr>
            <a:xfrm>
              <a:off x="2398825" y="2504300"/>
              <a:ext cx="94875" cy="192100"/>
            </a:xfrm>
            <a:custGeom>
              <a:avLst/>
              <a:gdLst/>
              <a:ahLst/>
              <a:cxnLst/>
              <a:rect l="l" t="t" r="r" b="b"/>
              <a:pathLst>
                <a:path w="3795" h="7684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2;p64"/>
            <p:cNvSpPr/>
            <p:nvPr/>
          </p:nvSpPr>
          <p:spPr>
            <a:xfrm>
              <a:off x="2393200" y="2499475"/>
              <a:ext cx="106125" cy="201950"/>
            </a:xfrm>
            <a:custGeom>
              <a:avLst/>
              <a:gdLst/>
              <a:ahLst/>
              <a:cxnLst/>
              <a:rect l="l" t="t" r="r" b="b"/>
              <a:pathLst>
                <a:path w="4245" h="8078" extrusionOk="0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3;p64"/>
            <p:cNvSpPr/>
            <p:nvPr/>
          </p:nvSpPr>
          <p:spPr>
            <a:xfrm>
              <a:off x="2377950" y="2489825"/>
              <a:ext cx="104475" cy="206575"/>
            </a:xfrm>
            <a:custGeom>
              <a:avLst/>
              <a:gdLst/>
              <a:ahLst/>
              <a:cxnLst/>
              <a:rect l="l" t="t" r="r" b="b"/>
              <a:pathLst>
                <a:path w="4179" h="8263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14;p64"/>
            <p:cNvSpPr/>
            <p:nvPr/>
          </p:nvSpPr>
          <p:spPr>
            <a:xfrm>
              <a:off x="2372325" y="248420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15;p64"/>
            <p:cNvSpPr/>
            <p:nvPr/>
          </p:nvSpPr>
          <p:spPr>
            <a:xfrm>
              <a:off x="2153725" y="2452075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16;p64"/>
            <p:cNvSpPr/>
            <p:nvPr/>
          </p:nvSpPr>
          <p:spPr>
            <a:xfrm>
              <a:off x="2148100" y="2447250"/>
              <a:ext cx="339950" cy="253950"/>
            </a:xfrm>
            <a:custGeom>
              <a:avLst/>
              <a:gdLst/>
              <a:ahLst/>
              <a:cxnLst/>
              <a:rect l="l" t="t" r="r" b="b"/>
              <a:pathLst>
                <a:path w="13598" h="10158" extrusionOk="0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17;p64"/>
            <p:cNvSpPr/>
            <p:nvPr/>
          </p:nvSpPr>
          <p:spPr>
            <a:xfrm>
              <a:off x="2383575" y="2857075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18;p64"/>
            <p:cNvSpPr/>
            <p:nvPr/>
          </p:nvSpPr>
          <p:spPr>
            <a:xfrm>
              <a:off x="2377950" y="2852275"/>
              <a:ext cx="159125" cy="209750"/>
            </a:xfrm>
            <a:custGeom>
              <a:avLst/>
              <a:gdLst/>
              <a:ahLst/>
              <a:cxnLst/>
              <a:rect l="l" t="t" r="r" b="b"/>
              <a:pathLst>
                <a:path w="6365" h="8390" extrusionOk="0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19;p64"/>
            <p:cNvSpPr/>
            <p:nvPr/>
          </p:nvSpPr>
          <p:spPr>
            <a:xfrm>
              <a:off x="2398825" y="2865125"/>
              <a:ext cx="94875" cy="191275"/>
            </a:xfrm>
            <a:custGeom>
              <a:avLst/>
              <a:gdLst/>
              <a:ahLst/>
              <a:cxnLst/>
              <a:rect l="l" t="t" r="r" b="b"/>
              <a:pathLst>
                <a:path w="3795" h="7651" extrusionOk="0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0;p64"/>
            <p:cNvSpPr/>
            <p:nvPr/>
          </p:nvSpPr>
          <p:spPr>
            <a:xfrm>
              <a:off x="2393200" y="2859500"/>
              <a:ext cx="106125" cy="202525"/>
            </a:xfrm>
            <a:custGeom>
              <a:avLst/>
              <a:gdLst/>
              <a:ahLst/>
              <a:cxnLst/>
              <a:rect l="l" t="t" r="r" b="b"/>
              <a:pathLst>
                <a:path w="4245" h="8101" extrusionOk="0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1;p64"/>
            <p:cNvSpPr/>
            <p:nvPr/>
          </p:nvSpPr>
          <p:spPr>
            <a:xfrm>
              <a:off x="2377950" y="2849850"/>
              <a:ext cx="104475" cy="206550"/>
            </a:xfrm>
            <a:custGeom>
              <a:avLst/>
              <a:gdLst/>
              <a:ahLst/>
              <a:cxnLst/>
              <a:rect l="l" t="t" r="r" b="b"/>
              <a:pathLst>
                <a:path w="4179" h="8262" extrusionOk="0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2;p64"/>
            <p:cNvSpPr/>
            <p:nvPr/>
          </p:nvSpPr>
          <p:spPr>
            <a:xfrm>
              <a:off x="2372325" y="2844225"/>
              <a:ext cx="115725" cy="217300"/>
            </a:xfrm>
            <a:custGeom>
              <a:avLst/>
              <a:gdLst/>
              <a:ahLst/>
              <a:cxnLst/>
              <a:rect l="l" t="t" r="r" b="b"/>
              <a:pathLst>
                <a:path w="4629" h="8692" extrusionOk="0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3;p64"/>
            <p:cNvSpPr/>
            <p:nvPr/>
          </p:nvSpPr>
          <p:spPr>
            <a:xfrm>
              <a:off x="2153725" y="2812875"/>
              <a:ext cx="328700" cy="243525"/>
            </a:xfrm>
            <a:custGeom>
              <a:avLst/>
              <a:gdLst/>
              <a:ahLst/>
              <a:cxnLst/>
              <a:rect l="l" t="t" r="r" b="b"/>
              <a:pathLst>
                <a:path w="13148" h="9741" extrusionOk="0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24;p64"/>
            <p:cNvSpPr/>
            <p:nvPr/>
          </p:nvSpPr>
          <p:spPr>
            <a:xfrm>
              <a:off x="2148100" y="2807250"/>
              <a:ext cx="339950" cy="254775"/>
            </a:xfrm>
            <a:custGeom>
              <a:avLst/>
              <a:gdLst/>
              <a:ahLst/>
              <a:cxnLst/>
              <a:rect l="l" t="t" r="r" b="b"/>
              <a:pathLst>
                <a:path w="13598" h="10191" extrusionOk="0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25;p64"/>
            <p:cNvSpPr/>
            <p:nvPr/>
          </p:nvSpPr>
          <p:spPr>
            <a:xfrm>
              <a:off x="2383575" y="3217900"/>
              <a:ext cx="147875" cy="199325"/>
            </a:xfrm>
            <a:custGeom>
              <a:avLst/>
              <a:gdLst/>
              <a:ahLst/>
              <a:cxnLst/>
              <a:rect l="l" t="t" r="r" b="b"/>
              <a:pathLst>
                <a:path w="5915" h="7973" extrusionOk="0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26;p64"/>
            <p:cNvSpPr/>
            <p:nvPr/>
          </p:nvSpPr>
          <p:spPr>
            <a:xfrm>
              <a:off x="2377950" y="3212275"/>
              <a:ext cx="159125" cy="209775"/>
            </a:xfrm>
            <a:custGeom>
              <a:avLst/>
              <a:gdLst/>
              <a:ahLst/>
              <a:cxnLst/>
              <a:rect l="l" t="t" r="r" b="b"/>
              <a:pathLst>
                <a:path w="6365" h="8391" extrusionOk="0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27;p64"/>
            <p:cNvSpPr/>
            <p:nvPr/>
          </p:nvSpPr>
          <p:spPr>
            <a:xfrm>
              <a:off x="2398825" y="3225150"/>
              <a:ext cx="94875" cy="192075"/>
            </a:xfrm>
            <a:custGeom>
              <a:avLst/>
              <a:gdLst/>
              <a:ahLst/>
              <a:cxnLst/>
              <a:rect l="l" t="t" r="r" b="b"/>
              <a:pathLst>
                <a:path w="3795" h="7683" extrusionOk="0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28;p64"/>
            <p:cNvSpPr/>
            <p:nvPr/>
          </p:nvSpPr>
          <p:spPr>
            <a:xfrm>
              <a:off x="2393200" y="3219525"/>
              <a:ext cx="106125" cy="202725"/>
            </a:xfrm>
            <a:custGeom>
              <a:avLst/>
              <a:gdLst/>
              <a:ahLst/>
              <a:cxnLst/>
              <a:rect l="l" t="t" r="r" b="b"/>
              <a:pathLst>
                <a:path w="4245" h="8109" extrusionOk="0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29;p64"/>
            <p:cNvSpPr/>
            <p:nvPr/>
          </p:nvSpPr>
          <p:spPr>
            <a:xfrm>
              <a:off x="2377950" y="3209875"/>
              <a:ext cx="104475" cy="207350"/>
            </a:xfrm>
            <a:custGeom>
              <a:avLst/>
              <a:gdLst/>
              <a:ahLst/>
              <a:cxnLst/>
              <a:rect l="l" t="t" r="r" b="b"/>
              <a:pathLst>
                <a:path w="4179" h="8294" extrusionOk="0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930;p64"/>
            <p:cNvSpPr/>
            <p:nvPr/>
          </p:nvSpPr>
          <p:spPr>
            <a:xfrm>
              <a:off x="2372325" y="3205050"/>
              <a:ext cx="115725" cy="217225"/>
            </a:xfrm>
            <a:custGeom>
              <a:avLst/>
              <a:gdLst/>
              <a:ahLst/>
              <a:cxnLst/>
              <a:rect l="l" t="t" r="r" b="b"/>
              <a:pathLst>
                <a:path w="4629" h="8689" extrusionOk="0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931;p64"/>
            <p:cNvSpPr/>
            <p:nvPr/>
          </p:nvSpPr>
          <p:spPr>
            <a:xfrm>
              <a:off x="2153725" y="3172900"/>
              <a:ext cx="328700" cy="244325"/>
            </a:xfrm>
            <a:custGeom>
              <a:avLst/>
              <a:gdLst/>
              <a:ahLst/>
              <a:cxnLst/>
              <a:rect l="l" t="t" r="r" b="b"/>
              <a:pathLst>
                <a:path w="13148" h="9773" extrusionOk="0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932;p64"/>
            <p:cNvSpPr/>
            <p:nvPr/>
          </p:nvSpPr>
          <p:spPr>
            <a:xfrm>
              <a:off x="2148100" y="3168075"/>
              <a:ext cx="339950" cy="253975"/>
            </a:xfrm>
            <a:custGeom>
              <a:avLst/>
              <a:gdLst/>
              <a:ahLst/>
              <a:cxnLst/>
              <a:rect l="l" t="t" r="r" b="b"/>
              <a:pathLst>
                <a:path w="13598" h="10159" extrusionOk="0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933;p64"/>
            <p:cNvSpPr/>
            <p:nvPr/>
          </p:nvSpPr>
          <p:spPr>
            <a:xfrm>
              <a:off x="4591075" y="334890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934;p64"/>
            <p:cNvSpPr/>
            <p:nvPr/>
          </p:nvSpPr>
          <p:spPr>
            <a:xfrm>
              <a:off x="4585450" y="334407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935;p64"/>
            <p:cNvSpPr/>
            <p:nvPr/>
          </p:nvSpPr>
          <p:spPr>
            <a:xfrm>
              <a:off x="4607150" y="3356925"/>
              <a:ext cx="94050" cy="191300"/>
            </a:xfrm>
            <a:custGeom>
              <a:avLst/>
              <a:gdLst/>
              <a:ahLst/>
              <a:cxnLst/>
              <a:rect l="l" t="t" r="r" b="b"/>
              <a:pathLst>
                <a:path w="3762" h="7652" extrusionOk="0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936;p64"/>
            <p:cNvSpPr/>
            <p:nvPr/>
          </p:nvSpPr>
          <p:spPr>
            <a:xfrm>
              <a:off x="4601525" y="3351300"/>
              <a:ext cx="105300" cy="202550"/>
            </a:xfrm>
            <a:custGeom>
              <a:avLst/>
              <a:gdLst/>
              <a:ahLst/>
              <a:cxnLst/>
              <a:rect l="l" t="t" r="r" b="b"/>
              <a:pathLst>
                <a:path w="4212" h="8102" extrusionOk="0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937;p64"/>
            <p:cNvSpPr/>
            <p:nvPr/>
          </p:nvSpPr>
          <p:spPr>
            <a:xfrm>
              <a:off x="4586250" y="334167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938;p64"/>
            <p:cNvSpPr/>
            <p:nvPr/>
          </p:nvSpPr>
          <p:spPr>
            <a:xfrm>
              <a:off x="4580625" y="3336050"/>
              <a:ext cx="115750" cy="217800"/>
            </a:xfrm>
            <a:custGeom>
              <a:avLst/>
              <a:gdLst/>
              <a:ahLst/>
              <a:cxnLst/>
              <a:rect l="l" t="t" r="r" b="b"/>
              <a:pathLst>
                <a:path w="4630" h="8712" extrusionOk="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939;p64"/>
            <p:cNvSpPr/>
            <p:nvPr/>
          </p:nvSpPr>
          <p:spPr>
            <a:xfrm>
              <a:off x="4361250" y="330470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940;p64"/>
            <p:cNvSpPr/>
            <p:nvPr/>
          </p:nvSpPr>
          <p:spPr>
            <a:xfrm>
              <a:off x="4355625" y="329907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941;p64"/>
            <p:cNvSpPr/>
            <p:nvPr/>
          </p:nvSpPr>
          <p:spPr>
            <a:xfrm>
              <a:off x="4591075" y="2493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942;p64"/>
            <p:cNvSpPr/>
            <p:nvPr/>
          </p:nvSpPr>
          <p:spPr>
            <a:xfrm>
              <a:off x="4585450" y="2489025"/>
              <a:ext cx="159950" cy="209775"/>
            </a:xfrm>
            <a:custGeom>
              <a:avLst/>
              <a:gdLst/>
              <a:ahLst/>
              <a:cxnLst/>
              <a:rect l="l" t="t" r="r" b="b"/>
              <a:pathLst>
                <a:path w="6398" h="8391" extrusionOk="0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943;p64"/>
            <p:cNvSpPr/>
            <p:nvPr/>
          </p:nvSpPr>
          <p:spPr>
            <a:xfrm>
              <a:off x="4607150" y="2501900"/>
              <a:ext cx="94050" cy="191275"/>
            </a:xfrm>
            <a:custGeom>
              <a:avLst/>
              <a:gdLst/>
              <a:ahLst/>
              <a:cxnLst/>
              <a:rect l="l" t="t" r="r" b="b"/>
              <a:pathLst>
                <a:path w="3762" h="7651" extrusionOk="0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944;p64"/>
            <p:cNvSpPr/>
            <p:nvPr/>
          </p:nvSpPr>
          <p:spPr>
            <a:xfrm>
              <a:off x="4601525" y="2496275"/>
              <a:ext cx="105300" cy="202525"/>
            </a:xfrm>
            <a:custGeom>
              <a:avLst/>
              <a:gdLst/>
              <a:ahLst/>
              <a:cxnLst/>
              <a:rect l="l" t="t" r="r" b="b"/>
              <a:pathLst>
                <a:path w="4212" h="8101" extrusionOk="0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945;p64"/>
            <p:cNvSpPr/>
            <p:nvPr/>
          </p:nvSpPr>
          <p:spPr>
            <a:xfrm>
              <a:off x="4586250" y="2486625"/>
              <a:ext cx="104500" cy="206550"/>
            </a:xfrm>
            <a:custGeom>
              <a:avLst/>
              <a:gdLst/>
              <a:ahLst/>
              <a:cxnLst/>
              <a:rect l="l" t="t" r="r" b="b"/>
              <a:pathLst>
                <a:path w="4180" h="8262" extrusionOk="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946;p64"/>
            <p:cNvSpPr/>
            <p:nvPr/>
          </p:nvSpPr>
          <p:spPr>
            <a:xfrm>
              <a:off x="4580625" y="2481800"/>
              <a:ext cx="115750" cy="217200"/>
            </a:xfrm>
            <a:custGeom>
              <a:avLst/>
              <a:gdLst/>
              <a:ahLst/>
              <a:cxnLst/>
              <a:rect l="l" t="t" r="r" b="b"/>
              <a:pathLst>
                <a:path w="4630" h="8688" extrusionOk="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947;p64"/>
            <p:cNvSpPr/>
            <p:nvPr/>
          </p:nvSpPr>
          <p:spPr>
            <a:xfrm>
              <a:off x="4361250" y="2449650"/>
              <a:ext cx="329500" cy="243525"/>
            </a:xfrm>
            <a:custGeom>
              <a:avLst/>
              <a:gdLst/>
              <a:ahLst/>
              <a:cxnLst/>
              <a:rect l="l" t="t" r="r" b="b"/>
              <a:pathLst>
                <a:path w="13180" h="9741" extrusionOk="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948;p64"/>
            <p:cNvSpPr/>
            <p:nvPr/>
          </p:nvSpPr>
          <p:spPr>
            <a:xfrm>
              <a:off x="4355625" y="2444025"/>
              <a:ext cx="340750" cy="254775"/>
            </a:xfrm>
            <a:custGeom>
              <a:avLst/>
              <a:gdLst/>
              <a:ahLst/>
              <a:cxnLst/>
              <a:rect l="l" t="t" r="r" b="b"/>
              <a:pathLst>
                <a:path w="13630" h="10191" extrusionOk="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949;p64"/>
            <p:cNvSpPr/>
            <p:nvPr/>
          </p:nvSpPr>
          <p:spPr>
            <a:xfrm>
              <a:off x="4591075" y="3692850"/>
              <a:ext cx="148700" cy="199325"/>
            </a:xfrm>
            <a:custGeom>
              <a:avLst/>
              <a:gdLst/>
              <a:ahLst/>
              <a:cxnLst/>
              <a:rect l="l" t="t" r="r" b="b"/>
              <a:pathLst>
                <a:path w="5948" h="7973" extrusionOk="0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950;p64"/>
            <p:cNvSpPr/>
            <p:nvPr/>
          </p:nvSpPr>
          <p:spPr>
            <a:xfrm>
              <a:off x="4585450" y="3687225"/>
              <a:ext cx="159950" cy="209975"/>
            </a:xfrm>
            <a:custGeom>
              <a:avLst/>
              <a:gdLst/>
              <a:ahLst/>
              <a:cxnLst/>
              <a:rect l="l" t="t" r="r" b="b"/>
              <a:pathLst>
                <a:path w="6398" h="8399" extrusionOk="0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951;p64"/>
            <p:cNvSpPr/>
            <p:nvPr/>
          </p:nvSpPr>
          <p:spPr>
            <a:xfrm>
              <a:off x="4607150" y="3700075"/>
              <a:ext cx="94050" cy="192100"/>
            </a:xfrm>
            <a:custGeom>
              <a:avLst/>
              <a:gdLst/>
              <a:ahLst/>
              <a:cxnLst/>
              <a:rect l="l" t="t" r="r" b="b"/>
              <a:pathLst>
                <a:path w="3762" h="7684" extrusionOk="0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952;p64"/>
            <p:cNvSpPr/>
            <p:nvPr/>
          </p:nvSpPr>
          <p:spPr>
            <a:xfrm>
              <a:off x="4601525" y="3695250"/>
              <a:ext cx="105300" cy="201950"/>
            </a:xfrm>
            <a:custGeom>
              <a:avLst/>
              <a:gdLst/>
              <a:ahLst/>
              <a:cxnLst/>
              <a:rect l="l" t="t" r="r" b="b"/>
              <a:pathLst>
                <a:path w="4212" h="8078" extrusionOk="0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953;p64"/>
            <p:cNvSpPr/>
            <p:nvPr/>
          </p:nvSpPr>
          <p:spPr>
            <a:xfrm>
              <a:off x="4586250" y="3685600"/>
              <a:ext cx="104500" cy="206575"/>
            </a:xfrm>
            <a:custGeom>
              <a:avLst/>
              <a:gdLst/>
              <a:ahLst/>
              <a:cxnLst/>
              <a:rect l="l" t="t" r="r" b="b"/>
              <a:pathLst>
                <a:path w="4180" h="8263" extrusionOk="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954;p64"/>
            <p:cNvSpPr/>
            <p:nvPr/>
          </p:nvSpPr>
          <p:spPr>
            <a:xfrm>
              <a:off x="4580625" y="3679975"/>
              <a:ext cx="115750" cy="217300"/>
            </a:xfrm>
            <a:custGeom>
              <a:avLst/>
              <a:gdLst/>
              <a:ahLst/>
              <a:cxnLst/>
              <a:rect l="l" t="t" r="r" b="b"/>
              <a:pathLst>
                <a:path w="4630" h="8692" extrusionOk="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955;p64"/>
            <p:cNvSpPr/>
            <p:nvPr/>
          </p:nvSpPr>
          <p:spPr>
            <a:xfrm>
              <a:off x="4361250" y="3647850"/>
              <a:ext cx="329500" cy="244325"/>
            </a:xfrm>
            <a:custGeom>
              <a:avLst/>
              <a:gdLst/>
              <a:ahLst/>
              <a:cxnLst/>
              <a:rect l="l" t="t" r="r" b="b"/>
              <a:pathLst>
                <a:path w="13180" h="9773" extrusionOk="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956;p64"/>
            <p:cNvSpPr/>
            <p:nvPr/>
          </p:nvSpPr>
          <p:spPr>
            <a:xfrm>
              <a:off x="4355625" y="3643025"/>
              <a:ext cx="340750" cy="253950"/>
            </a:xfrm>
            <a:custGeom>
              <a:avLst/>
              <a:gdLst/>
              <a:ahLst/>
              <a:cxnLst/>
              <a:rect l="l" t="t" r="r" b="b"/>
              <a:pathLst>
                <a:path w="13630" h="10158" extrusionOk="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957;p64"/>
            <p:cNvSpPr/>
            <p:nvPr/>
          </p:nvSpPr>
          <p:spPr>
            <a:xfrm>
              <a:off x="3617100" y="2493050"/>
              <a:ext cx="253975" cy="908100"/>
            </a:xfrm>
            <a:custGeom>
              <a:avLst/>
              <a:gdLst/>
              <a:ahLst/>
              <a:cxnLst/>
              <a:rect l="l" t="t" r="r" b="b"/>
              <a:pathLst>
                <a:path w="10159" h="36324" extrusionOk="0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958;p64"/>
            <p:cNvSpPr/>
            <p:nvPr/>
          </p:nvSpPr>
          <p:spPr>
            <a:xfrm>
              <a:off x="3711925" y="2493050"/>
              <a:ext cx="11275" cy="266025"/>
            </a:xfrm>
            <a:custGeom>
              <a:avLst/>
              <a:gdLst/>
              <a:ahLst/>
              <a:cxnLst/>
              <a:rect l="l" t="t" r="r" b="b"/>
              <a:pathLst>
                <a:path w="451" h="10641" extrusionOk="0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959;p64"/>
            <p:cNvSpPr/>
            <p:nvPr/>
          </p:nvSpPr>
          <p:spPr>
            <a:xfrm>
              <a:off x="3850150" y="24769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960;p64"/>
            <p:cNvSpPr/>
            <p:nvPr/>
          </p:nvSpPr>
          <p:spPr>
            <a:xfrm>
              <a:off x="3844525" y="2472150"/>
              <a:ext cx="42625" cy="41825"/>
            </a:xfrm>
            <a:custGeom>
              <a:avLst/>
              <a:gdLst/>
              <a:ahLst/>
              <a:cxnLst/>
              <a:rect l="l" t="t" r="r" b="b"/>
              <a:pathLst>
                <a:path w="1705" h="1673" extrusionOk="0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961;p64"/>
            <p:cNvSpPr/>
            <p:nvPr/>
          </p:nvSpPr>
          <p:spPr>
            <a:xfrm>
              <a:off x="3702300" y="24769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962;p64"/>
            <p:cNvSpPr/>
            <p:nvPr/>
          </p:nvSpPr>
          <p:spPr>
            <a:xfrm>
              <a:off x="3697475" y="247215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963;p64"/>
            <p:cNvSpPr/>
            <p:nvPr/>
          </p:nvSpPr>
          <p:spPr>
            <a:xfrm>
              <a:off x="3163075" y="2504300"/>
              <a:ext cx="87625" cy="532825"/>
            </a:xfrm>
            <a:custGeom>
              <a:avLst/>
              <a:gdLst/>
              <a:ahLst/>
              <a:cxnLst/>
              <a:rect l="l" t="t" r="r" b="b"/>
              <a:pathLst>
                <a:path w="3505" h="21313" extrusionOk="0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964;p64"/>
            <p:cNvSpPr/>
            <p:nvPr/>
          </p:nvSpPr>
          <p:spPr>
            <a:xfrm>
              <a:off x="3153425" y="2481000"/>
              <a:ext cx="31375" cy="31350"/>
            </a:xfrm>
            <a:custGeom>
              <a:avLst/>
              <a:gdLst/>
              <a:ahLst/>
              <a:cxnLst/>
              <a:rect l="l" t="t" r="r" b="b"/>
              <a:pathLst>
                <a:path w="1255" h="1254" extrusionOk="0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965;p64"/>
            <p:cNvSpPr/>
            <p:nvPr/>
          </p:nvSpPr>
          <p:spPr>
            <a:xfrm>
              <a:off x="3147800" y="2475375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966;p64"/>
            <p:cNvSpPr/>
            <p:nvPr/>
          </p:nvSpPr>
          <p:spPr>
            <a:xfrm>
              <a:off x="2753225" y="2987275"/>
              <a:ext cx="488625" cy="170375"/>
            </a:xfrm>
            <a:custGeom>
              <a:avLst/>
              <a:gdLst/>
              <a:ahLst/>
              <a:cxnLst/>
              <a:rect l="l" t="t" r="r" b="b"/>
              <a:pathLst>
                <a:path w="19545" h="6815" extrusionOk="0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967;p64"/>
            <p:cNvSpPr/>
            <p:nvPr/>
          </p:nvSpPr>
          <p:spPr>
            <a:xfrm>
              <a:off x="2737150" y="29768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968;p64"/>
            <p:cNvSpPr/>
            <p:nvPr/>
          </p:nvSpPr>
          <p:spPr>
            <a:xfrm>
              <a:off x="2732325" y="29720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969;p64"/>
            <p:cNvSpPr/>
            <p:nvPr/>
          </p:nvSpPr>
          <p:spPr>
            <a:xfrm>
              <a:off x="2463125" y="3198625"/>
              <a:ext cx="1296250" cy="180825"/>
            </a:xfrm>
            <a:custGeom>
              <a:avLst/>
              <a:gdLst/>
              <a:ahLst/>
              <a:cxnLst/>
              <a:rect l="l" t="t" r="r" b="b"/>
              <a:pathLst>
                <a:path w="51850" h="7233" extrusionOk="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970;p64"/>
            <p:cNvSpPr/>
            <p:nvPr/>
          </p:nvSpPr>
          <p:spPr>
            <a:xfrm>
              <a:off x="2447850" y="3188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971;p64"/>
            <p:cNvSpPr/>
            <p:nvPr/>
          </p:nvSpPr>
          <p:spPr>
            <a:xfrm>
              <a:off x="2443025" y="3182550"/>
              <a:ext cx="41825" cy="41800"/>
            </a:xfrm>
            <a:custGeom>
              <a:avLst/>
              <a:gdLst/>
              <a:ahLst/>
              <a:cxnLst/>
              <a:rect l="l" t="t" r="r" b="b"/>
              <a:pathLst>
                <a:path w="1673" h="1672" extrusionOk="0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972;p64"/>
            <p:cNvSpPr/>
            <p:nvPr/>
          </p:nvSpPr>
          <p:spPr>
            <a:xfrm>
              <a:off x="2906725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973;p64"/>
            <p:cNvSpPr/>
            <p:nvPr/>
          </p:nvSpPr>
          <p:spPr>
            <a:xfrm>
              <a:off x="2892250" y="3755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974;p64"/>
            <p:cNvSpPr/>
            <p:nvPr/>
          </p:nvSpPr>
          <p:spPr>
            <a:xfrm>
              <a:off x="2887425" y="3750700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975;p64"/>
            <p:cNvSpPr/>
            <p:nvPr/>
          </p:nvSpPr>
          <p:spPr>
            <a:xfrm>
              <a:off x="3579350" y="3472650"/>
              <a:ext cx="368075" cy="307000"/>
            </a:xfrm>
            <a:custGeom>
              <a:avLst/>
              <a:gdLst/>
              <a:ahLst/>
              <a:cxnLst/>
              <a:rect l="l" t="t" r="r" b="b"/>
              <a:pathLst>
                <a:path w="14723" h="12280" extrusionOk="0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976;p64"/>
            <p:cNvSpPr/>
            <p:nvPr/>
          </p:nvSpPr>
          <p:spPr>
            <a:xfrm>
              <a:off x="3930525" y="3755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977;p64"/>
            <p:cNvSpPr/>
            <p:nvPr/>
          </p:nvSpPr>
          <p:spPr>
            <a:xfrm>
              <a:off x="3924900" y="3750700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978;p64"/>
            <p:cNvSpPr/>
            <p:nvPr/>
          </p:nvSpPr>
          <p:spPr>
            <a:xfrm>
              <a:off x="3717550" y="3065225"/>
              <a:ext cx="429150" cy="208150"/>
            </a:xfrm>
            <a:custGeom>
              <a:avLst/>
              <a:gdLst/>
              <a:ahLst/>
              <a:cxnLst/>
              <a:rect l="l" t="t" r="r" b="b"/>
              <a:pathLst>
                <a:path w="17166" h="8326" extrusionOk="0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979;p64"/>
            <p:cNvSpPr/>
            <p:nvPr/>
          </p:nvSpPr>
          <p:spPr>
            <a:xfrm>
              <a:off x="4137850" y="30507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980;p64"/>
            <p:cNvSpPr/>
            <p:nvPr/>
          </p:nvSpPr>
          <p:spPr>
            <a:xfrm>
              <a:off x="4133025" y="3045925"/>
              <a:ext cx="41825" cy="41825"/>
            </a:xfrm>
            <a:custGeom>
              <a:avLst/>
              <a:gdLst/>
              <a:ahLst/>
              <a:cxnLst/>
              <a:rect l="l" t="t" r="r" b="b"/>
              <a:pathLst>
                <a:path w="1673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981;p64"/>
            <p:cNvSpPr/>
            <p:nvPr/>
          </p:nvSpPr>
          <p:spPr>
            <a:xfrm>
              <a:off x="3828450" y="3381050"/>
              <a:ext cx="499875" cy="175200"/>
            </a:xfrm>
            <a:custGeom>
              <a:avLst/>
              <a:gdLst/>
              <a:ahLst/>
              <a:cxnLst/>
              <a:rect l="l" t="t" r="r" b="b"/>
              <a:pathLst>
                <a:path w="19995" h="7008" extrusionOk="0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982;p64"/>
            <p:cNvSpPr/>
            <p:nvPr/>
          </p:nvSpPr>
          <p:spPr>
            <a:xfrm>
              <a:off x="4307400" y="35506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983;p64"/>
            <p:cNvSpPr/>
            <p:nvPr/>
          </p:nvSpPr>
          <p:spPr>
            <a:xfrm>
              <a:off x="4302600" y="3545775"/>
              <a:ext cx="41800" cy="41825"/>
            </a:xfrm>
            <a:custGeom>
              <a:avLst/>
              <a:gdLst/>
              <a:ahLst/>
              <a:cxnLst/>
              <a:rect l="l" t="t" r="r" b="b"/>
              <a:pathLst>
                <a:path w="1672" h="1673" extrusionOk="0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984;p64"/>
            <p:cNvSpPr/>
            <p:nvPr/>
          </p:nvSpPr>
          <p:spPr>
            <a:xfrm>
              <a:off x="2974225" y="2715850"/>
              <a:ext cx="920950" cy="791375"/>
            </a:xfrm>
            <a:custGeom>
              <a:avLst/>
              <a:gdLst/>
              <a:ahLst/>
              <a:cxnLst/>
              <a:rect l="l" t="t" r="r" b="b"/>
              <a:pathLst>
                <a:path w="36838" h="31655" extrusionOk="0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985;p64"/>
            <p:cNvSpPr/>
            <p:nvPr/>
          </p:nvSpPr>
          <p:spPr>
            <a:xfrm>
              <a:off x="2977425" y="2710025"/>
              <a:ext cx="914550" cy="802825"/>
            </a:xfrm>
            <a:custGeom>
              <a:avLst/>
              <a:gdLst/>
              <a:ahLst/>
              <a:cxnLst/>
              <a:rect l="l" t="t" r="r" b="b"/>
              <a:pathLst>
                <a:path w="36582" h="32113" extrusionOk="0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986;p64"/>
            <p:cNvSpPr/>
            <p:nvPr/>
          </p:nvSpPr>
          <p:spPr>
            <a:xfrm>
              <a:off x="3012800" y="2747600"/>
              <a:ext cx="843800" cy="729900"/>
            </a:xfrm>
            <a:custGeom>
              <a:avLst/>
              <a:gdLst/>
              <a:ahLst/>
              <a:cxnLst/>
              <a:rect l="l" t="t" r="r" b="b"/>
              <a:pathLst>
                <a:path w="33752" h="29196" extrusionOk="0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987;p64"/>
            <p:cNvSpPr/>
            <p:nvPr/>
          </p:nvSpPr>
          <p:spPr>
            <a:xfrm>
              <a:off x="3009575" y="2742175"/>
              <a:ext cx="850250" cy="740950"/>
            </a:xfrm>
            <a:custGeom>
              <a:avLst/>
              <a:gdLst/>
              <a:ahLst/>
              <a:cxnLst/>
              <a:rect l="l" t="t" r="r" b="b"/>
              <a:pathLst>
                <a:path w="34010" h="29638" extrusionOk="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988;p64"/>
            <p:cNvSpPr/>
            <p:nvPr/>
          </p:nvSpPr>
          <p:spPr>
            <a:xfrm>
              <a:off x="3366375" y="2914550"/>
              <a:ext cx="135850" cy="521150"/>
            </a:xfrm>
            <a:custGeom>
              <a:avLst/>
              <a:gdLst/>
              <a:ahLst/>
              <a:cxnLst/>
              <a:rect l="l" t="t" r="r" b="b"/>
              <a:pathLst>
                <a:path w="5434" h="20846" extrusionOk="0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989;p64"/>
            <p:cNvSpPr/>
            <p:nvPr/>
          </p:nvSpPr>
          <p:spPr>
            <a:xfrm>
              <a:off x="4003650" y="3086925"/>
              <a:ext cx="423525" cy="291950"/>
            </a:xfrm>
            <a:custGeom>
              <a:avLst/>
              <a:gdLst/>
              <a:ahLst/>
              <a:cxnLst/>
              <a:rect l="l" t="t" r="r" b="b"/>
              <a:pathLst>
                <a:path w="16941" h="11678" extrusionOk="0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990;p64"/>
            <p:cNvSpPr/>
            <p:nvPr/>
          </p:nvSpPr>
          <p:spPr>
            <a:xfrm>
              <a:off x="4112125" y="3168875"/>
              <a:ext cx="157550" cy="145500"/>
            </a:xfrm>
            <a:custGeom>
              <a:avLst/>
              <a:gdLst/>
              <a:ahLst/>
              <a:cxnLst/>
              <a:rect l="l" t="t" r="r" b="b"/>
              <a:pathLst>
                <a:path w="6302" h="5820" extrusionOk="0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991;p64"/>
            <p:cNvSpPr/>
            <p:nvPr/>
          </p:nvSpPr>
          <p:spPr>
            <a:xfrm>
              <a:off x="4108125" y="3164875"/>
              <a:ext cx="165550" cy="153050"/>
            </a:xfrm>
            <a:custGeom>
              <a:avLst/>
              <a:gdLst/>
              <a:ahLst/>
              <a:cxnLst/>
              <a:rect l="l" t="t" r="r" b="b"/>
              <a:pathLst>
                <a:path w="6622" h="6122" extrusionOk="0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992;p64"/>
            <p:cNvSpPr/>
            <p:nvPr/>
          </p:nvSpPr>
          <p:spPr>
            <a:xfrm>
              <a:off x="4219825" y="3191400"/>
              <a:ext cx="59475" cy="107700"/>
            </a:xfrm>
            <a:custGeom>
              <a:avLst/>
              <a:gdLst/>
              <a:ahLst/>
              <a:cxnLst/>
              <a:rect l="l" t="t" r="r" b="b"/>
              <a:pathLst>
                <a:path w="2379" h="4308" extrusionOk="0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993;p64"/>
            <p:cNvSpPr/>
            <p:nvPr/>
          </p:nvSpPr>
          <p:spPr>
            <a:xfrm>
              <a:off x="4216600" y="3187375"/>
              <a:ext cx="66725" cy="115275"/>
            </a:xfrm>
            <a:custGeom>
              <a:avLst/>
              <a:gdLst/>
              <a:ahLst/>
              <a:cxnLst/>
              <a:rect l="l" t="t" r="r" b="b"/>
              <a:pathLst>
                <a:path w="2669" h="4611" extrusionOk="0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994;p64"/>
            <p:cNvSpPr/>
            <p:nvPr/>
          </p:nvSpPr>
          <p:spPr>
            <a:xfrm>
              <a:off x="2692150" y="2510725"/>
              <a:ext cx="427550" cy="357150"/>
            </a:xfrm>
            <a:custGeom>
              <a:avLst/>
              <a:gdLst/>
              <a:ahLst/>
              <a:cxnLst/>
              <a:rect l="l" t="t" r="r" b="b"/>
              <a:pathLst>
                <a:path w="17102" h="14286" extrusionOk="0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995;p64"/>
            <p:cNvSpPr/>
            <p:nvPr/>
          </p:nvSpPr>
          <p:spPr>
            <a:xfrm>
              <a:off x="2836800" y="2611975"/>
              <a:ext cx="177625" cy="168000"/>
            </a:xfrm>
            <a:custGeom>
              <a:avLst/>
              <a:gdLst/>
              <a:ahLst/>
              <a:cxnLst/>
              <a:rect l="l" t="t" r="r" b="b"/>
              <a:pathLst>
                <a:path w="7105" h="6720" extrusionOk="0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996;p64"/>
            <p:cNvSpPr/>
            <p:nvPr/>
          </p:nvSpPr>
          <p:spPr>
            <a:xfrm>
              <a:off x="2832775" y="2608175"/>
              <a:ext cx="185675" cy="175000"/>
            </a:xfrm>
            <a:custGeom>
              <a:avLst/>
              <a:gdLst/>
              <a:ahLst/>
              <a:cxnLst/>
              <a:rect l="l" t="t" r="r" b="b"/>
              <a:pathLst>
                <a:path w="7427" h="7000" extrusionOk="0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997;p64"/>
            <p:cNvSpPr/>
            <p:nvPr/>
          </p:nvSpPr>
          <p:spPr>
            <a:xfrm>
              <a:off x="2845650" y="2627250"/>
              <a:ext cx="56275" cy="95650"/>
            </a:xfrm>
            <a:custGeom>
              <a:avLst/>
              <a:gdLst/>
              <a:ahLst/>
              <a:cxnLst/>
              <a:rect l="l" t="t" r="r" b="b"/>
              <a:pathLst>
                <a:path w="2251" h="3826" extrusionOk="0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998;p64"/>
            <p:cNvSpPr/>
            <p:nvPr/>
          </p:nvSpPr>
          <p:spPr>
            <a:xfrm>
              <a:off x="2841625" y="2623225"/>
              <a:ext cx="64325" cy="103500"/>
            </a:xfrm>
            <a:custGeom>
              <a:avLst/>
              <a:gdLst/>
              <a:ahLst/>
              <a:cxnLst/>
              <a:rect l="l" t="t" r="r" b="b"/>
              <a:pathLst>
                <a:path w="2573" h="4140" extrusionOk="0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999;p64"/>
            <p:cNvSpPr/>
            <p:nvPr/>
          </p:nvSpPr>
          <p:spPr>
            <a:xfrm>
              <a:off x="3290050" y="3551400"/>
              <a:ext cx="279675" cy="397425"/>
            </a:xfrm>
            <a:custGeom>
              <a:avLst/>
              <a:gdLst/>
              <a:ahLst/>
              <a:cxnLst/>
              <a:rect l="l" t="t" r="r" b="b"/>
              <a:pathLst>
                <a:path w="11187" h="15897" extrusionOk="0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4000;p64"/>
            <p:cNvSpPr/>
            <p:nvPr/>
          </p:nvSpPr>
          <p:spPr>
            <a:xfrm>
              <a:off x="3363975" y="3655875"/>
              <a:ext cx="136625" cy="134225"/>
            </a:xfrm>
            <a:custGeom>
              <a:avLst/>
              <a:gdLst/>
              <a:ahLst/>
              <a:cxnLst/>
              <a:rect l="l" t="t" r="r" b="b"/>
              <a:pathLst>
                <a:path w="5465" h="5369" extrusionOk="0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4001;p64"/>
            <p:cNvSpPr/>
            <p:nvPr/>
          </p:nvSpPr>
          <p:spPr>
            <a:xfrm>
              <a:off x="3359950" y="3651850"/>
              <a:ext cx="144675" cy="141800"/>
            </a:xfrm>
            <a:custGeom>
              <a:avLst/>
              <a:gdLst/>
              <a:ahLst/>
              <a:cxnLst/>
              <a:rect l="l" t="t" r="r" b="b"/>
              <a:pathLst>
                <a:path w="5787" h="5672" extrusionOk="0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4002;p64"/>
            <p:cNvSpPr/>
            <p:nvPr/>
          </p:nvSpPr>
          <p:spPr>
            <a:xfrm>
              <a:off x="3378425" y="3754725"/>
              <a:ext cx="110925" cy="61100"/>
            </a:xfrm>
            <a:custGeom>
              <a:avLst/>
              <a:gdLst/>
              <a:ahLst/>
              <a:cxnLst/>
              <a:rect l="l" t="t" r="r" b="b"/>
              <a:pathLst>
                <a:path w="4437" h="2444" extrusionOk="0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003;p64"/>
            <p:cNvSpPr/>
            <p:nvPr/>
          </p:nvSpPr>
          <p:spPr>
            <a:xfrm>
              <a:off x="3374425" y="3750700"/>
              <a:ext cx="118950" cy="68325"/>
            </a:xfrm>
            <a:custGeom>
              <a:avLst/>
              <a:gdLst/>
              <a:ahLst/>
              <a:cxnLst/>
              <a:rect l="l" t="t" r="r" b="b"/>
              <a:pathLst>
                <a:path w="4758" h="2733" extrusionOk="0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004;p64"/>
            <p:cNvSpPr/>
            <p:nvPr/>
          </p:nvSpPr>
          <p:spPr>
            <a:xfrm>
              <a:off x="3506200" y="2497575"/>
              <a:ext cx="375325" cy="422225"/>
            </a:xfrm>
            <a:custGeom>
              <a:avLst/>
              <a:gdLst/>
              <a:ahLst/>
              <a:cxnLst/>
              <a:rect l="l" t="t" r="r" b="b"/>
              <a:pathLst>
                <a:path w="15013" h="16889" extrusionOk="0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005;p64"/>
            <p:cNvSpPr/>
            <p:nvPr/>
          </p:nvSpPr>
          <p:spPr>
            <a:xfrm>
              <a:off x="3600225" y="2635300"/>
              <a:ext cx="171200" cy="180825"/>
            </a:xfrm>
            <a:custGeom>
              <a:avLst/>
              <a:gdLst/>
              <a:ahLst/>
              <a:cxnLst/>
              <a:rect l="l" t="t" r="r" b="b"/>
              <a:pathLst>
                <a:path w="6848" h="7233" extrusionOk="0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006;p64"/>
            <p:cNvSpPr/>
            <p:nvPr/>
          </p:nvSpPr>
          <p:spPr>
            <a:xfrm>
              <a:off x="3596225" y="2632075"/>
              <a:ext cx="179225" cy="188075"/>
            </a:xfrm>
            <a:custGeom>
              <a:avLst/>
              <a:gdLst/>
              <a:ahLst/>
              <a:cxnLst/>
              <a:rect l="l" t="t" r="r" b="b"/>
              <a:pathLst>
                <a:path w="7169" h="7523" extrusionOk="0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007;p64"/>
            <p:cNvSpPr/>
            <p:nvPr/>
          </p:nvSpPr>
          <p:spPr>
            <a:xfrm>
              <a:off x="3664525" y="2645725"/>
              <a:ext cx="92425" cy="61100"/>
            </a:xfrm>
            <a:custGeom>
              <a:avLst/>
              <a:gdLst/>
              <a:ahLst/>
              <a:cxnLst/>
              <a:rect l="l" t="t" r="r" b="b"/>
              <a:pathLst>
                <a:path w="3697" h="2444" extrusionOk="0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008;p64"/>
            <p:cNvSpPr/>
            <p:nvPr/>
          </p:nvSpPr>
          <p:spPr>
            <a:xfrm>
              <a:off x="3660500" y="2641725"/>
              <a:ext cx="100475" cy="69125"/>
            </a:xfrm>
            <a:custGeom>
              <a:avLst/>
              <a:gdLst/>
              <a:ahLst/>
              <a:cxnLst/>
              <a:rect l="l" t="t" r="r" b="b"/>
              <a:pathLst>
                <a:path w="4019" h="2765" extrusionOk="0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009;p64"/>
            <p:cNvSpPr/>
            <p:nvPr/>
          </p:nvSpPr>
          <p:spPr>
            <a:xfrm>
              <a:off x="4202950" y="2493550"/>
              <a:ext cx="375300" cy="422225"/>
            </a:xfrm>
            <a:custGeom>
              <a:avLst/>
              <a:gdLst/>
              <a:ahLst/>
              <a:cxnLst/>
              <a:rect l="l" t="t" r="r" b="b"/>
              <a:pathLst>
                <a:path w="15012" h="16889" extrusionOk="0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010;p64"/>
            <p:cNvSpPr/>
            <p:nvPr/>
          </p:nvSpPr>
          <p:spPr>
            <a:xfrm>
              <a:off x="4296150" y="2631275"/>
              <a:ext cx="172000" cy="180825"/>
            </a:xfrm>
            <a:custGeom>
              <a:avLst/>
              <a:gdLst/>
              <a:ahLst/>
              <a:cxnLst/>
              <a:rect l="l" t="t" r="r" b="b"/>
              <a:pathLst>
                <a:path w="6880" h="7233" extrusionOk="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011;p64"/>
            <p:cNvSpPr/>
            <p:nvPr/>
          </p:nvSpPr>
          <p:spPr>
            <a:xfrm>
              <a:off x="4292950" y="2627250"/>
              <a:ext cx="179225" cy="188875"/>
            </a:xfrm>
            <a:custGeom>
              <a:avLst/>
              <a:gdLst/>
              <a:ahLst/>
              <a:cxnLst/>
              <a:rect l="l" t="t" r="r" b="b"/>
              <a:pathLst>
                <a:path w="7169" h="7555" extrusionOk="0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012;p64"/>
            <p:cNvSpPr/>
            <p:nvPr/>
          </p:nvSpPr>
          <p:spPr>
            <a:xfrm>
              <a:off x="4361250" y="2640925"/>
              <a:ext cx="91625" cy="61900"/>
            </a:xfrm>
            <a:custGeom>
              <a:avLst/>
              <a:gdLst/>
              <a:ahLst/>
              <a:cxnLst/>
              <a:rect l="l" t="t" r="r" b="b"/>
              <a:pathLst>
                <a:path w="3665" h="2476" extrusionOk="0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013;p64"/>
            <p:cNvSpPr/>
            <p:nvPr/>
          </p:nvSpPr>
          <p:spPr>
            <a:xfrm>
              <a:off x="4357225" y="2636900"/>
              <a:ext cx="99675" cy="69925"/>
            </a:xfrm>
            <a:custGeom>
              <a:avLst/>
              <a:gdLst/>
              <a:ahLst/>
              <a:cxnLst/>
              <a:rect l="l" t="t" r="r" b="b"/>
              <a:pathLst>
                <a:path w="3987" h="2797" extrusionOk="0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014;p64"/>
            <p:cNvSpPr/>
            <p:nvPr/>
          </p:nvSpPr>
          <p:spPr>
            <a:xfrm>
              <a:off x="2287950" y="3382125"/>
              <a:ext cx="340750" cy="434500"/>
            </a:xfrm>
            <a:custGeom>
              <a:avLst/>
              <a:gdLst/>
              <a:ahLst/>
              <a:cxnLst/>
              <a:rect l="l" t="t" r="r" b="b"/>
              <a:pathLst>
                <a:path w="13630" h="17380" extrusionOk="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015;p64"/>
            <p:cNvSpPr/>
            <p:nvPr/>
          </p:nvSpPr>
          <p:spPr>
            <a:xfrm>
              <a:off x="2381150" y="3534525"/>
              <a:ext cx="172000" cy="169600"/>
            </a:xfrm>
            <a:custGeom>
              <a:avLst/>
              <a:gdLst/>
              <a:ahLst/>
              <a:cxnLst/>
              <a:rect l="l" t="t" r="r" b="b"/>
              <a:pathLst>
                <a:path w="6880" h="6784" extrusionOk="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016;p64"/>
            <p:cNvSpPr/>
            <p:nvPr/>
          </p:nvSpPr>
          <p:spPr>
            <a:xfrm>
              <a:off x="2377150" y="3530525"/>
              <a:ext cx="179225" cy="177600"/>
            </a:xfrm>
            <a:custGeom>
              <a:avLst/>
              <a:gdLst/>
              <a:ahLst/>
              <a:cxnLst/>
              <a:rect l="l" t="t" r="r" b="b"/>
              <a:pathLst>
                <a:path w="7169" h="7104" extrusionOk="0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017;p64"/>
            <p:cNvSpPr/>
            <p:nvPr/>
          </p:nvSpPr>
          <p:spPr>
            <a:xfrm>
              <a:off x="2393200" y="3540950"/>
              <a:ext cx="99675" cy="53875"/>
            </a:xfrm>
            <a:custGeom>
              <a:avLst/>
              <a:gdLst/>
              <a:ahLst/>
              <a:cxnLst/>
              <a:rect l="l" t="t" r="r" b="b"/>
              <a:pathLst>
                <a:path w="3987" h="2155" extrusionOk="0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018;p64"/>
            <p:cNvSpPr/>
            <p:nvPr/>
          </p:nvSpPr>
          <p:spPr>
            <a:xfrm>
              <a:off x="2389200" y="3536950"/>
              <a:ext cx="106900" cy="61100"/>
            </a:xfrm>
            <a:custGeom>
              <a:avLst/>
              <a:gdLst/>
              <a:ahLst/>
              <a:cxnLst/>
              <a:rect l="l" t="t" r="r" b="b"/>
              <a:pathLst>
                <a:path w="4276" h="2444" extrusionOk="0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6733847" y="2730432"/>
            <a:ext cx="1948420" cy="1948418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1604221" y="657545"/>
            <a:ext cx="6216248" cy="4756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bg-BG" sz="1400" dirty="0">
                <a:latin typeface="+mn-lt"/>
              </a:rPr>
              <a:t>Защо клавишните комбинации </a:t>
            </a:r>
            <a:r>
              <a:rPr lang="en-US" sz="1400" dirty="0" err="1">
                <a:latin typeface="+mn-lt"/>
              </a:rPr>
              <a:t>ShortCut</a:t>
            </a:r>
            <a:r>
              <a:rPr lang="en-US" sz="1400" dirty="0">
                <a:latin typeface="+mn-lt"/>
              </a:rPr>
              <a:t> keys </a:t>
            </a:r>
            <a:r>
              <a:rPr lang="bg-BG" sz="1400" dirty="0">
                <a:latin typeface="+mn-lt"/>
              </a:rPr>
              <a:t>са по-бързи за изпълнение от графичния </a:t>
            </a:r>
            <a:r>
              <a:rPr lang="bg-BG" sz="1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потребителски интерфейс </a:t>
            </a:r>
            <a:r>
              <a:rPr lang="bg-BG" sz="1400" dirty="0">
                <a:latin typeface="+mn-lt"/>
              </a:rPr>
              <a:t>за селекция с мишката?</a:t>
            </a:r>
          </a:p>
          <a:p>
            <a:r>
              <a:rPr lang="en-US" sz="1400" dirty="0">
                <a:latin typeface="+mn-lt"/>
              </a:rPr>
              <a:t>Ctrl + A = All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C = Copy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V = Paste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X = Cut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Z = Undo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Y = Redo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N = New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O = Open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F = Find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R = </a:t>
            </a:r>
            <a:r>
              <a:rPr lang="en-US" sz="1400" dirty="0" smtClean="0">
                <a:latin typeface="+mn-lt"/>
              </a:rPr>
              <a:t>Refresh / F5</a:t>
            </a:r>
            <a:r>
              <a:rPr lang="en-US" sz="1400" dirty="0">
                <a:latin typeface="+mn-lt"/>
              </a:rPr>
              <a:t/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S = Safe (</a:t>
            </a:r>
            <a:r>
              <a:rPr lang="bg-BG" sz="1400" dirty="0">
                <a:latin typeface="+mn-lt"/>
              </a:rPr>
              <a:t>през 1 мин)</a:t>
            </a:r>
            <a:br>
              <a:rPr lang="bg-BG" sz="1400" dirty="0">
                <a:latin typeface="+mn-lt"/>
              </a:rPr>
            </a:br>
            <a:r>
              <a:rPr lang="en-US" sz="1400" dirty="0">
                <a:latin typeface="+mn-lt"/>
              </a:rPr>
              <a:t>Ctrl + P = Print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Ctrl + T = new Tab (+ Shift = all)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F1 = Help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Alt + F4 = Close</a:t>
            </a: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Windows + Tab = Windows Tasks</a:t>
            </a:r>
            <a:br>
              <a:rPr lang="en-US" sz="1400" dirty="0">
                <a:latin typeface="+mn-lt"/>
              </a:rPr>
            </a:br>
            <a:r>
              <a:rPr lang="bg-BG" sz="1400" dirty="0" smtClean="0">
                <a:latin typeface="+mn-lt"/>
              </a:rPr>
              <a:t>                 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Ctrl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+ Alt + Del = Shut Down – </a:t>
            </a:r>
            <a:r>
              <a:rPr lang="bg-BG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Специално за 2 ръце.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+mn-lt"/>
              <a:sym typeface="Barlow Semi Condensed"/>
            </a:endParaRPr>
          </a:p>
        </p:txBody>
      </p: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6908950" y="2912729"/>
            <a:ext cx="1579332" cy="158355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" name="Текстово поле 8"/>
          <p:cNvSpPr txBox="1"/>
          <p:nvPr/>
        </p:nvSpPr>
        <p:spPr>
          <a:xfrm>
            <a:off x="3923774" y="1269158"/>
            <a:ext cx="31473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F1 = Help</a:t>
            </a:r>
            <a:endParaRPr lang="bg-BG" dirty="0" smtClean="0"/>
          </a:p>
          <a:p>
            <a:r>
              <a:rPr lang="en-US" dirty="0" smtClean="0"/>
              <a:t>F2 = Rename</a:t>
            </a:r>
            <a:br>
              <a:rPr lang="en-US" dirty="0" smtClean="0"/>
            </a:br>
            <a:r>
              <a:rPr lang="en-US" dirty="0" smtClean="0"/>
              <a:t>F5 = Slideshow presentation</a:t>
            </a:r>
            <a:br>
              <a:rPr lang="en-US" dirty="0" smtClean="0"/>
            </a:br>
            <a:r>
              <a:rPr lang="en-US" dirty="0" err="1" smtClean="0"/>
              <a:t>Fn</a:t>
            </a:r>
            <a:r>
              <a:rPr lang="en-US" dirty="0" smtClean="0"/>
              <a:t> + </a:t>
            </a:r>
            <a:r>
              <a:rPr lang="en-US" dirty="0" err="1" smtClean="0"/>
              <a:t>Prt</a:t>
            </a:r>
            <a:r>
              <a:rPr lang="en-US" dirty="0" smtClean="0"/>
              <a:t> </a:t>
            </a:r>
            <a:r>
              <a:rPr lang="en-US" dirty="0" err="1" smtClean="0"/>
              <a:t>sc</a:t>
            </a:r>
            <a:r>
              <a:rPr lang="en-US" dirty="0" smtClean="0"/>
              <a:t> = Print screen -&gt; Ctrl + V</a:t>
            </a:r>
            <a:endParaRPr lang="bg-BG" dirty="0"/>
          </a:p>
          <a:p>
            <a:endParaRPr lang="bg-BG" dirty="0" smtClean="0"/>
          </a:p>
          <a:p>
            <a:r>
              <a:rPr lang="en-US" dirty="0" smtClean="0"/>
              <a:t>Ctrl + + = Zoom in </a:t>
            </a:r>
          </a:p>
          <a:p>
            <a:r>
              <a:rPr lang="en-US" dirty="0" smtClean="0"/>
              <a:t>Ctrl + -  = Zoom out</a:t>
            </a:r>
          </a:p>
          <a:p>
            <a:r>
              <a:rPr lang="en-US" dirty="0" smtClean="0"/>
              <a:t>Ctrl + 0 = Zoom to 100% normal view</a:t>
            </a:r>
            <a:endParaRPr lang="bg-BG" dirty="0"/>
          </a:p>
        </p:txBody>
      </p:sp>
      <p:sp>
        <p:nvSpPr>
          <p:cNvPr id="3" name="Закръглен правоъгълник 2"/>
          <p:cNvSpPr/>
          <p:nvPr/>
        </p:nvSpPr>
        <p:spPr>
          <a:xfrm>
            <a:off x="5147345" y="3609803"/>
            <a:ext cx="1583750" cy="1894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227791" y="1432379"/>
            <a:ext cx="314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Wn</a:t>
            </a:r>
            <a:r>
              <a:rPr lang="en-US" dirty="0" smtClean="0"/>
              <a:t> + E = Explorer</a:t>
            </a:r>
            <a:br>
              <a:rPr lang="en-US" dirty="0" smtClean="0"/>
            </a:br>
            <a:r>
              <a:rPr lang="en-US" dirty="0" err="1" smtClean="0"/>
              <a:t>Wn</a:t>
            </a:r>
            <a:r>
              <a:rPr lang="en-US" dirty="0" smtClean="0"/>
              <a:t> + D = Desktop</a:t>
            </a:r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08" y="698643"/>
            <a:ext cx="5367159" cy="3729519"/>
          </a:xfrm>
          <a:prstGeom prst="rect">
            <a:avLst/>
          </a:prstGeom>
        </p:spPr>
      </p:pic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1092458" y="452064"/>
            <a:ext cx="6750121" cy="770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Специалното значение на клавишите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F</a:t>
            </a:r>
            <a:r>
              <a:rPr lang="en-US" sz="1400" dirty="0">
                <a:latin typeface="+mn-lt"/>
              </a:rPr>
              <a:t> </a:t>
            </a:r>
            <a:r>
              <a:rPr lang="bg-BG" sz="1400" dirty="0">
                <a:latin typeface="+mn-lt"/>
              </a:rPr>
              <a:t>и 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J</a:t>
            </a:r>
            <a:r>
              <a:rPr lang="bg-BG" sz="1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bg-BG" sz="1400" dirty="0" smtClean="0">
                <a:solidFill>
                  <a:schemeClr val="tx1"/>
                </a:solidFill>
                <a:latin typeface="+mn-lt"/>
              </a:rPr>
              <a:t>при позициониране на двете ръце за писане по 10-пръстната система</a:t>
            </a:r>
            <a:r>
              <a:rPr lang="en-US" sz="1400" dirty="0" smtClean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Fn</a:t>
            </a:r>
            <a:r>
              <a:rPr lang="en-US" sz="1400" dirty="0">
                <a:latin typeface="+mn-lt"/>
              </a:rPr>
              <a:t>, Insert/</a:t>
            </a:r>
            <a:r>
              <a:rPr lang="en-US" sz="1400" dirty="0" err="1">
                <a:latin typeface="+mn-lt"/>
              </a:rPr>
              <a:t>Num</a:t>
            </a:r>
            <a:r>
              <a:rPr lang="en-US" sz="1400" dirty="0">
                <a:latin typeface="+mn-lt"/>
              </a:rPr>
              <a:t> Lock, </a:t>
            </a:r>
            <a:r>
              <a:rPr lang="en-US" sz="1400" dirty="0" smtClean="0">
                <a:latin typeface="+mn-lt"/>
              </a:rPr>
              <a:t>Shift</a:t>
            </a:r>
            <a:r>
              <a:rPr lang="bg-BG" sz="1400" dirty="0">
                <a:latin typeface="+mn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bg-BG" sz="1400" dirty="0">
              <a:latin typeface="+mn-lt"/>
            </a:endParaRP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68" y="1107521"/>
            <a:ext cx="7048500" cy="391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ово поле 17"/>
          <p:cNvSpPr txBox="1"/>
          <p:nvPr/>
        </p:nvSpPr>
        <p:spPr>
          <a:xfrm>
            <a:off x="277401" y="288705"/>
            <a:ext cx="261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Primary colors</a:t>
            </a:r>
            <a:endParaRPr lang="bg-BG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024" y="908085"/>
            <a:ext cx="5784352" cy="3395008"/>
          </a:xfrm>
          <a:prstGeom prst="rect">
            <a:avLst/>
          </a:prstGeom>
        </p:spPr>
      </p:pic>
      <p:sp>
        <p:nvSpPr>
          <p:cNvPr id="2" name="Текстово поле 1"/>
          <p:cNvSpPr txBox="1"/>
          <p:nvPr/>
        </p:nvSpPr>
        <p:spPr>
          <a:xfrm>
            <a:off x="719190" y="908085"/>
            <a:ext cx="1417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A drop of ink may make a million think</a:t>
            </a:r>
            <a:r>
              <a:rPr lang="en-US" dirty="0"/>
              <a:t>.” </a:t>
            </a:r>
            <a:r>
              <a:rPr lang="en-US" dirty="0" smtClean="0"/>
              <a:t>– Lord G. Byron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474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08" y="698643"/>
            <a:ext cx="5367159" cy="3729519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199" y="2136875"/>
            <a:ext cx="2210894" cy="1810314"/>
          </a:xfrm>
          <a:prstGeom prst="rect">
            <a:avLst/>
          </a:prstGeom>
        </p:spPr>
      </p:pic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1049570" y="303087"/>
            <a:ext cx="6750121" cy="45206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Plug </a:t>
            </a:r>
            <a:r>
              <a:rPr lang="en-US" sz="1400" dirty="0">
                <a:latin typeface="+mn-lt"/>
              </a:rPr>
              <a:t>&amp; Play – </a:t>
            </a:r>
            <a:r>
              <a:rPr lang="bg-BG" sz="1400" dirty="0">
                <a:latin typeface="+mn-lt"/>
              </a:rPr>
              <a:t>не са необходими допълнителни </a:t>
            </a:r>
            <a:r>
              <a:rPr lang="bg-BG" sz="1400" dirty="0" err="1">
                <a:latin typeface="+mn-lt"/>
              </a:rPr>
              <a:t>драйвъри</a:t>
            </a:r>
            <a:r>
              <a:rPr lang="bg-BG" sz="1400" dirty="0">
                <a:latin typeface="+mn-lt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IDE = Integrated Development Environment – </a:t>
            </a:r>
            <a:r>
              <a:rPr lang="bg-BG" sz="1400" dirty="0">
                <a:latin typeface="+mn-lt"/>
              </a:rPr>
              <a:t>СРЕДА за разработка / програма като </a:t>
            </a:r>
            <a:r>
              <a:rPr lang="en-US" sz="1400" dirty="0">
                <a:latin typeface="+mn-lt"/>
              </a:rPr>
              <a:t>VS = Visual Studio, </a:t>
            </a:r>
            <a:r>
              <a:rPr lang="bg-BG" sz="1400" dirty="0">
                <a:latin typeface="+mn-lt"/>
              </a:rPr>
              <a:t>която може да включва много езици.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Програма = последователност от текстови команди.</a:t>
            </a: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Кодови команди (</a:t>
            </a:r>
            <a:r>
              <a:rPr lang="en-US" sz="1400" dirty="0">
                <a:latin typeface="+mn-lt"/>
              </a:rPr>
              <a:t>CMD = </a:t>
            </a:r>
            <a:r>
              <a:rPr lang="en-US" sz="1400" dirty="0" err="1">
                <a:latin typeface="+mn-lt"/>
              </a:rPr>
              <a:t>CoMmanD</a:t>
            </a:r>
            <a:r>
              <a:rPr lang="en-US" sz="1400" dirty="0">
                <a:latin typeface="+mn-lt"/>
              </a:rPr>
              <a:t> Prompt, </a:t>
            </a:r>
            <a:r>
              <a:rPr lang="bg-BG" sz="1400" dirty="0">
                <a:latin typeface="+mn-lt"/>
              </a:rPr>
              <a:t>конзола</a:t>
            </a:r>
            <a:r>
              <a:rPr lang="en-US" sz="1400" dirty="0">
                <a:latin typeface="+mn-lt"/>
              </a:rPr>
              <a:t> / CLI = Command Line Interface</a:t>
            </a:r>
            <a:r>
              <a:rPr lang="bg-BG" sz="1400" dirty="0">
                <a:latin typeface="+mn-lt"/>
              </a:rPr>
              <a:t>) и графичен интерфейс (</a:t>
            </a:r>
            <a:r>
              <a:rPr lang="en-US" sz="1400" dirty="0">
                <a:latin typeface="+mn-lt"/>
              </a:rPr>
              <a:t>Form).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Какво е регистър = </a:t>
            </a:r>
            <a:r>
              <a:rPr lang="en-US" sz="1400" dirty="0" err="1">
                <a:latin typeface="+mn-lt"/>
              </a:rPr>
              <a:t>regedit</a:t>
            </a:r>
            <a:r>
              <a:rPr lang="en-US" sz="1400" dirty="0">
                <a:latin typeface="+mn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>
                <a:latin typeface="+mn-lt"/>
              </a:rPr>
              <a:t>Разширения </a:t>
            </a:r>
            <a:r>
              <a:rPr lang="en-US" sz="1400" dirty="0">
                <a:latin typeface="+mn-lt"/>
              </a:rPr>
              <a:t>.txt (text), </a:t>
            </a:r>
            <a:r>
              <a:rPr lang="bg-BG" sz="1400" dirty="0">
                <a:latin typeface="+mn-lt"/>
              </a:rPr>
              <a:t>.</a:t>
            </a:r>
            <a:r>
              <a:rPr lang="en-US" sz="1400" dirty="0">
                <a:latin typeface="+mn-lt"/>
              </a:rPr>
              <a:t>exe (executable)</a:t>
            </a:r>
            <a:r>
              <a:rPr lang="bg-BG" sz="1400" dirty="0">
                <a:latin typeface="+mn-lt"/>
              </a:rPr>
              <a:t>, .</a:t>
            </a:r>
            <a:r>
              <a:rPr lang="en-US" sz="1400" dirty="0" err="1">
                <a:latin typeface="+mn-lt"/>
              </a:rPr>
              <a:t>cs</a:t>
            </a:r>
            <a:r>
              <a:rPr lang="bg-BG" sz="1400" dirty="0">
                <a:latin typeface="+mn-lt"/>
              </a:rPr>
              <a:t> (</a:t>
            </a:r>
            <a:r>
              <a:rPr lang="en-US" sz="1400" dirty="0">
                <a:latin typeface="+mn-lt"/>
              </a:rPr>
              <a:t>C Sharp), .</a:t>
            </a:r>
            <a:r>
              <a:rPr lang="en-US" sz="1400" dirty="0" err="1">
                <a:latin typeface="+mn-lt"/>
              </a:rPr>
              <a:t>cshtml</a:t>
            </a:r>
            <a:r>
              <a:rPr lang="en-US" sz="1400" dirty="0">
                <a:latin typeface="+mn-lt"/>
              </a:rPr>
              <a:t> (</a:t>
            </a:r>
            <a:r>
              <a:rPr lang="en-US" sz="1400" dirty="0" err="1">
                <a:latin typeface="+mn-lt"/>
              </a:rPr>
              <a:t>cs</a:t>
            </a:r>
            <a:r>
              <a:rPr lang="en-US" sz="1400" dirty="0">
                <a:latin typeface="+mn-lt"/>
              </a:rPr>
              <a:t> + html), .doc (document), </a:t>
            </a:r>
            <a:r>
              <a:rPr lang="en-US" sz="1400" dirty="0" err="1">
                <a:latin typeface="+mn-lt"/>
              </a:rPr>
              <a:t>docX</a:t>
            </a:r>
            <a:r>
              <a:rPr lang="en-US" sz="1400" dirty="0">
                <a:latin typeface="+mn-lt"/>
              </a:rPr>
              <a:t> (+ Xml), .</a:t>
            </a:r>
            <a:r>
              <a:rPr lang="en-US" sz="1400" dirty="0" err="1">
                <a:latin typeface="+mn-lt"/>
              </a:rPr>
              <a:t>xls</a:t>
            </a:r>
            <a:r>
              <a:rPr lang="en-US" sz="1400" dirty="0">
                <a:latin typeface="+mn-lt"/>
              </a:rPr>
              <a:t> (excel), .</a:t>
            </a:r>
            <a:r>
              <a:rPr lang="en-US" sz="1400" dirty="0" err="1">
                <a:latin typeface="+mn-lt"/>
              </a:rPr>
              <a:t>reg</a:t>
            </a:r>
            <a:r>
              <a:rPr lang="en-US" sz="1400" dirty="0">
                <a:latin typeface="+mn-lt"/>
              </a:rPr>
              <a:t> (registry) .bat, .</a:t>
            </a:r>
            <a:r>
              <a:rPr lang="en-US" sz="1400" dirty="0" err="1">
                <a:latin typeface="+mn-lt"/>
              </a:rPr>
              <a:t>dll</a:t>
            </a:r>
            <a:r>
              <a:rPr lang="en-US" sz="1400" dirty="0" smtClean="0">
                <a:latin typeface="+mn-lt"/>
              </a:rPr>
              <a:t>…</a:t>
            </a: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SQL = Standard Query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HTML = </a:t>
            </a:r>
            <a:r>
              <a:rPr lang="en-US" sz="1400" dirty="0" err="1">
                <a:latin typeface="+mn-lt"/>
              </a:rPr>
              <a:t>HyperText</a:t>
            </a:r>
            <a:r>
              <a:rPr lang="en-US" sz="1400" dirty="0">
                <a:latin typeface="+mn-lt"/>
              </a:rPr>
              <a:t> Markup Language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URL </a:t>
            </a:r>
            <a:r>
              <a:rPr lang="bg-BG" sz="1400" dirty="0">
                <a:latin typeface="+mn-lt"/>
              </a:rPr>
              <a:t>адрес? Сървър? </a:t>
            </a:r>
            <a:r>
              <a:rPr lang="en-US" sz="1400" dirty="0">
                <a:latin typeface="+mn-lt"/>
              </a:rPr>
              <a:t>Apache? </a:t>
            </a:r>
            <a:endParaRPr lang="en-US" sz="1400" dirty="0" smtClean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 smtClean="0">
                <a:latin typeface="+mn-lt"/>
              </a:rPr>
              <a:t>Защо </a:t>
            </a:r>
            <a:r>
              <a:rPr lang="bg-BG" sz="1400" dirty="0">
                <a:latin typeface="+mn-lt"/>
              </a:rPr>
              <a:t>са предпочитани </a:t>
            </a:r>
            <a:r>
              <a:rPr lang="en-US" sz="1400" dirty="0">
                <a:latin typeface="+mn-lt"/>
              </a:rPr>
              <a:t>Linux-</a:t>
            </a:r>
            <a:r>
              <a:rPr lang="bg-BG" sz="1400" dirty="0">
                <a:latin typeface="+mn-lt"/>
              </a:rPr>
              <a:t>базирани?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Ubuntu = </a:t>
            </a:r>
            <a:r>
              <a:rPr lang="bg-BG" sz="1400" dirty="0">
                <a:latin typeface="+mn-lt"/>
              </a:rPr>
              <a:t>хуманност (Африка)</a:t>
            </a:r>
            <a:r>
              <a:rPr lang="en-US" sz="1400" dirty="0">
                <a:latin typeface="+mn-lt"/>
              </a:rPr>
              <a:t>, Kali</a:t>
            </a:r>
            <a:r>
              <a:rPr lang="bg-BG" sz="1400" dirty="0">
                <a:latin typeface="+mn-lt"/>
              </a:rPr>
              <a:t> - сигурност</a:t>
            </a:r>
            <a:r>
              <a:rPr lang="en-US" sz="1400" dirty="0" smtClean="0">
                <a:latin typeface="+mn-lt"/>
              </a:rPr>
              <a:t>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www = </a:t>
            </a:r>
            <a:r>
              <a:rPr lang="en-US" sz="1400" smtClean="0">
                <a:latin typeface="+mn-lt"/>
              </a:rPr>
              <a:t>World Wide Web</a:t>
            </a:r>
            <a:endParaRPr lang="en-US" sz="1400" dirty="0" smtClean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http = </a:t>
            </a:r>
            <a:r>
              <a:rPr lang="en-US" sz="1400" dirty="0" err="1">
                <a:latin typeface="+mn-lt"/>
              </a:rPr>
              <a:t>HyperText</a:t>
            </a:r>
            <a:r>
              <a:rPr lang="en-US" sz="1400" dirty="0">
                <a:latin typeface="+mn-lt"/>
              </a:rPr>
              <a:t> Transfer Protocol</a:t>
            </a:r>
            <a:br>
              <a:rPr lang="en-US" sz="1400" dirty="0">
                <a:latin typeface="+mn-lt"/>
              </a:rPr>
            </a:br>
            <a:r>
              <a:rPr lang="en-US" sz="1400" dirty="0" err="1">
                <a:latin typeface="+mn-lt"/>
              </a:rPr>
              <a:t>httls</a:t>
            </a:r>
            <a:r>
              <a:rPr lang="en-US" sz="1400" dirty="0">
                <a:latin typeface="+mn-lt"/>
              </a:rPr>
              <a:t> = http + S (secured) – </a:t>
            </a:r>
            <a:r>
              <a:rPr lang="bg-BG" sz="1400" dirty="0">
                <a:latin typeface="+mn-lt"/>
              </a:rPr>
              <a:t>криптиране/шифриране на данни</a:t>
            </a:r>
            <a:r>
              <a:rPr lang="bg-BG" sz="1400" dirty="0" smtClean="0">
                <a:latin typeface="+mn-lt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 smtClean="0">
                <a:latin typeface="+mn-lt"/>
              </a:rPr>
              <a:t>Значения на .</a:t>
            </a:r>
            <a:r>
              <a:rPr lang="en-US" sz="1400" dirty="0" smtClean="0">
                <a:latin typeface="+mn-lt"/>
              </a:rPr>
              <a:t>com, </a:t>
            </a:r>
            <a:r>
              <a:rPr lang="en-US" sz="1400" dirty="0" err="1" smtClean="0">
                <a:latin typeface="+mn-lt"/>
              </a:rPr>
              <a:t>.net</a:t>
            </a:r>
            <a:r>
              <a:rPr lang="en-US" sz="1400" dirty="0" smtClean="0">
                <a:latin typeface="+mn-lt"/>
              </a:rPr>
              <a:t>, .org (organization), .</a:t>
            </a:r>
            <a:r>
              <a:rPr lang="en-US" sz="1400" dirty="0" err="1" smtClean="0">
                <a:latin typeface="+mn-lt"/>
              </a:rPr>
              <a:t>gov</a:t>
            </a:r>
            <a:r>
              <a:rPr lang="en-US" sz="1400" dirty="0" smtClean="0">
                <a:latin typeface="+mn-lt"/>
              </a:rPr>
              <a:t> (government), .</a:t>
            </a:r>
            <a:r>
              <a:rPr lang="en-US" sz="1400" dirty="0" err="1" smtClean="0">
                <a:latin typeface="+mn-lt"/>
              </a:rPr>
              <a:t>bg</a:t>
            </a:r>
            <a:r>
              <a:rPr lang="en-US" sz="1400" dirty="0" smtClean="0">
                <a:latin typeface="+mn-lt"/>
              </a:rPr>
              <a:t>, .</a:t>
            </a:r>
            <a:r>
              <a:rPr lang="en-US" sz="1400" dirty="0" err="1" smtClean="0">
                <a:latin typeface="+mn-lt"/>
              </a:rPr>
              <a:t>eu</a:t>
            </a:r>
            <a:r>
              <a:rPr lang="en-US" sz="1400" dirty="0" smtClean="0">
                <a:latin typeface="+mn-lt"/>
              </a:rPr>
              <a:t>… </a:t>
            </a:r>
            <a:endParaRPr lang="bg-BG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1400" dirty="0" smtClean="0">
                <a:latin typeface="+mn-lt"/>
              </a:rPr>
              <a:t>Защо </a:t>
            </a:r>
            <a:r>
              <a:rPr lang="bg-BG" sz="1400" dirty="0">
                <a:latin typeface="+mn-lt"/>
              </a:rPr>
              <a:t>над 90% от сървърите са на </a:t>
            </a:r>
            <a:r>
              <a:rPr lang="en-US" sz="1400" dirty="0">
                <a:latin typeface="+mn-lt"/>
              </a:rPr>
              <a:t>Linux? Open source + Freeware, </a:t>
            </a:r>
            <a:r>
              <a:rPr lang="bg-BG" sz="1400" dirty="0">
                <a:latin typeface="+mn-lt"/>
              </a:rPr>
              <a:t>лекота и гъвкавост без излишни </a:t>
            </a:r>
            <a:r>
              <a:rPr lang="en-US" sz="1400" dirty="0">
                <a:latin typeface="+mn-lt"/>
              </a:rPr>
              <a:t>GUI (Graphic User Interface), </a:t>
            </a:r>
            <a:r>
              <a:rPr lang="bg-BG" sz="1400" dirty="0">
                <a:latin typeface="+mn-lt"/>
              </a:rPr>
              <a:t>които утежняват и забавят.</a:t>
            </a:r>
            <a:r>
              <a:rPr lang="en-US" sz="1400" dirty="0">
                <a:latin typeface="+mn-lt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bg-BG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354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Картина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60" y="1735887"/>
            <a:ext cx="6977055" cy="2586189"/>
          </a:xfrm>
          <a:prstGeom prst="rect">
            <a:avLst/>
          </a:prstGeom>
        </p:spPr>
      </p:pic>
      <p:sp>
        <p:nvSpPr>
          <p:cNvPr id="17" name="Текстово поле 16"/>
          <p:cNvSpPr txBox="1"/>
          <p:nvPr/>
        </p:nvSpPr>
        <p:spPr>
          <a:xfrm>
            <a:off x="2702104" y="350350"/>
            <a:ext cx="64418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Проследяване на източника на линк?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Структура </a:t>
            </a:r>
            <a:r>
              <a:rPr lang="bg-BG" dirty="0"/>
              <a:t>в таблици?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DB = Data Bases, </a:t>
            </a:r>
            <a:r>
              <a:rPr lang="bg-BG" dirty="0"/>
              <a:t>Бази от данни БД.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HDD </a:t>
            </a:r>
            <a:r>
              <a:rPr lang="en-US" dirty="0"/>
              <a:t>= Hard Disk Drive,  </a:t>
            </a:r>
            <a:br>
              <a:rPr lang="en-US" dirty="0"/>
            </a:br>
            <a:r>
              <a:rPr lang="en-US" dirty="0"/>
              <a:t>SSD = Solid-State </a:t>
            </a:r>
            <a:r>
              <a:rPr lang="en-US" dirty="0" smtClean="0"/>
              <a:t>Drive,</a:t>
            </a:r>
            <a:endParaRPr lang="bg-B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Cloud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Криптиране?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Съставяне на пароли? </a:t>
            </a:r>
            <a:r>
              <a:rPr lang="en-US" dirty="0" smtClean="0"/>
              <a:t>A </a:t>
            </a:r>
            <a:r>
              <a:rPr lang="en-US" dirty="0"/>
              <a:t>= @, e = 3, </a:t>
            </a:r>
            <a:r>
              <a:rPr lang="en-US" dirty="0" err="1"/>
              <a:t>i</a:t>
            </a:r>
            <a:r>
              <a:rPr lang="en-US" dirty="0"/>
              <a:t> = !, s = $, t = 7, o = 0, </a:t>
            </a:r>
            <a:r>
              <a:rPr lang="bg-BG" dirty="0"/>
              <a:t>ч = 4, ш = 6…</a:t>
            </a:r>
            <a:endParaRPr lang="en-US" dirty="0"/>
          </a:p>
        </p:txBody>
      </p:sp>
      <p:sp>
        <p:nvSpPr>
          <p:cNvPr id="18" name="Текстово поле 17"/>
          <p:cNvSpPr txBox="1"/>
          <p:nvPr/>
        </p:nvSpPr>
        <p:spPr>
          <a:xfrm>
            <a:off x="236305" y="350350"/>
            <a:ext cx="2619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smtClean="0">
                <a:solidFill>
                  <a:schemeClr val="accent1">
                    <a:lumMod val="75000"/>
                  </a:schemeClr>
                </a:solidFill>
              </a:rPr>
              <a:t>Съхраняване на данни</a:t>
            </a:r>
            <a:endParaRPr lang="bg-BG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55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-404727" y="245646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ASCII</a:t>
            </a:r>
            <a:endParaRPr dirty="0">
              <a:latin typeface="+mn-lt"/>
            </a:endParaRPr>
          </a:p>
        </p:txBody>
      </p:sp>
      <p:pic>
        <p:nvPicPr>
          <p:cNvPr id="22" name="Картина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938" y="384326"/>
            <a:ext cx="5004097" cy="4328668"/>
          </a:xfrm>
          <a:prstGeom prst="rect">
            <a:avLst/>
          </a:prstGeom>
        </p:spPr>
      </p:pic>
      <p:sp>
        <p:nvSpPr>
          <p:cNvPr id="3" name="Текстово поле 2"/>
          <p:cNvSpPr txBox="1"/>
          <p:nvPr/>
        </p:nvSpPr>
        <p:spPr>
          <a:xfrm>
            <a:off x="861169" y="975654"/>
            <a:ext cx="2277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48 – 57 </a:t>
            </a:r>
            <a:r>
              <a:rPr lang="bg-BG" dirty="0"/>
              <a:t>са цифрите 0 – 9</a:t>
            </a:r>
          </a:p>
          <a:p>
            <a:r>
              <a:rPr lang="bg-BG" dirty="0"/>
              <a:t>65 – 90 главни </a:t>
            </a:r>
            <a:r>
              <a:rPr lang="en-US" dirty="0"/>
              <a:t>A – Z</a:t>
            </a:r>
          </a:p>
          <a:p>
            <a:r>
              <a:rPr lang="en-US" dirty="0"/>
              <a:t>97 – 122 </a:t>
            </a:r>
            <a:r>
              <a:rPr lang="bg-BG" dirty="0"/>
              <a:t>малки </a:t>
            </a:r>
            <a:r>
              <a:rPr lang="en-US" dirty="0"/>
              <a:t>a – </a:t>
            </a:r>
            <a:r>
              <a:rPr lang="en-US" dirty="0" smtClean="0"/>
              <a:t>z</a:t>
            </a:r>
          </a:p>
          <a:p>
            <a:endParaRPr lang="en-US" dirty="0"/>
          </a:p>
          <a:p>
            <a:r>
              <a:rPr lang="en-US" dirty="0" smtClean="0"/>
              <a:t>Unicode </a:t>
            </a:r>
            <a:r>
              <a:rPr lang="bg-BG" dirty="0" smtClean="0"/>
              <a:t>е по-нова и разширена, за да включва кирилица и други езици.</a:t>
            </a:r>
            <a:endParaRPr lang="en-US" dirty="0"/>
          </a:p>
        </p:txBody>
      </p:sp>
      <p:grpSp>
        <p:nvGrpSpPr>
          <p:cNvPr id="24" name="Google Shape;2162;p39"/>
          <p:cNvGrpSpPr/>
          <p:nvPr/>
        </p:nvGrpSpPr>
        <p:grpSpPr>
          <a:xfrm>
            <a:off x="1047134" y="3053318"/>
            <a:ext cx="1679127" cy="1679127"/>
            <a:chOff x="3614228" y="234880"/>
            <a:chExt cx="1915500" cy="1915500"/>
          </a:xfrm>
        </p:grpSpPr>
        <p:sp>
          <p:nvSpPr>
            <p:cNvPr id="25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166;p39"/>
          <p:cNvGrpSpPr/>
          <p:nvPr/>
        </p:nvGrpSpPr>
        <p:grpSpPr>
          <a:xfrm>
            <a:off x="1498772" y="3497611"/>
            <a:ext cx="823188" cy="822052"/>
            <a:chOff x="1190625" y="238125"/>
            <a:chExt cx="5238750" cy="5231525"/>
          </a:xfrm>
        </p:grpSpPr>
        <p:sp>
          <p:nvSpPr>
            <p:cNvPr id="29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0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1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2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7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1030970" y="1822817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Благодаря! </a:t>
            </a:r>
            <a:b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</a:br>
            <a:r>
              <a:rPr lang="bg-BG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/>
            </a:r>
            <a:br>
              <a:rPr lang="bg-BG" dirty="0">
                <a:solidFill>
                  <a:schemeClr val="accent1">
                    <a:lumMod val="75000"/>
                  </a:schemeClr>
                </a:solidFill>
                <a:latin typeface="+mj-lt"/>
              </a:rPr>
            </a:br>
            <a:r>
              <a:rPr lang="bg-BG" dirty="0" smtClean="0">
                <a:solidFill>
                  <a:schemeClr val="accent1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</a:t>
            </a:r>
            <a:endParaRPr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410</Words>
  <Application>Microsoft Office PowerPoint</Application>
  <PresentationFormat>Презентация на цял екран (16:9)</PresentationFormat>
  <Paragraphs>59</Paragraphs>
  <Slides>9</Slides>
  <Notes>9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6" baseType="lpstr">
      <vt:lpstr>Roboto Condensed Light</vt:lpstr>
      <vt:lpstr>Barlow Semi Condensed Medium</vt:lpstr>
      <vt:lpstr>Fjalla One</vt:lpstr>
      <vt:lpstr>Wingdings</vt:lpstr>
      <vt:lpstr>Barlow Semi Condensed</vt:lpstr>
      <vt:lpstr>Arial</vt:lpstr>
      <vt:lpstr>Technology Consulting by Slidesgo</vt:lpstr>
      <vt:lpstr>Преговор </vt:lpstr>
      <vt:lpstr>Въпроси: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ASCII</vt:lpstr>
      <vt:lpstr>Благодаря!   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Преговор </dc:title>
  <cp:lastModifiedBy>Николета</cp:lastModifiedBy>
  <cp:revision>33</cp:revision>
  <dcterms:modified xsi:type="dcterms:W3CDTF">2024-09-24T11:57:32Z</dcterms:modified>
</cp:coreProperties>
</file>