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notesMasterIdLst>
    <p:notesMasterId r:id="rId32"/>
  </p:notesMasterIdLst>
  <p:sldIdLst>
    <p:sldId id="351" r:id="rId4"/>
    <p:sldId id="353" r:id="rId5"/>
    <p:sldId id="357" r:id="rId6"/>
    <p:sldId id="373" r:id="rId7"/>
    <p:sldId id="378" r:id="rId8"/>
    <p:sldId id="379" r:id="rId9"/>
    <p:sldId id="358" r:id="rId10"/>
    <p:sldId id="380" r:id="rId11"/>
    <p:sldId id="381" r:id="rId12"/>
    <p:sldId id="382" r:id="rId13"/>
    <p:sldId id="356" r:id="rId14"/>
    <p:sldId id="259" r:id="rId15"/>
    <p:sldId id="364" r:id="rId16"/>
    <p:sldId id="359" r:id="rId17"/>
    <p:sldId id="360" r:id="rId18"/>
    <p:sldId id="361" r:id="rId19"/>
    <p:sldId id="362" r:id="rId20"/>
    <p:sldId id="347" r:id="rId21"/>
    <p:sldId id="363" r:id="rId22"/>
    <p:sldId id="366" r:id="rId23"/>
    <p:sldId id="369" r:id="rId24"/>
    <p:sldId id="365" r:id="rId25"/>
    <p:sldId id="367" r:id="rId26"/>
    <p:sldId id="370" r:id="rId27"/>
    <p:sldId id="371" r:id="rId28"/>
    <p:sldId id="372" r:id="rId29"/>
    <p:sldId id="368" r:id="rId30"/>
    <p:sldId id="354" r:id="rId3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20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1D1D3"/>
    <a:srgbClr val="5A28C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ен стил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4C1A8A3-306A-4EB7-A6B1-4F7E0EB9C5D6}" styleName="Среден стил 3 - Акцент 5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5940675A-B579-460E-94D1-54222C63F5DA}" styleName="Без стил, мрежа в таблица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D113A9D2-9D6B-4929-AA2D-F23B5EE8CBE7}" styleName="Стил с тема 2 - Акцент 1">
    <a:tblBg>
      <a:fillRef idx="3">
        <a:schemeClr val="accent1"/>
      </a:fillRef>
      <a:effectRef idx="3">
        <a:schemeClr val="accent1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1">
                <a:tint val="50000"/>
              </a:schemeClr>
            </a:lnRef>
          </a:left>
          <a:right>
            <a:lnRef idx="1">
              <a:schemeClr val="accent1">
                <a:tint val="50000"/>
              </a:schemeClr>
            </a:lnRef>
          </a:right>
          <a:top>
            <a:lnRef idx="1">
              <a:schemeClr val="accent1">
                <a:tint val="50000"/>
              </a:schemeClr>
            </a:lnRef>
          </a:top>
          <a:bottom>
            <a:lnRef idx="1">
              <a:schemeClr val="accent1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E8B1032C-EA38-4F05-BA0D-38AFFFC7BED3}" styleName="Светъл стил 3 - Акцент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7DF18680-E054-41AD-8BC1-D1AEF772440D}" styleName="Среден стил 2 -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D7B26C5-4107-4FEC-AEDC-1716B250A1EF}" styleName="Светъл стил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764" autoAdjust="0"/>
    <p:restoredTop sz="94660"/>
  </p:normalViewPr>
  <p:slideViewPr>
    <p:cSldViewPr snapToGrid="0" showGuides="1">
      <p:cViewPr varScale="1">
        <p:scale>
          <a:sx n="74" d="100"/>
          <a:sy n="74" d="100"/>
        </p:scale>
        <p:origin x="588" y="90"/>
      </p:cViewPr>
      <p:guideLst>
        <p:guide orient="horz" pos="220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notesMaster" Target="notesMasters/notesMaster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theme" Target="theme/theme1.xml"/><Relationship Id="rId8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AAF045-FEF6-43EA-9CDC-C84FC3F85E9C}" type="datetimeFigureOut">
              <a:rPr lang="en-US" smtClean="0"/>
              <a:t>10/22/2024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2F1279-6CE4-4169-83D3-4483097B690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55899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gradFill flip="none" rotWithShape="1">
          <a:gsLst>
            <a:gs pos="0">
              <a:srgbClr val="01D1D3"/>
            </a:gs>
            <a:gs pos="100000">
              <a:srgbClr val="5A28C8"/>
            </a:gs>
          </a:gsLst>
          <a:lin ang="12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769179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자유형: 도형 9">
            <a:extLst>
              <a:ext uri="{FF2B5EF4-FFF2-40B4-BE49-F238E27FC236}">
                <a16:creationId xmlns:a16="http://schemas.microsoft.com/office/drawing/2014/main" xmlns="" id="{8166B743-B4CF-4A79-B2AD-5260E658EC5E}"/>
              </a:ext>
            </a:extLst>
          </p:cNvPr>
          <p:cNvSpPr/>
          <p:nvPr userDrawn="1"/>
        </p:nvSpPr>
        <p:spPr>
          <a:xfrm flipH="1">
            <a:off x="10681214" y="0"/>
            <a:ext cx="1510787" cy="1179479"/>
          </a:xfrm>
          <a:custGeom>
            <a:avLst/>
            <a:gdLst>
              <a:gd name="connsiteX0" fmla="*/ 369824 w 1510787"/>
              <a:gd name="connsiteY0" fmla="*/ 239040 h 1179479"/>
              <a:gd name="connsiteX1" fmla="*/ 373289 w 1510787"/>
              <a:gd name="connsiteY1" fmla="*/ 261957 h 1179479"/>
              <a:gd name="connsiteX2" fmla="*/ 472315 w 1510787"/>
              <a:gd name="connsiteY2" fmla="*/ 371176 h 1179479"/>
              <a:gd name="connsiteX3" fmla="*/ 511312 w 1510787"/>
              <a:gd name="connsiteY3" fmla="*/ 379050 h 1179479"/>
              <a:gd name="connsiteX4" fmla="*/ 511312 w 1510787"/>
              <a:gd name="connsiteY4" fmla="*/ 737276 h 1179479"/>
              <a:gd name="connsiteX5" fmla="*/ 433566 w 1510787"/>
              <a:gd name="connsiteY5" fmla="*/ 729439 h 1179479"/>
              <a:gd name="connsiteX6" fmla="*/ 18422 w 1510787"/>
              <a:gd name="connsiteY6" fmla="*/ 303783 h 1179479"/>
              <a:gd name="connsiteX7" fmla="*/ 12709 w 1510787"/>
              <a:gd name="connsiteY7" fmla="*/ 239040 h 1179479"/>
              <a:gd name="connsiteX8" fmla="*/ 1068170 w 1510787"/>
              <a:gd name="connsiteY8" fmla="*/ 239040 h 1179479"/>
              <a:gd name="connsiteX9" fmla="*/ 1062457 w 1510787"/>
              <a:gd name="connsiteY9" fmla="*/ 303783 h 1179479"/>
              <a:gd name="connsiteX10" fmla="*/ 647314 w 1510787"/>
              <a:gd name="connsiteY10" fmla="*/ 729439 h 1179479"/>
              <a:gd name="connsiteX11" fmla="*/ 569567 w 1510787"/>
              <a:gd name="connsiteY11" fmla="*/ 737276 h 1179479"/>
              <a:gd name="connsiteX12" fmla="*/ 569567 w 1510787"/>
              <a:gd name="connsiteY12" fmla="*/ 379050 h 1179479"/>
              <a:gd name="connsiteX13" fmla="*/ 608564 w 1510787"/>
              <a:gd name="connsiteY13" fmla="*/ 371176 h 1179479"/>
              <a:gd name="connsiteX14" fmla="*/ 707590 w 1510787"/>
              <a:gd name="connsiteY14" fmla="*/ 261957 h 1179479"/>
              <a:gd name="connsiteX15" fmla="*/ 711054 w 1510787"/>
              <a:gd name="connsiteY15" fmla="*/ 239040 h 1179479"/>
              <a:gd name="connsiteX16" fmla="*/ 540439 w 1510787"/>
              <a:gd name="connsiteY16" fmla="*/ 90089 h 1179479"/>
              <a:gd name="connsiteX17" fmla="*/ 660262 w 1510787"/>
              <a:gd name="connsiteY17" fmla="*/ 209912 h 1179479"/>
              <a:gd name="connsiteX18" fmla="*/ 540439 w 1510787"/>
              <a:gd name="connsiteY18" fmla="*/ 329734 h 1179479"/>
              <a:gd name="connsiteX19" fmla="*/ 420616 w 1510787"/>
              <a:gd name="connsiteY19" fmla="*/ 209912 h 1179479"/>
              <a:gd name="connsiteX20" fmla="*/ 540439 w 1510787"/>
              <a:gd name="connsiteY20" fmla="*/ 90089 h 1179479"/>
              <a:gd name="connsiteX21" fmla="*/ 1266663 w 1510787"/>
              <a:gd name="connsiteY21" fmla="*/ 0 h 1179479"/>
              <a:gd name="connsiteX22" fmla="*/ 1025962 w 1510787"/>
              <a:gd name="connsiteY22" fmla="*/ 0 h 1179479"/>
              <a:gd name="connsiteX23" fmla="*/ 1042353 w 1510787"/>
              <a:gd name="connsiteY23" fmla="*/ 38290 h 1179479"/>
              <a:gd name="connsiteX24" fmla="*/ 1062457 w 1510787"/>
              <a:gd name="connsiteY24" fmla="*/ 116040 h 1179479"/>
              <a:gd name="connsiteX25" fmla="*/ 1068170 w 1510787"/>
              <a:gd name="connsiteY25" fmla="*/ 180785 h 1179479"/>
              <a:gd name="connsiteX26" fmla="*/ 711054 w 1510787"/>
              <a:gd name="connsiteY26" fmla="*/ 180785 h 1179479"/>
              <a:gd name="connsiteX27" fmla="*/ 707590 w 1510787"/>
              <a:gd name="connsiteY27" fmla="*/ 157866 h 1179479"/>
              <a:gd name="connsiteX28" fmla="*/ 608564 w 1510787"/>
              <a:gd name="connsiteY28" fmla="*/ 48647 h 1179479"/>
              <a:gd name="connsiteX29" fmla="*/ 569567 w 1510787"/>
              <a:gd name="connsiteY29" fmla="*/ 40773 h 1179479"/>
              <a:gd name="connsiteX30" fmla="*/ 569567 w 1510787"/>
              <a:gd name="connsiteY30" fmla="*/ 0 h 1179479"/>
              <a:gd name="connsiteX31" fmla="*/ 511312 w 1510787"/>
              <a:gd name="connsiteY31" fmla="*/ 0 h 1179479"/>
              <a:gd name="connsiteX32" fmla="*/ 511312 w 1510787"/>
              <a:gd name="connsiteY32" fmla="*/ 40773 h 1179479"/>
              <a:gd name="connsiteX33" fmla="*/ 472315 w 1510787"/>
              <a:gd name="connsiteY33" fmla="*/ 48647 h 1179479"/>
              <a:gd name="connsiteX34" fmla="*/ 373289 w 1510787"/>
              <a:gd name="connsiteY34" fmla="*/ 157866 h 1179479"/>
              <a:gd name="connsiteX35" fmla="*/ 369824 w 1510787"/>
              <a:gd name="connsiteY35" fmla="*/ 180785 h 1179479"/>
              <a:gd name="connsiteX36" fmla="*/ 12709 w 1510787"/>
              <a:gd name="connsiteY36" fmla="*/ 180785 h 1179479"/>
              <a:gd name="connsiteX37" fmla="*/ 18422 w 1510787"/>
              <a:gd name="connsiteY37" fmla="*/ 116040 h 1179479"/>
              <a:gd name="connsiteX38" fmla="*/ 38526 w 1510787"/>
              <a:gd name="connsiteY38" fmla="*/ 38290 h 1179479"/>
              <a:gd name="connsiteX39" fmla="*/ 54917 w 1510787"/>
              <a:gd name="connsiteY39" fmla="*/ 0 h 1179479"/>
              <a:gd name="connsiteX40" fmla="*/ 0 w 1510787"/>
              <a:gd name="connsiteY40" fmla="*/ 0 h 1179479"/>
              <a:gd name="connsiteX41" fmla="*/ 0 w 1510787"/>
              <a:gd name="connsiteY41" fmla="*/ 936454 h 1179479"/>
              <a:gd name="connsiteX42" fmla="*/ 89909 w 1510787"/>
              <a:gd name="connsiteY42" fmla="*/ 868215 h 1179479"/>
              <a:gd name="connsiteX43" fmla="*/ 162378 w 1510787"/>
              <a:gd name="connsiteY43" fmla="*/ 864564 h 1179479"/>
              <a:gd name="connsiteX44" fmla="*/ 201481 w 1510787"/>
              <a:gd name="connsiteY44" fmla="*/ 930782 h 1179479"/>
              <a:gd name="connsiteX45" fmla="*/ 184278 w 1510787"/>
              <a:gd name="connsiteY45" fmla="*/ 1073116 h 1179479"/>
              <a:gd name="connsiteX46" fmla="*/ 211389 w 1510787"/>
              <a:gd name="connsiteY46" fmla="*/ 1123690 h 1179479"/>
              <a:gd name="connsiteX47" fmla="*/ 251535 w 1510787"/>
              <a:gd name="connsiteY47" fmla="*/ 1137246 h 1179479"/>
              <a:gd name="connsiteX48" fmla="*/ 301066 w 1510787"/>
              <a:gd name="connsiteY48" fmla="*/ 1116913 h 1179479"/>
              <a:gd name="connsiteX49" fmla="*/ 366758 w 1510787"/>
              <a:gd name="connsiteY49" fmla="*/ 1005858 h 1179479"/>
              <a:gd name="connsiteX50" fmla="*/ 378750 w 1510787"/>
              <a:gd name="connsiteY50" fmla="*/ 985525 h 1179479"/>
              <a:gd name="connsiteX51" fmla="*/ 426718 w 1510787"/>
              <a:gd name="connsiteY51" fmla="*/ 958936 h 1179479"/>
              <a:gd name="connsiteX52" fmla="*/ 454873 w 1510787"/>
              <a:gd name="connsiteY52" fmla="*/ 962063 h 1179479"/>
              <a:gd name="connsiteX53" fmla="*/ 501273 w 1510787"/>
              <a:gd name="connsiteY53" fmla="*/ 1002730 h 1179479"/>
              <a:gd name="connsiteX54" fmla="*/ 540377 w 1510787"/>
              <a:gd name="connsiteY54" fmla="*/ 1140896 h 1179479"/>
              <a:gd name="connsiteX55" fmla="*/ 568011 w 1510787"/>
              <a:gd name="connsiteY55" fmla="*/ 1179479 h 1179479"/>
              <a:gd name="connsiteX56" fmla="*/ 631098 w 1510787"/>
              <a:gd name="connsiteY56" fmla="*/ 1179479 h 1179479"/>
              <a:gd name="connsiteX57" fmla="*/ 668638 w 1510787"/>
              <a:gd name="connsiteY57" fmla="*/ 1128904 h 1179479"/>
              <a:gd name="connsiteX58" fmla="*/ 688448 w 1510787"/>
              <a:gd name="connsiteY58" fmla="*/ 985525 h 1179479"/>
              <a:gd name="connsiteX59" fmla="*/ 703047 w 1510787"/>
              <a:gd name="connsiteY59" fmla="*/ 956329 h 1179479"/>
              <a:gd name="connsiteX60" fmla="*/ 814102 w 1510787"/>
              <a:gd name="connsiteY60" fmla="*/ 965714 h 1179479"/>
              <a:gd name="connsiteX61" fmla="*/ 900129 w 1510787"/>
              <a:gd name="connsiteY61" fmla="*/ 1074682 h 1179479"/>
              <a:gd name="connsiteX62" fmla="*/ 954872 w 1510787"/>
              <a:gd name="connsiteY62" fmla="*/ 1089801 h 1179479"/>
              <a:gd name="connsiteX63" fmla="*/ 991368 w 1510787"/>
              <a:gd name="connsiteY63" fmla="*/ 1071031 h 1179479"/>
              <a:gd name="connsiteX64" fmla="*/ 1011702 w 1510787"/>
              <a:gd name="connsiteY64" fmla="*/ 1018893 h 1179479"/>
              <a:gd name="connsiteX65" fmla="*/ 975728 w 1510787"/>
              <a:gd name="connsiteY65" fmla="*/ 880207 h 1179479"/>
              <a:gd name="connsiteX66" fmla="*/ 1000232 w 1510787"/>
              <a:gd name="connsiteY66" fmla="*/ 811385 h 1179479"/>
              <a:gd name="connsiteX67" fmla="*/ 1076355 w 1510787"/>
              <a:gd name="connsiteY67" fmla="*/ 800437 h 1179479"/>
              <a:gd name="connsiteX68" fmla="*/ 1187407 w 1510787"/>
              <a:gd name="connsiteY68" fmla="*/ 863001 h 1179479"/>
              <a:gd name="connsiteX69" fmla="*/ 1277085 w 1510787"/>
              <a:gd name="connsiteY69" fmla="*/ 845274 h 1179479"/>
              <a:gd name="connsiteX70" fmla="*/ 1280212 w 1510787"/>
              <a:gd name="connsiteY70" fmla="*/ 841624 h 1179479"/>
              <a:gd name="connsiteX71" fmla="*/ 1280212 w 1510787"/>
              <a:gd name="connsiteY71" fmla="*/ 770196 h 1179479"/>
              <a:gd name="connsiteX72" fmla="*/ 1197312 w 1510787"/>
              <a:gd name="connsiteY72" fmla="*/ 660707 h 1179479"/>
              <a:gd name="connsiteX73" fmla="*/ 1198355 w 1510787"/>
              <a:gd name="connsiteY73" fmla="*/ 583544 h 1179479"/>
              <a:gd name="connsiteX74" fmla="*/ 1263006 w 1510787"/>
              <a:gd name="connsiteY74" fmla="*/ 550175 h 1179479"/>
              <a:gd name="connsiteX75" fmla="*/ 1391267 w 1510787"/>
              <a:gd name="connsiteY75" fmla="*/ 566338 h 1179479"/>
              <a:gd name="connsiteX76" fmla="*/ 1464779 w 1510787"/>
              <a:gd name="connsiteY76" fmla="*/ 513679 h 1179479"/>
              <a:gd name="connsiteX77" fmla="*/ 1465823 w 1510787"/>
              <a:gd name="connsiteY77" fmla="*/ 507422 h 1179479"/>
              <a:gd name="connsiteX78" fmla="*/ 1439232 w 1510787"/>
              <a:gd name="connsiteY78" fmla="*/ 445378 h 1179479"/>
              <a:gd name="connsiteX79" fmla="*/ 1316708 w 1510787"/>
              <a:gd name="connsiteY79" fmla="*/ 373430 h 1179479"/>
              <a:gd name="connsiteX80" fmla="*/ 1289077 w 1510787"/>
              <a:gd name="connsiteY80" fmla="*/ 336931 h 1179479"/>
              <a:gd name="connsiteX81" fmla="*/ 1343299 w 1510787"/>
              <a:gd name="connsiteY81" fmla="*/ 246732 h 1179479"/>
              <a:gd name="connsiteX82" fmla="*/ 1476772 w 1510787"/>
              <a:gd name="connsiteY82" fmla="*/ 208672 h 1179479"/>
              <a:gd name="connsiteX83" fmla="*/ 1510140 w 1510787"/>
              <a:gd name="connsiteY83" fmla="*/ 169569 h 1179479"/>
              <a:gd name="connsiteX84" fmla="*/ 1508576 w 1510787"/>
              <a:gd name="connsiteY84" fmla="*/ 128902 h 1179479"/>
              <a:gd name="connsiteX85" fmla="*/ 1462696 w 1510787"/>
              <a:gd name="connsiteY85" fmla="*/ 83542 h 1179479"/>
              <a:gd name="connsiteX86" fmla="*/ 1320879 w 1510787"/>
              <a:gd name="connsiteY86" fmla="*/ 64252 h 1179479"/>
              <a:gd name="connsiteX87" fmla="*/ 1272914 w 1510787"/>
              <a:gd name="connsiteY87" fmla="*/ 23062 h 1179479"/>
              <a:gd name="connsiteX88" fmla="*/ 1266657 w 1510787"/>
              <a:gd name="connsiteY88" fmla="*/ 122 h 1179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1510787" h="1179479">
                <a:moveTo>
                  <a:pt x="369824" y="239040"/>
                </a:moveTo>
                <a:lnTo>
                  <a:pt x="373289" y="261957"/>
                </a:lnTo>
                <a:cubicBezTo>
                  <a:pt x="388630" y="311280"/>
                  <a:pt x="425202" y="351250"/>
                  <a:pt x="472315" y="371176"/>
                </a:cubicBezTo>
                <a:lnTo>
                  <a:pt x="511312" y="379050"/>
                </a:lnTo>
                <a:lnTo>
                  <a:pt x="511312" y="737276"/>
                </a:lnTo>
                <a:lnTo>
                  <a:pt x="433566" y="729439"/>
                </a:lnTo>
                <a:cubicBezTo>
                  <a:pt x="222123" y="686170"/>
                  <a:pt x="56519" y="517063"/>
                  <a:pt x="18422" y="303783"/>
                </a:cubicBezTo>
                <a:lnTo>
                  <a:pt x="12709" y="239040"/>
                </a:lnTo>
                <a:close/>
                <a:moveTo>
                  <a:pt x="1068170" y="239040"/>
                </a:moveTo>
                <a:lnTo>
                  <a:pt x="1062457" y="303783"/>
                </a:lnTo>
                <a:cubicBezTo>
                  <a:pt x="1024360" y="517063"/>
                  <a:pt x="858756" y="686170"/>
                  <a:pt x="647314" y="729439"/>
                </a:cubicBezTo>
                <a:lnTo>
                  <a:pt x="569567" y="737276"/>
                </a:lnTo>
                <a:lnTo>
                  <a:pt x="569567" y="379050"/>
                </a:lnTo>
                <a:lnTo>
                  <a:pt x="608564" y="371176"/>
                </a:lnTo>
                <a:cubicBezTo>
                  <a:pt x="655677" y="351250"/>
                  <a:pt x="692248" y="311280"/>
                  <a:pt x="707590" y="261957"/>
                </a:cubicBezTo>
                <a:lnTo>
                  <a:pt x="711054" y="239040"/>
                </a:lnTo>
                <a:close/>
                <a:moveTo>
                  <a:pt x="540439" y="90089"/>
                </a:moveTo>
                <a:cubicBezTo>
                  <a:pt x="606616" y="90089"/>
                  <a:pt x="660262" y="143735"/>
                  <a:pt x="660262" y="209912"/>
                </a:cubicBezTo>
                <a:cubicBezTo>
                  <a:pt x="660262" y="276088"/>
                  <a:pt x="606616" y="329734"/>
                  <a:pt x="540439" y="329734"/>
                </a:cubicBezTo>
                <a:cubicBezTo>
                  <a:pt x="474263" y="329734"/>
                  <a:pt x="420616" y="276088"/>
                  <a:pt x="420616" y="209912"/>
                </a:cubicBezTo>
                <a:cubicBezTo>
                  <a:pt x="420616" y="143735"/>
                  <a:pt x="474263" y="90089"/>
                  <a:pt x="540439" y="90089"/>
                </a:cubicBezTo>
                <a:close/>
                <a:moveTo>
                  <a:pt x="1266663" y="0"/>
                </a:moveTo>
                <a:lnTo>
                  <a:pt x="1025962" y="0"/>
                </a:lnTo>
                <a:lnTo>
                  <a:pt x="1042353" y="38290"/>
                </a:lnTo>
                <a:cubicBezTo>
                  <a:pt x="1050940" y="63410"/>
                  <a:pt x="1057695" y="89380"/>
                  <a:pt x="1062457" y="116040"/>
                </a:cubicBezTo>
                <a:lnTo>
                  <a:pt x="1068170" y="180785"/>
                </a:lnTo>
                <a:lnTo>
                  <a:pt x="711054" y="180785"/>
                </a:lnTo>
                <a:lnTo>
                  <a:pt x="707590" y="157866"/>
                </a:lnTo>
                <a:cubicBezTo>
                  <a:pt x="692248" y="108544"/>
                  <a:pt x="655677" y="68574"/>
                  <a:pt x="608564" y="48647"/>
                </a:cubicBezTo>
                <a:lnTo>
                  <a:pt x="569567" y="40773"/>
                </a:lnTo>
                <a:lnTo>
                  <a:pt x="569567" y="0"/>
                </a:lnTo>
                <a:lnTo>
                  <a:pt x="511312" y="0"/>
                </a:lnTo>
                <a:lnTo>
                  <a:pt x="511312" y="40773"/>
                </a:lnTo>
                <a:lnTo>
                  <a:pt x="472315" y="48647"/>
                </a:lnTo>
                <a:cubicBezTo>
                  <a:pt x="425202" y="68574"/>
                  <a:pt x="388630" y="108544"/>
                  <a:pt x="373289" y="157866"/>
                </a:cubicBezTo>
                <a:lnTo>
                  <a:pt x="369824" y="180785"/>
                </a:lnTo>
                <a:lnTo>
                  <a:pt x="12709" y="180785"/>
                </a:lnTo>
                <a:lnTo>
                  <a:pt x="18422" y="116040"/>
                </a:lnTo>
                <a:cubicBezTo>
                  <a:pt x="23184" y="89380"/>
                  <a:pt x="29939" y="63410"/>
                  <a:pt x="38526" y="38290"/>
                </a:cubicBezTo>
                <a:lnTo>
                  <a:pt x="54917" y="0"/>
                </a:lnTo>
                <a:lnTo>
                  <a:pt x="0" y="0"/>
                </a:lnTo>
                <a:lnTo>
                  <a:pt x="0" y="936454"/>
                </a:lnTo>
                <a:lnTo>
                  <a:pt x="89909" y="868215"/>
                </a:lnTo>
                <a:cubicBezTo>
                  <a:pt x="113892" y="848405"/>
                  <a:pt x="136833" y="850488"/>
                  <a:pt x="162378" y="864564"/>
                </a:cubicBezTo>
                <a:cubicBezTo>
                  <a:pt x="188448" y="879166"/>
                  <a:pt x="206174" y="897413"/>
                  <a:pt x="201481" y="930782"/>
                </a:cubicBezTo>
                <a:cubicBezTo>
                  <a:pt x="194703" y="978226"/>
                  <a:pt x="190012" y="1025671"/>
                  <a:pt x="184278" y="1073116"/>
                </a:cubicBezTo>
                <a:cubicBezTo>
                  <a:pt x="181151" y="1098663"/>
                  <a:pt x="188448" y="1112741"/>
                  <a:pt x="211389" y="1123690"/>
                </a:cubicBezTo>
                <a:cubicBezTo>
                  <a:pt x="224424" y="1129424"/>
                  <a:pt x="237457" y="1134118"/>
                  <a:pt x="251535" y="1137246"/>
                </a:cubicBezTo>
                <a:cubicBezTo>
                  <a:pt x="274476" y="1142460"/>
                  <a:pt x="289075" y="1137246"/>
                  <a:pt x="301066" y="1116913"/>
                </a:cubicBezTo>
                <a:cubicBezTo>
                  <a:pt x="323484" y="1080417"/>
                  <a:pt x="344861" y="1042877"/>
                  <a:pt x="366758" y="1005858"/>
                </a:cubicBezTo>
                <a:cubicBezTo>
                  <a:pt x="370928" y="999080"/>
                  <a:pt x="374579" y="992305"/>
                  <a:pt x="378750" y="985525"/>
                </a:cubicBezTo>
                <a:cubicBezTo>
                  <a:pt x="389701" y="967277"/>
                  <a:pt x="404820" y="957370"/>
                  <a:pt x="426718" y="958936"/>
                </a:cubicBezTo>
                <a:cubicBezTo>
                  <a:pt x="436103" y="959456"/>
                  <a:pt x="445487" y="961020"/>
                  <a:pt x="454873" y="962063"/>
                </a:cubicBezTo>
                <a:cubicBezTo>
                  <a:pt x="479376" y="965191"/>
                  <a:pt x="494496" y="978226"/>
                  <a:pt x="501273" y="1002730"/>
                </a:cubicBezTo>
                <a:cubicBezTo>
                  <a:pt x="513786" y="1049134"/>
                  <a:pt x="527864" y="1095015"/>
                  <a:pt x="540377" y="1140896"/>
                </a:cubicBezTo>
                <a:cubicBezTo>
                  <a:pt x="545071" y="1157580"/>
                  <a:pt x="553412" y="1170615"/>
                  <a:pt x="568011" y="1179479"/>
                </a:cubicBezTo>
                <a:cubicBezTo>
                  <a:pt x="588865" y="1179479"/>
                  <a:pt x="610242" y="1179479"/>
                  <a:pt x="631098" y="1179479"/>
                </a:cubicBezTo>
                <a:cubicBezTo>
                  <a:pt x="655602" y="1171658"/>
                  <a:pt x="665507" y="1153932"/>
                  <a:pt x="668638" y="1128904"/>
                </a:cubicBezTo>
                <a:cubicBezTo>
                  <a:pt x="673849" y="1080937"/>
                  <a:pt x="681670" y="1033492"/>
                  <a:pt x="688448" y="985525"/>
                </a:cubicBezTo>
                <a:cubicBezTo>
                  <a:pt x="690014" y="974056"/>
                  <a:pt x="694183" y="964150"/>
                  <a:pt x="703047" y="956329"/>
                </a:cubicBezTo>
                <a:cubicBezTo>
                  <a:pt x="736416" y="926610"/>
                  <a:pt x="786468" y="931302"/>
                  <a:pt x="814102" y="965714"/>
                </a:cubicBezTo>
                <a:cubicBezTo>
                  <a:pt x="842776" y="1002210"/>
                  <a:pt x="871452" y="1038706"/>
                  <a:pt x="900129" y="1074682"/>
                </a:cubicBezTo>
                <a:cubicBezTo>
                  <a:pt x="915248" y="1093972"/>
                  <a:pt x="931932" y="1098143"/>
                  <a:pt x="954872" y="1089801"/>
                </a:cubicBezTo>
                <a:cubicBezTo>
                  <a:pt x="967907" y="1085110"/>
                  <a:pt x="979899" y="1078330"/>
                  <a:pt x="991368" y="1071031"/>
                </a:cubicBezTo>
                <a:cubicBezTo>
                  <a:pt x="1012748" y="1057476"/>
                  <a:pt x="1017959" y="1043920"/>
                  <a:pt x="1011702" y="1018893"/>
                </a:cubicBezTo>
                <a:cubicBezTo>
                  <a:pt x="1000232" y="972492"/>
                  <a:pt x="988761" y="926088"/>
                  <a:pt x="975728" y="880207"/>
                </a:cubicBezTo>
                <a:cubicBezTo>
                  <a:pt x="967384" y="850488"/>
                  <a:pt x="976772" y="829111"/>
                  <a:pt x="1000232" y="811385"/>
                </a:cubicBezTo>
                <a:cubicBezTo>
                  <a:pt x="1023693" y="793136"/>
                  <a:pt x="1046634" y="782711"/>
                  <a:pt x="1076355" y="800437"/>
                </a:cubicBezTo>
                <a:cubicBezTo>
                  <a:pt x="1112328" y="822334"/>
                  <a:pt x="1150910" y="841104"/>
                  <a:pt x="1187407" y="863001"/>
                </a:cubicBezTo>
                <a:cubicBezTo>
                  <a:pt x="1234852" y="891679"/>
                  <a:pt x="1246843" y="877600"/>
                  <a:pt x="1277085" y="845274"/>
                </a:cubicBezTo>
                <a:cubicBezTo>
                  <a:pt x="1278128" y="844231"/>
                  <a:pt x="1279169" y="842667"/>
                  <a:pt x="1280212" y="841624"/>
                </a:cubicBezTo>
                <a:cubicBezTo>
                  <a:pt x="1303153" y="811909"/>
                  <a:pt x="1303153" y="799914"/>
                  <a:pt x="1280212" y="770196"/>
                </a:cubicBezTo>
                <a:cubicBezTo>
                  <a:pt x="1252581" y="733699"/>
                  <a:pt x="1225466" y="696683"/>
                  <a:pt x="1197312" y="660707"/>
                </a:cubicBezTo>
                <a:cubicBezTo>
                  <a:pt x="1176459" y="634116"/>
                  <a:pt x="1183236" y="609612"/>
                  <a:pt x="1198355" y="583544"/>
                </a:cubicBezTo>
                <a:cubicBezTo>
                  <a:pt x="1212954" y="557994"/>
                  <a:pt x="1232767" y="546005"/>
                  <a:pt x="1263006" y="550175"/>
                </a:cubicBezTo>
                <a:cubicBezTo>
                  <a:pt x="1305760" y="556433"/>
                  <a:pt x="1349034" y="557994"/>
                  <a:pt x="1391267" y="566338"/>
                </a:cubicBezTo>
                <a:cubicBezTo>
                  <a:pt x="1438188" y="575203"/>
                  <a:pt x="1452267" y="554867"/>
                  <a:pt x="1464779" y="513679"/>
                </a:cubicBezTo>
                <a:cubicBezTo>
                  <a:pt x="1465303" y="511593"/>
                  <a:pt x="1465303" y="509509"/>
                  <a:pt x="1465823" y="507422"/>
                </a:cubicBezTo>
                <a:cubicBezTo>
                  <a:pt x="1474165" y="473533"/>
                  <a:pt x="1469473" y="463104"/>
                  <a:pt x="1439232" y="445378"/>
                </a:cubicBezTo>
                <a:cubicBezTo>
                  <a:pt x="1398042" y="421394"/>
                  <a:pt x="1357378" y="397413"/>
                  <a:pt x="1316708" y="373430"/>
                </a:cubicBezTo>
                <a:cubicBezTo>
                  <a:pt x="1302109" y="365085"/>
                  <a:pt x="1292204" y="354136"/>
                  <a:pt x="1289077" y="336931"/>
                </a:cubicBezTo>
                <a:cubicBezTo>
                  <a:pt x="1280212" y="292093"/>
                  <a:pt x="1300025" y="259244"/>
                  <a:pt x="1343299" y="246732"/>
                </a:cubicBezTo>
                <a:cubicBezTo>
                  <a:pt x="1387616" y="233697"/>
                  <a:pt x="1432454" y="221185"/>
                  <a:pt x="1476772" y="208672"/>
                </a:cubicBezTo>
                <a:cubicBezTo>
                  <a:pt x="1496584" y="202938"/>
                  <a:pt x="1507533" y="190946"/>
                  <a:pt x="1510140" y="169569"/>
                </a:cubicBezTo>
                <a:cubicBezTo>
                  <a:pt x="1511704" y="156014"/>
                  <a:pt x="1510140" y="142458"/>
                  <a:pt x="1508576" y="128902"/>
                </a:cubicBezTo>
                <a:cubicBezTo>
                  <a:pt x="1505446" y="100748"/>
                  <a:pt x="1490850" y="87192"/>
                  <a:pt x="1462696" y="83542"/>
                </a:cubicBezTo>
                <a:cubicBezTo>
                  <a:pt x="1415771" y="77285"/>
                  <a:pt x="1368326" y="70509"/>
                  <a:pt x="1320879" y="64252"/>
                </a:cubicBezTo>
                <a:cubicBezTo>
                  <a:pt x="1295855" y="61122"/>
                  <a:pt x="1279692" y="47568"/>
                  <a:pt x="1272914" y="23062"/>
                </a:cubicBezTo>
                <a:cubicBezTo>
                  <a:pt x="1270827" y="15241"/>
                  <a:pt x="1268220" y="7943"/>
                  <a:pt x="1266657" y="12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>
              <a:solidFill>
                <a:schemeClr val="lt1"/>
              </a:solidFill>
            </a:endParaRPr>
          </a:p>
        </p:txBody>
      </p:sp>
      <p:sp>
        <p:nvSpPr>
          <p:cNvPr id="7" name="Freeform: Shape 9">
            <a:extLst>
              <a:ext uri="{FF2B5EF4-FFF2-40B4-BE49-F238E27FC236}">
                <a16:creationId xmlns:a16="http://schemas.microsoft.com/office/drawing/2014/main" xmlns="" id="{20733B5F-F6E9-4A66-B656-E476D01077ED}"/>
              </a:ext>
            </a:extLst>
          </p:cNvPr>
          <p:cNvSpPr/>
          <p:nvPr userDrawn="1"/>
        </p:nvSpPr>
        <p:spPr>
          <a:xfrm flipH="1">
            <a:off x="9953678" y="396039"/>
            <a:ext cx="727536" cy="725579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aam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그룹 12">
            <a:extLst>
              <a:ext uri="{FF2B5EF4-FFF2-40B4-BE49-F238E27FC236}">
                <a16:creationId xmlns:a16="http://schemas.microsoft.com/office/drawing/2014/main" xmlns="" id="{E708E86C-3225-437E-A834-78F905192A8B}"/>
              </a:ext>
            </a:extLst>
          </p:cNvPr>
          <p:cNvGrpSpPr/>
          <p:nvPr userDrawn="1"/>
        </p:nvGrpSpPr>
        <p:grpSpPr>
          <a:xfrm rot="191450">
            <a:off x="2762867" y="3942820"/>
            <a:ext cx="2189204" cy="2187190"/>
            <a:chOff x="1302539" y="2906938"/>
            <a:chExt cx="1479474" cy="1478112"/>
          </a:xfrm>
        </p:grpSpPr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xmlns="" id="{0414F335-5E9A-491D-826D-90A6049EEB47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pPr algn="r"/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xmlns="" id="{0E89135B-C89E-4785-A4F5-2F83C46AD6C9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r"/>
              <a:endParaRPr lang="en-US" dirty="0"/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xmlns="" id="{BD474B10-AA1B-4E77-B9CC-217363DEB482}"/>
              </a:ext>
            </a:extLst>
          </p:cNvPr>
          <p:cNvGrpSpPr/>
          <p:nvPr userDrawn="1"/>
        </p:nvGrpSpPr>
        <p:grpSpPr>
          <a:xfrm>
            <a:off x="7239930" y="3945844"/>
            <a:ext cx="2189204" cy="2187190"/>
            <a:chOff x="1302539" y="2906938"/>
            <a:chExt cx="1479474" cy="1478112"/>
          </a:xfrm>
        </p:grpSpPr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xmlns="" id="{F4D856F1-C946-4291-AEAA-9D7C07190E06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pPr algn="r"/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xmlns="" id="{4AE04EEB-0FC6-4039-9DB9-512F234FEFCD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r"/>
              <a:endParaRPr lang="en-US" dirty="0"/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xmlns="" id="{348024A0-7BA1-4EED-90DE-BD09948F9FCC}"/>
              </a:ext>
            </a:extLst>
          </p:cNvPr>
          <p:cNvGrpSpPr/>
          <p:nvPr userDrawn="1"/>
        </p:nvGrpSpPr>
        <p:grpSpPr>
          <a:xfrm rot="21388816">
            <a:off x="3098766" y="1612342"/>
            <a:ext cx="2189204" cy="2187190"/>
            <a:chOff x="1302539" y="2906938"/>
            <a:chExt cx="1479474" cy="1478112"/>
          </a:xfrm>
        </p:grpSpPr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xmlns="" id="{86CA3F32-DABB-4DA4-94C2-B5E01BD6C460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xmlns="" id="{2124BF52-5E07-4F24-B4C5-F47324BE24B6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xmlns="" id="{27C979E5-E0D6-45C3-9FDC-ECFAADA20B1C}"/>
              </a:ext>
            </a:extLst>
          </p:cNvPr>
          <p:cNvGrpSpPr/>
          <p:nvPr userDrawn="1"/>
        </p:nvGrpSpPr>
        <p:grpSpPr>
          <a:xfrm>
            <a:off x="6865888" y="1569994"/>
            <a:ext cx="2189204" cy="2187190"/>
            <a:chOff x="1302539" y="2906938"/>
            <a:chExt cx="1479474" cy="1478112"/>
          </a:xfrm>
        </p:grpSpPr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xmlns="" id="{6DED66C1-3676-4592-A1A2-5AA8AE696EFA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pPr algn="r"/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xmlns="" id="{460305EF-F195-43A9-9554-3750FE3679D6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r"/>
              <a:endParaRPr lang="en-US" dirty="0"/>
            </a:p>
          </p:txBody>
        </p:sp>
      </p:grpSp>
      <p:sp>
        <p:nvSpPr>
          <p:cNvPr id="9" name="Picture Placeholder 27">
            <a:extLst>
              <a:ext uri="{FF2B5EF4-FFF2-40B4-BE49-F238E27FC236}">
                <a16:creationId xmlns:a16="http://schemas.microsoft.com/office/drawing/2014/main" xmlns="" id="{DAA888B3-ED0E-48F5-88D8-E3B48E51402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671065" y="4366923"/>
            <a:ext cx="1293734" cy="132778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11" name="Picture Placeholder 27">
            <a:extLst>
              <a:ext uri="{FF2B5EF4-FFF2-40B4-BE49-F238E27FC236}">
                <a16:creationId xmlns:a16="http://schemas.microsoft.com/office/drawing/2014/main" xmlns="" id="{4071C0F6-962C-44A8-B02E-DF5C3B187DD8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3191342" y="4355273"/>
            <a:ext cx="1293734" cy="132778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xmlns="" id="{8A64DFE8-4474-49DD-84B1-F7CD1063278D}"/>
              </a:ext>
            </a:extLst>
          </p:cNvPr>
          <p:cNvGrpSpPr/>
          <p:nvPr userDrawn="1"/>
        </p:nvGrpSpPr>
        <p:grpSpPr>
          <a:xfrm rot="20997988">
            <a:off x="4779282" y="2825300"/>
            <a:ext cx="2625329" cy="2622912"/>
            <a:chOff x="1302539" y="2906939"/>
            <a:chExt cx="1479474" cy="1478112"/>
          </a:xfrm>
        </p:grpSpPr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xmlns="" id="{7F224B60-DADF-480D-9153-408B9DD5FA6A}"/>
                </a:ext>
              </a:extLst>
            </p:cNvPr>
            <p:cNvSpPr/>
            <p:nvPr/>
          </p:nvSpPr>
          <p:spPr>
            <a:xfrm>
              <a:off x="1302539" y="2906939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pPr algn="r"/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xmlns="" id="{58BB3016-65E1-4D5D-A6CC-CCB9A100C162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r"/>
              <a:endParaRPr lang="en-US" dirty="0"/>
            </a:p>
          </p:txBody>
        </p:sp>
      </p:grpSp>
      <p:sp>
        <p:nvSpPr>
          <p:cNvPr id="3" name="Text Placeholder 9">
            <a:extLst>
              <a:ext uri="{FF2B5EF4-FFF2-40B4-BE49-F238E27FC236}">
                <a16:creationId xmlns:a16="http://schemas.microsoft.com/office/drawing/2014/main" xmlns="" id="{EF70765A-4598-4D75-8EBE-B820808F6559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5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Our Team LAYOUT</a:t>
            </a:r>
          </a:p>
        </p:txBody>
      </p:sp>
      <p:sp>
        <p:nvSpPr>
          <p:cNvPr id="8" name="Picture Placeholder 27">
            <a:extLst>
              <a:ext uri="{FF2B5EF4-FFF2-40B4-BE49-F238E27FC236}">
                <a16:creationId xmlns:a16="http://schemas.microsoft.com/office/drawing/2014/main" xmlns="" id="{D0BF48D8-5A87-4DFA-9338-9D3E88CBE667}"/>
              </a:ext>
            </a:extLst>
          </p:cNvPr>
          <p:cNvSpPr>
            <a:spLocks noGrp="1"/>
          </p:cNvSpPr>
          <p:nvPr userDrawn="1">
            <p:ph type="pic" sz="quarter" idx="14" hasCustomPrompt="1"/>
          </p:nvPr>
        </p:nvSpPr>
        <p:spPr>
          <a:xfrm>
            <a:off x="7297023" y="1985593"/>
            <a:ext cx="1293734" cy="132778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10" name="Picture Placeholder 27">
            <a:extLst>
              <a:ext uri="{FF2B5EF4-FFF2-40B4-BE49-F238E27FC236}">
                <a16:creationId xmlns:a16="http://schemas.microsoft.com/office/drawing/2014/main" xmlns="" id="{93415534-0774-4830-890B-493387B652B2}"/>
              </a:ext>
            </a:extLst>
          </p:cNvPr>
          <p:cNvSpPr>
            <a:spLocks noGrp="1"/>
          </p:cNvSpPr>
          <p:nvPr userDrawn="1">
            <p:ph type="pic" sz="quarter" idx="16" hasCustomPrompt="1"/>
          </p:nvPr>
        </p:nvSpPr>
        <p:spPr>
          <a:xfrm>
            <a:off x="3512732" y="2029466"/>
            <a:ext cx="1326364" cy="1326364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noProof="0" dirty="0"/>
          </a:p>
        </p:txBody>
      </p:sp>
      <p:sp>
        <p:nvSpPr>
          <p:cNvPr id="12" name="Picture Placeholder 27">
            <a:extLst>
              <a:ext uri="{FF2B5EF4-FFF2-40B4-BE49-F238E27FC236}">
                <a16:creationId xmlns:a16="http://schemas.microsoft.com/office/drawing/2014/main" xmlns="" id="{8262C823-CF3A-4D24-86CE-CC137961C010}"/>
              </a:ext>
            </a:extLst>
          </p:cNvPr>
          <p:cNvSpPr>
            <a:spLocks noGrp="1"/>
          </p:cNvSpPr>
          <p:nvPr userDrawn="1">
            <p:ph type="pic" sz="quarter" idx="13" hasCustomPrompt="1"/>
          </p:nvPr>
        </p:nvSpPr>
        <p:spPr>
          <a:xfrm>
            <a:off x="5269325" y="3323981"/>
            <a:ext cx="1582708" cy="1582708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</p:spTree>
    <p:extLst>
      <p:ext uri="{BB962C8B-B14F-4D97-AF65-F5344CB8AC3E}">
        <p14:creationId xmlns:p14="http://schemas.microsoft.com/office/powerpoint/2010/main" val="76866419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그림 개체 틀 60">
            <a:extLst>
              <a:ext uri="{FF2B5EF4-FFF2-40B4-BE49-F238E27FC236}">
                <a16:creationId xmlns:a16="http://schemas.microsoft.com/office/drawing/2014/main" xmlns="" id="{BF3449D2-C2F2-4248-A158-0E1F4AB6715E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4554246"/>
          </a:xfrm>
          <a:custGeom>
            <a:avLst/>
            <a:gdLst>
              <a:gd name="connsiteX0" fmla="*/ 5104798 w 12192000"/>
              <a:gd name="connsiteY0" fmla="*/ 3630267 h 4554246"/>
              <a:gd name="connsiteX1" fmla="*/ 5333671 w 12192000"/>
              <a:gd name="connsiteY1" fmla="*/ 3859137 h 4554246"/>
              <a:gd name="connsiteX2" fmla="*/ 5104798 w 12192000"/>
              <a:gd name="connsiteY2" fmla="*/ 4088008 h 4554246"/>
              <a:gd name="connsiteX3" fmla="*/ 4875927 w 12192000"/>
              <a:gd name="connsiteY3" fmla="*/ 3859137 h 4554246"/>
              <a:gd name="connsiteX4" fmla="*/ 5104798 w 12192000"/>
              <a:gd name="connsiteY4" fmla="*/ 3630267 h 4554246"/>
              <a:gd name="connsiteX5" fmla="*/ 5104798 w 12192000"/>
              <a:gd name="connsiteY5" fmla="*/ 3505492 h 4554246"/>
              <a:gd name="connsiteX6" fmla="*/ 4751152 w 12192000"/>
              <a:gd name="connsiteY6" fmla="*/ 3859138 h 4554246"/>
              <a:gd name="connsiteX7" fmla="*/ 5104798 w 12192000"/>
              <a:gd name="connsiteY7" fmla="*/ 4212785 h 4554246"/>
              <a:gd name="connsiteX8" fmla="*/ 5458446 w 12192000"/>
              <a:gd name="connsiteY8" fmla="*/ 3859138 h 4554246"/>
              <a:gd name="connsiteX9" fmla="*/ 5104798 w 12192000"/>
              <a:gd name="connsiteY9" fmla="*/ 3505492 h 4554246"/>
              <a:gd name="connsiteX10" fmla="*/ 5088201 w 12192000"/>
              <a:gd name="connsiteY10" fmla="*/ 3426635 h 4554246"/>
              <a:gd name="connsiteX11" fmla="*/ 5519456 w 12192000"/>
              <a:gd name="connsiteY11" fmla="*/ 3857889 h 4554246"/>
              <a:gd name="connsiteX12" fmla="*/ 5088201 w 12192000"/>
              <a:gd name="connsiteY12" fmla="*/ 4289143 h 4554246"/>
              <a:gd name="connsiteX13" fmla="*/ 4656951 w 12192000"/>
              <a:gd name="connsiteY13" fmla="*/ 3857889 h 4554246"/>
              <a:gd name="connsiteX14" fmla="*/ 5088201 w 12192000"/>
              <a:gd name="connsiteY14" fmla="*/ 3426635 h 4554246"/>
              <a:gd name="connsiteX15" fmla="*/ 0 w 12192000"/>
              <a:gd name="connsiteY15" fmla="*/ 0 h 4554246"/>
              <a:gd name="connsiteX16" fmla="*/ 12192000 w 12192000"/>
              <a:gd name="connsiteY16" fmla="*/ 0 h 4554246"/>
              <a:gd name="connsiteX17" fmla="*/ 12192000 w 12192000"/>
              <a:gd name="connsiteY17" fmla="*/ 4316643 h 4554246"/>
              <a:gd name="connsiteX18" fmla="*/ 12185510 w 12192000"/>
              <a:gd name="connsiteY18" fmla="*/ 4281206 h 4554246"/>
              <a:gd name="connsiteX19" fmla="*/ 11961332 w 12192000"/>
              <a:gd name="connsiteY19" fmla="*/ 4281206 h 4554246"/>
              <a:gd name="connsiteX20" fmla="*/ 11911328 w 12192000"/>
              <a:gd name="connsiteY20" fmla="*/ 4554246 h 4554246"/>
              <a:gd name="connsiteX21" fmla="*/ 11726837 w 12192000"/>
              <a:gd name="connsiteY21" fmla="*/ 4554246 h 4554246"/>
              <a:gd name="connsiteX22" fmla="*/ 11676833 w 12192000"/>
              <a:gd name="connsiteY22" fmla="*/ 4281206 h 4554246"/>
              <a:gd name="connsiteX23" fmla="*/ 11452655 w 12192000"/>
              <a:gd name="connsiteY23" fmla="*/ 4281206 h 4554246"/>
              <a:gd name="connsiteX24" fmla="*/ 11402651 w 12192000"/>
              <a:gd name="connsiteY24" fmla="*/ 4554246 h 4554246"/>
              <a:gd name="connsiteX25" fmla="*/ 11218160 w 12192000"/>
              <a:gd name="connsiteY25" fmla="*/ 4554246 h 4554246"/>
              <a:gd name="connsiteX26" fmla="*/ 11168156 w 12192000"/>
              <a:gd name="connsiteY26" fmla="*/ 4281206 h 4554246"/>
              <a:gd name="connsiteX27" fmla="*/ 10943978 w 12192000"/>
              <a:gd name="connsiteY27" fmla="*/ 4281206 h 4554246"/>
              <a:gd name="connsiteX28" fmla="*/ 10893974 w 12192000"/>
              <a:gd name="connsiteY28" fmla="*/ 4554246 h 4554246"/>
              <a:gd name="connsiteX29" fmla="*/ 10709483 w 12192000"/>
              <a:gd name="connsiteY29" fmla="*/ 4554246 h 4554246"/>
              <a:gd name="connsiteX30" fmla="*/ 10659479 w 12192000"/>
              <a:gd name="connsiteY30" fmla="*/ 4281206 h 4554246"/>
              <a:gd name="connsiteX31" fmla="*/ 10435300 w 12192000"/>
              <a:gd name="connsiteY31" fmla="*/ 4281206 h 4554246"/>
              <a:gd name="connsiteX32" fmla="*/ 10385296 w 12192000"/>
              <a:gd name="connsiteY32" fmla="*/ 4554246 h 4554246"/>
              <a:gd name="connsiteX33" fmla="*/ 10200806 w 12192000"/>
              <a:gd name="connsiteY33" fmla="*/ 4554246 h 4554246"/>
              <a:gd name="connsiteX34" fmla="*/ 10150802 w 12192000"/>
              <a:gd name="connsiteY34" fmla="*/ 4281206 h 4554246"/>
              <a:gd name="connsiteX35" fmla="*/ 9926623 w 12192000"/>
              <a:gd name="connsiteY35" fmla="*/ 4281206 h 4554246"/>
              <a:gd name="connsiteX36" fmla="*/ 9876619 w 12192000"/>
              <a:gd name="connsiteY36" fmla="*/ 4554246 h 4554246"/>
              <a:gd name="connsiteX37" fmla="*/ 9692128 w 12192000"/>
              <a:gd name="connsiteY37" fmla="*/ 4554246 h 4554246"/>
              <a:gd name="connsiteX38" fmla="*/ 9642124 w 12192000"/>
              <a:gd name="connsiteY38" fmla="*/ 4281206 h 4554246"/>
              <a:gd name="connsiteX39" fmla="*/ 9417946 w 12192000"/>
              <a:gd name="connsiteY39" fmla="*/ 4281206 h 4554246"/>
              <a:gd name="connsiteX40" fmla="*/ 9367942 w 12192000"/>
              <a:gd name="connsiteY40" fmla="*/ 4554246 h 4554246"/>
              <a:gd name="connsiteX41" fmla="*/ 9183451 w 12192000"/>
              <a:gd name="connsiteY41" fmla="*/ 4554246 h 4554246"/>
              <a:gd name="connsiteX42" fmla="*/ 9133447 w 12192000"/>
              <a:gd name="connsiteY42" fmla="*/ 4281206 h 4554246"/>
              <a:gd name="connsiteX43" fmla="*/ 8909269 w 12192000"/>
              <a:gd name="connsiteY43" fmla="*/ 4281206 h 4554246"/>
              <a:gd name="connsiteX44" fmla="*/ 8859265 w 12192000"/>
              <a:gd name="connsiteY44" fmla="*/ 4554246 h 4554246"/>
              <a:gd name="connsiteX45" fmla="*/ 8674774 w 12192000"/>
              <a:gd name="connsiteY45" fmla="*/ 4554246 h 4554246"/>
              <a:gd name="connsiteX46" fmla="*/ 8624770 w 12192000"/>
              <a:gd name="connsiteY46" fmla="*/ 4281206 h 4554246"/>
              <a:gd name="connsiteX47" fmla="*/ 8400592 w 12192000"/>
              <a:gd name="connsiteY47" fmla="*/ 4281206 h 4554246"/>
              <a:gd name="connsiteX48" fmla="*/ 8350588 w 12192000"/>
              <a:gd name="connsiteY48" fmla="*/ 4554246 h 4554246"/>
              <a:gd name="connsiteX49" fmla="*/ 8166097 w 12192000"/>
              <a:gd name="connsiteY49" fmla="*/ 4554246 h 4554246"/>
              <a:gd name="connsiteX50" fmla="*/ 8116093 w 12192000"/>
              <a:gd name="connsiteY50" fmla="*/ 4281206 h 4554246"/>
              <a:gd name="connsiteX51" fmla="*/ 7891915 w 12192000"/>
              <a:gd name="connsiteY51" fmla="*/ 4281206 h 4554246"/>
              <a:gd name="connsiteX52" fmla="*/ 7841911 w 12192000"/>
              <a:gd name="connsiteY52" fmla="*/ 4554246 h 4554246"/>
              <a:gd name="connsiteX53" fmla="*/ 7657420 w 12192000"/>
              <a:gd name="connsiteY53" fmla="*/ 4554246 h 4554246"/>
              <a:gd name="connsiteX54" fmla="*/ 7607416 w 12192000"/>
              <a:gd name="connsiteY54" fmla="*/ 4281206 h 4554246"/>
              <a:gd name="connsiteX55" fmla="*/ 7383238 w 12192000"/>
              <a:gd name="connsiteY55" fmla="*/ 4281206 h 4554246"/>
              <a:gd name="connsiteX56" fmla="*/ 7333234 w 12192000"/>
              <a:gd name="connsiteY56" fmla="*/ 4554246 h 4554246"/>
              <a:gd name="connsiteX57" fmla="*/ 7150570 w 12192000"/>
              <a:gd name="connsiteY57" fmla="*/ 4554246 h 4554246"/>
              <a:gd name="connsiteX58" fmla="*/ 7100566 w 12192000"/>
              <a:gd name="connsiteY58" fmla="*/ 4281206 h 4554246"/>
              <a:gd name="connsiteX59" fmla="*/ 6876387 w 12192000"/>
              <a:gd name="connsiteY59" fmla="*/ 4281206 h 4554246"/>
              <a:gd name="connsiteX60" fmla="*/ 6826383 w 12192000"/>
              <a:gd name="connsiteY60" fmla="*/ 4554246 h 4554246"/>
              <a:gd name="connsiteX61" fmla="*/ 6640066 w 12192000"/>
              <a:gd name="connsiteY61" fmla="*/ 4554246 h 4554246"/>
              <a:gd name="connsiteX62" fmla="*/ 6590062 w 12192000"/>
              <a:gd name="connsiteY62" fmla="*/ 4281205 h 4554246"/>
              <a:gd name="connsiteX63" fmla="*/ 6365883 w 12192000"/>
              <a:gd name="connsiteY63" fmla="*/ 4281205 h 4554246"/>
              <a:gd name="connsiteX64" fmla="*/ 6315879 w 12192000"/>
              <a:gd name="connsiteY64" fmla="*/ 4554246 h 4554246"/>
              <a:gd name="connsiteX65" fmla="*/ 6239702 w 12192000"/>
              <a:gd name="connsiteY65" fmla="*/ 4554246 h 4554246"/>
              <a:gd name="connsiteX66" fmla="*/ 6252249 w 12192000"/>
              <a:gd name="connsiteY66" fmla="*/ 4517312 h 4554246"/>
              <a:gd name="connsiteX67" fmla="*/ 6232631 w 12192000"/>
              <a:gd name="connsiteY67" fmla="*/ 4480091 h 4554246"/>
              <a:gd name="connsiteX68" fmla="*/ 6090716 w 12192000"/>
              <a:gd name="connsiteY68" fmla="*/ 4337231 h 4554246"/>
              <a:gd name="connsiteX69" fmla="*/ 6181629 w 12192000"/>
              <a:gd name="connsiteY69" fmla="*/ 4083901 h 4554246"/>
              <a:gd name="connsiteX70" fmla="*/ 6381767 w 12192000"/>
              <a:gd name="connsiteY70" fmla="*/ 4069893 h 4554246"/>
              <a:gd name="connsiteX71" fmla="*/ 6433717 w 12192000"/>
              <a:gd name="connsiteY71" fmla="*/ 4017285 h 4554246"/>
              <a:gd name="connsiteX72" fmla="*/ 6442472 w 12192000"/>
              <a:gd name="connsiteY72" fmla="*/ 3915575 h 4554246"/>
              <a:gd name="connsiteX73" fmla="*/ 6391106 w 12192000"/>
              <a:gd name="connsiteY73" fmla="*/ 3828822 h 4554246"/>
              <a:gd name="connsiteX74" fmla="*/ 6233800 w 12192000"/>
              <a:gd name="connsiteY74" fmla="*/ 3784970 h 4554246"/>
              <a:gd name="connsiteX75" fmla="*/ 6205487 w 12192000"/>
              <a:gd name="connsiteY75" fmla="*/ 3764394 h 4554246"/>
              <a:gd name="connsiteX76" fmla="*/ 6159523 w 12192000"/>
              <a:gd name="connsiteY76" fmla="*/ 3517341 h 4554246"/>
              <a:gd name="connsiteX77" fmla="*/ 6176231 w 12192000"/>
              <a:gd name="connsiteY77" fmla="*/ 3487790 h 4554246"/>
              <a:gd name="connsiteX78" fmla="*/ 6339229 w 12192000"/>
              <a:gd name="connsiteY78" fmla="*/ 3377543 h 4554246"/>
              <a:gd name="connsiteX79" fmla="*/ 6348130 w 12192000"/>
              <a:gd name="connsiteY79" fmla="*/ 3336976 h 4554246"/>
              <a:gd name="connsiteX80" fmla="*/ 6293118 w 12192000"/>
              <a:gd name="connsiteY80" fmla="*/ 3210092 h 4554246"/>
              <a:gd name="connsiteX81" fmla="*/ 6233360 w 12192000"/>
              <a:gd name="connsiteY81" fmla="*/ 3184264 h 4554246"/>
              <a:gd name="connsiteX82" fmla="*/ 6049786 w 12192000"/>
              <a:gd name="connsiteY82" fmla="*/ 3230960 h 4554246"/>
              <a:gd name="connsiteX83" fmla="*/ 6011115 w 12192000"/>
              <a:gd name="connsiteY83" fmla="*/ 3219285 h 4554246"/>
              <a:gd name="connsiteX84" fmla="*/ 5872485 w 12192000"/>
              <a:gd name="connsiteY84" fmla="*/ 3054754 h 4554246"/>
              <a:gd name="connsiteX85" fmla="*/ 5870297 w 12192000"/>
              <a:gd name="connsiteY85" fmla="*/ 2990764 h 4554246"/>
              <a:gd name="connsiteX86" fmla="*/ 5939247 w 12192000"/>
              <a:gd name="connsiteY86" fmla="*/ 2851696 h 4554246"/>
              <a:gd name="connsiteX87" fmla="*/ 5912541 w 12192000"/>
              <a:gd name="connsiteY87" fmla="*/ 2771437 h 4554246"/>
              <a:gd name="connsiteX88" fmla="*/ 5810904 w 12192000"/>
              <a:gd name="connsiteY88" fmla="*/ 2700809 h 4554246"/>
              <a:gd name="connsiteX89" fmla="*/ 5759758 w 12192000"/>
              <a:gd name="connsiteY89" fmla="*/ 2702268 h 4554246"/>
              <a:gd name="connsiteX90" fmla="*/ 5623172 w 12192000"/>
              <a:gd name="connsiteY90" fmla="*/ 2833091 h 4554246"/>
              <a:gd name="connsiteX91" fmla="*/ 5580270 w 12192000"/>
              <a:gd name="connsiteY91" fmla="*/ 2844765 h 4554246"/>
              <a:gd name="connsiteX92" fmla="*/ 5419456 w 12192000"/>
              <a:gd name="connsiteY92" fmla="*/ 2798434 h 4554246"/>
              <a:gd name="connsiteX93" fmla="*/ 5359847 w 12192000"/>
              <a:gd name="connsiteY93" fmla="*/ 2724595 h 4554246"/>
              <a:gd name="connsiteX94" fmla="*/ 5339125 w 12192000"/>
              <a:gd name="connsiteY94" fmla="*/ 2566848 h 4554246"/>
              <a:gd name="connsiteX95" fmla="*/ 5300965 w 12192000"/>
              <a:gd name="connsiteY95" fmla="*/ 2530439 h 4554246"/>
              <a:gd name="connsiteX96" fmla="*/ 5170436 w 12192000"/>
              <a:gd name="connsiteY96" fmla="*/ 2518401 h 4554246"/>
              <a:gd name="connsiteX97" fmla="*/ 5114253 w 12192000"/>
              <a:gd name="connsiteY97" fmla="*/ 2555173 h 4554246"/>
              <a:gd name="connsiteX98" fmla="*/ 5073245 w 12192000"/>
              <a:gd name="connsiteY98" fmla="*/ 2720362 h 4554246"/>
              <a:gd name="connsiteX99" fmla="*/ 5027716 w 12192000"/>
              <a:gd name="connsiteY99" fmla="*/ 2771437 h 4554246"/>
              <a:gd name="connsiteX100" fmla="*/ 4838013 w 12192000"/>
              <a:gd name="connsiteY100" fmla="*/ 2807700 h 4554246"/>
              <a:gd name="connsiteX101" fmla="*/ 4767311 w 12192000"/>
              <a:gd name="connsiteY101" fmla="*/ 2776252 h 4554246"/>
              <a:gd name="connsiteX102" fmla="*/ 4672166 w 12192000"/>
              <a:gd name="connsiteY102" fmla="*/ 2643094 h 4554246"/>
              <a:gd name="connsiteX103" fmla="*/ 4619197 w 12192000"/>
              <a:gd name="connsiteY103" fmla="*/ 2624999 h 4554246"/>
              <a:gd name="connsiteX104" fmla="*/ 4490491 w 12192000"/>
              <a:gd name="connsiteY104" fmla="*/ 2675417 h 4554246"/>
              <a:gd name="connsiteX105" fmla="*/ 4459771 w 12192000"/>
              <a:gd name="connsiteY105" fmla="*/ 2741376 h 4554246"/>
              <a:gd name="connsiteX106" fmla="*/ 4508510 w 12192000"/>
              <a:gd name="connsiteY106" fmla="*/ 2912987 h 4554246"/>
              <a:gd name="connsiteX107" fmla="*/ 4497496 w 12192000"/>
              <a:gd name="connsiteY107" fmla="*/ 2956618 h 4554246"/>
              <a:gd name="connsiteX108" fmla="*/ 4351563 w 12192000"/>
              <a:gd name="connsiteY108" fmla="*/ 3083355 h 4554246"/>
              <a:gd name="connsiteX109" fmla="*/ 4252920 w 12192000"/>
              <a:gd name="connsiteY109" fmla="*/ 3094300 h 4554246"/>
              <a:gd name="connsiteX110" fmla="*/ 4122753 w 12192000"/>
              <a:gd name="connsiteY110" fmla="*/ 3029508 h 4554246"/>
              <a:gd name="connsiteX111" fmla="*/ 4057159 w 12192000"/>
              <a:gd name="connsiteY111" fmla="*/ 3045341 h 4554246"/>
              <a:gd name="connsiteX112" fmla="*/ 3980913 w 12192000"/>
              <a:gd name="connsiteY112" fmla="*/ 3160623 h 4554246"/>
              <a:gd name="connsiteX113" fmla="*/ 3980184 w 12192000"/>
              <a:gd name="connsiteY113" fmla="*/ 3210675 h 4554246"/>
              <a:gd name="connsiteX114" fmla="*/ 4127206 w 12192000"/>
              <a:gd name="connsiteY114" fmla="*/ 3352736 h 4554246"/>
              <a:gd name="connsiteX115" fmla="*/ 4107871 w 12192000"/>
              <a:gd name="connsiteY115" fmla="*/ 3410230 h 4554246"/>
              <a:gd name="connsiteX116" fmla="*/ 4068101 w 12192000"/>
              <a:gd name="connsiteY116" fmla="*/ 3533967 h 4554246"/>
              <a:gd name="connsiteX117" fmla="*/ 3818449 w 12192000"/>
              <a:gd name="connsiteY117" fmla="*/ 3533967 h 4554246"/>
              <a:gd name="connsiteX118" fmla="*/ 3774612 w 12192000"/>
              <a:gd name="connsiteY118" fmla="*/ 3294598 h 4554246"/>
              <a:gd name="connsiteX119" fmla="*/ 3550433 w 12192000"/>
              <a:gd name="connsiteY119" fmla="*/ 3294598 h 4554246"/>
              <a:gd name="connsiteX120" fmla="*/ 3506596 w 12192000"/>
              <a:gd name="connsiteY120" fmla="*/ 3533967 h 4554246"/>
              <a:gd name="connsiteX121" fmla="*/ 3309772 w 12192000"/>
              <a:gd name="connsiteY121" fmla="*/ 3533967 h 4554246"/>
              <a:gd name="connsiteX122" fmla="*/ 3265934 w 12192000"/>
              <a:gd name="connsiteY122" fmla="*/ 3294598 h 4554246"/>
              <a:gd name="connsiteX123" fmla="*/ 3041756 w 12192000"/>
              <a:gd name="connsiteY123" fmla="*/ 3294598 h 4554246"/>
              <a:gd name="connsiteX124" fmla="*/ 2997919 w 12192000"/>
              <a:gd name="connsiteY124" fmla="*/ 3533967 h 4554246"/>
              <a:gd name="connsiteX125" fmla="*/ 2801095 w 12192000"/>
              <a:gd name="connsiteY125" fmla="*/ 3533967 h 4554246"/>
              <a:gd name="connsiteX126" fmla="*/ 2757258 w 12192000"/>
              <a:gd name="connsiteY126" fmla="*/ 3294598 h 4554246"/>
              <a:gd name="connsiteX127" fmla="*/ 2533079 w 12192000"/>
              <a:gd name="connsiteY127" fmla="*/ 3294598 h 4554246"/>
              <a:gd name="connsiteX128" fmla="*/ 2489242 w 12192000"/>
              <a:gd name="connsiteY128" fmla="*/ 3533967 h 4554246"/>
              <a:gd name="connsiteX129" fmla="*/ 2301049 w 12192000"/>
              <a:gd name="connsiteY129" fmla="*/ 3533967 h 4554246"/>
              <a:gd name="connsiteX130" fmla="*/ 2257212 w 12192000"/>
              <a:gd name="connsiteY130" fmla="*/ 3294598 h 4554246"/>
              <a:gd name="connsiteX131" fmla="*/ 2033033 w 12192000"/>
              <a:gd name="connsiteY131" fmla="*/ 3294598 h 4554246"/>
              <a:gd name="connsiteX132" fmla="*/ 1989195 w 12192000"/>
              <a:gd name="connsiteY132" fmla="*/ 3533967 h 4554246"/>
              <a:gd name="connsiteX133" fmla="*/ 1792372 w 12192000"/>
              <a:gd name="connsiteY133" fmla="*/ 3533967 h 4554246"/>
              <a:gd name="connsiteX134" fmla="*/ 1748534 w 12192000"/>
              <a:gd name="connsiteY134" fmla="*/ 3294598 h 4554246"/>
              <a:gd name="connsiteX135" fmla="*/ 1524355 w 12192000"/>
              <a:gd name="connsiteY135" fmla="*/ 3294598 h 4554246"/>
              <a:gd name="connsiteX136" fmla="*/ 1480518 w 12192000"/>
              <a:gd name="connsiteY136" fmla="*/ 3533967 h 4554246"/>
              <a:gd name="connsiteX137" fmla="*/ 1283695 w 12192000"/>
              <a:gd name="connsiteY137" fmla="*/ 3533967 h 4554246"/>
              <a:gd name="connsiteX138" fmla="*/ 1239858 w 12192000"/>
              <a:gd name="connsiteY138" fmla="*/ 3294598 h 4554246"/>
              <a:gd name="connsiteX139" fmla="*/ 1015679 w 12192000"/>
              <a:gd name="connsiteY139" fmla="*/ 3294598 h 4554246"/>
              <a:gd name="connsiteX140" fmla="*/ 971842 w 12192000"/>
              <a:gd name="connsiteY140" fmla="*/ 3533967 h 4554246"/>
              <a:gd name="connsiteX141" fmla="*/ 775018 w 12192000"/>
              <a:gd name="connsiteY141" fmla="*/ 3533967 h 4554246"/>
              <a:gd name="connsiteX142" fmla="*/ 731180 w 12192000"/>
              <a:gd name="connsiteY142" fmla="*/ 3294598 h 4554246"/>
              <a:gd name="connsiteX143" fmla="*/ 507002 w 12192000"/>
              <a:gd name="connsiteY143" fmla="*/ 3294598 h 4554246"/>
              <a:gd name="connsiteX144" fmla="*/ 463165 w 12192000"/>
              <a:gd name="connsiteY144" fmla="*/ 3533967 h 4554246"/>
              <a:gd name="connsiteX145" fmla="*/ 266341 w 12192000"/>
              <a:gd name="connsiteY145" fmla="*/ 3533967 h 4554246"/>
              <a:gd name="connsiteX146" fmla="*/ 222503 w 12192000"/>
              <a:gd name="connsiteY146" fmla="*/ 3294598 h 4554246"/>
              <a:gd name="connsiteX147" fmla="*/ 0 w 12192000"/>
              <a:gd name="connsiteY147" fmla="*/ 3294598 h 45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</a:cxnLst>
            <a:rect l="l" t="t" r="r" b="b"/>
            <a:pathLst>
              <a:path w="12192000" h="4554246">
                <a:moveTo>
                  <a:pt x="5104798" y="3630267"/>
                </a:moveTo>
                <a:cubicBezTo>
                  <a:pt x="5231201" y="3630267"/>
                  <a:pt x="5333671" y="3732736"/>
                  <a:pt x="5333671" y="3859137"/>
                </a:cubicBezTo>
                <a:cubicBezTo>
                  <a:pt x="5333671" y="3985538"/>
                  <a:pt x="5231201" y="4088008"/>
                  <a:pt x="5104798" y="4088008"/>
                </a:cubicBezTo>
                <a:cubicBezTo>
                  <a:pt x="4978395" y="4088008"/>
                  <a:pt x="4875927" y="3985538"/>
                  <a:pt x="4875927" y="3859137"/>
                </a:cubicBezTo>
                <a:cubicBezTo>
                  <a:pt x="4875927" y="3732736"/>
                  <a:pt x="4978395" y="3630267"/>
                  <a:pt x="5104798" y="3630267"/>
                </a:cubicBezTo>
                <a:close/>
                <a:moveTo>
                  <a:pt x="5104798" y="3505492"/>
                </a:moveTo>
                <a:cubicBezTo>
                  <a:pt x="4909486" y="3505492"/>
                  <a:pt x="4751152" y="3663825"/>
                  <a:pt x="4751152" y="3859138"/>
                </a:cubicBezTo>
                <a:cubicBezTo>
                  <a:pt x="4751152" y="4054452"/>
                  <a:pt x="4909486" y="4212785"/>
                  <a:pt x="5104798" y="4212785"/>
                </a:cubicBezTo>
                <a:cubicBezTo>
                  <a:pt x="5300113" y="4212785"/>
                  <a:pt x="5458446" y="4054452"/>
                  <a:pt x="5458446" y="3859138"/>
                </a:cubicBezTo>
                <a:cubicBezTo>
                  <a:pt x="5458446" y="3663825"/>
                  <a:pt x="5300113" y="3505492"/>
                  <a:pt x="5104798" y="3505492"/>
                </a:cubicBezTo>
                <a:close/>
                <a:moveTo>
                  <a:pt x="5088201" y="3426635"/>
                </a:moveTo>
                <a:cubicBezTo>
                  <a:pt x="5326378" y="3426635"/>
                  <a:pt x="5519456" y="3619714"/>
                  <a:pt x="5519456" y="3857889"/>
                </a:cubicBezTo>
                <a:cubicBezTo>
                  <a:pt x="5519456" y="4096064"/>
                  <a:pt x="5326378" y="4289143"/>
                  <a:pt x="5088201" y="4289143"/>
                </a:cubicBezTo>
                <a:cubicBezTo>
                  <a:pt x="4850025" y="4289143"/>
                  <a:pt x="4656951" y="4096064"/>
                  <a:pt x="4656951" y="3857889"/>
                </a:cubicBezTo>
                <a:cubicBezTo>
                  <a:pt x="4656951" y="3619714"/>
                  <a:pt x="4850025" y="3426635"/>
                  <a:pt x="5088201" y="3426635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4316643"/>
                </a:lnTo>
                <a:lnTo>
                  <a:pt x="12185510" y="4281206"/>
                </a:lnTo>
                <a:lnTo>
                  <a:pt x="11961332" y="4281206"/>
                </a:lnTo>
                <a:lnTo>
                  <a:pt x="11911328" y="4554246"/>
                </a:lnTo>
                <a:lnTo>
                  <a:pt x="11726837" y="4554246"/>
                </a:lnTo>
                <a:lnTo>
                  <a:pt x="11676833" y="4281206"/>
                </a:lnTo>
                <a:lnTo>
                  <a:pt x="11452655" y="4281206"/>
                </a:lnTo>
                <a:lnTo>
                  <a:pt x="11402651" y="4554246"/>
                </a:lnTo>
                <a:lnTo>
                  <a:pt x="11218160" y="4554246"/>
                </a:lnTo>
                <a:lnTo>
                  <a:pt x="11168156" y="4281206"/>
                </a:lnTo>
                <a:lnTo>
                  <a:pt x="10943978" y="4281206"/>
                </a:lnTo>
                <a:lnTo>
                  <a:pt x="10893974" y="4554246"/>
                </a:lnTo>
                <a:lnTo>
                  <a:pt x="10709483" y="4554246"/>
                </a:lnTo>
                <a:lnTo>
                  <a:pt x="10659479" y="4281206"/>
                </a:lnTo>
                <a:lnTo>
                  <a:pt x="10435300" y="4281206"/>
                </a:lnTo>
                <a:lnTo>
                  <a:pt x="10385296" y="4554246"/>
                </a:lnTo>
                <a:lnTo>
                  <a:pt x="10200806" y="4554246"/>
                </a:lnTo>
                <a:lnTo>
                  <a:pt x="10150802" y="4281206"/>
                </a:lnTo>
                <a:lnTo>
                  <a:pt x="9926623" y="4281206"/>
                </a:lnTo>
                <a:lnTo>
                  <a:pt x="9876619" y="4554246"/>
                </a:lnTo>
                <a:lnTo>
                  <a:pt x="9692128" y="4554246"/>
                </a:lnTo>
                <a:lnTo>
                  <a:pt x="9642124" y="4281206"/>
                </a:lnTo>
                <a:lnTo>
                  <a:pt x="9417946" y="4281206"/>
                </a:lnTo>
                <a:lnTo>
                  <a:pt x="9367942" y="4554246"/>
                </a:lnTo>
                <a:lnTo>
                  <a:pt x="9183451" y="4554246"/>
                </a:lnTo>
                <a:lnTo>
                  <a:pt x="9133447" y="4281206"/>
                </a:lnTo>
                <a:lnTo>
                  <a:pt x="8909269" y="4281206"/>
                </a:lnTo>
                <a:lnTo>
                  <a:pt x="8859265" y="4554246"/>
                </a:lnTo>
                <a:lnTo>
                  <a:pt x="8674774" y="4554246"/>
                </a:lnTo>
                <a:lnTo>
                  <a:pt x="8624770" y="4281206"/>
                </a:lnTo>
                <a:lnTo>
                  <a:pt x="8400592" y="4281206"/>
                </a:lnTo>
                <a:lnTo>
                  <a:pt x="8350588" y="4554246"/>
                </a:lnTo>
                <a:lnTo>
                  <a:pt x="8166097" y="4554246"/>
                </a:lnTo>
                <a:lnTo>
                  <a:pt x="8116093" y="4281206"/>
                </a:lnTo>
                <a:lnTo>
                  <a:pt x="7891915" y="4281206"/>
                </a:lnTo>
                <a:lnTo>
                  <a:pt x="7841911" y="4554246"/>
                </a:lnTo>
                <a:lnTo>
                  <a:pt x="7657420" y="4554246"/>
                </a:lnTo>
                <a:lnTo>
                  <a:pt x="7607416" y="4281206"/>
                </a:lnTo>
                <a:lnTo>
                  <a:pt x="7383238" y="4281206"/>
                </a:lnTo>
                <a:lnTo>
                  <a:pt x="7333234" y="4554246"/>
                </a:lnTo>
                <a:lnTo>
                  <a:pt x="7150570" y="4554246"/>
                </a:lnTo>
                <a:lnTo>
                  <a:pt x="7100566" y="4281206"/>
                </a:lnTo>
                <a:lnTo>
                  <a:pt x="6876387" y="4281206"/>
                </a:lnTo>
                <a:lnTo>
                  <a:pt x="6826383" y="4554246"/>
                </a:lnTo>
                <a:lnTo>
                  <a:pt x="6640066" y="4554246"/>
                </a:lnTo>
                <a:lnTo>
                  <a:pt x="6590062" y="4281205"/>
                </a:lnTo>
                <a:lnTo>
                  <a:pt x="6365883" y="4281205"/>
                </a:lnTo>
                <a:lnTo>
                  <a:pt x="6315879" y="4554246"/>
                </a:lnTo>
                <a:lnTo>
                  <a:pt x="6239702" y="4554246"/>
                </a:lnTo>
                <a:lnTo>
                  <a:pt x="6252249" y="4517312"/>
                </a:lnTo>
                <a:cubicBezTo>
                  <a:pt x="6251054" y="4504352"/>
                  <a:pt x="6244269" y="4492021"/>
                  <a:pt x="6232631" y="4480091"/>
                </a:cubicBezTo>
                <a:cubicBezTo>
                  <a:pt x="6187028" y="4433323"/>
                  <a:pt x="6140624" y="4387355"/>
                  <a:pt x="6090716" y="4337231"/>
                </a:cubicBezTo>
                <a:cubicBezTo>
                  <a:pt x="6119538" y="4256824"/>
                  <a:pt x="6150693" y="4170144"/>
                  <a:pt x="6181629" y="4083901"/>
                </a:cubicBezTo>
                <a:cubicBezTo>
                  <a:pt x="6250945" y="4079086"/>
                  <a:pt x="6316247" y="4074196"/>
                  <a:pt x="6381767" y="4069893"/>
                </a:cubicBezTo>
                <a:cubicBezTo>
                  <a:pt x="6415185" y="4067776"/>
                  <a:pt x="6432258" y="4051797"/>
                  <a:pt x="6433717" y="4017285"/>
                </a:cubicBezTo>
                <a:cubicBezTo>
                  <a:pt x="6435104" y="3983285"/>
                  <a:pt x="6440211" y="3949502"/>
                  <a:pt x="6442472" y="3915575"/>
                </a:cubicBezTo>
                <a:cubicBezTo>
                  <a:pt x="6446120" y="3860269"/>
                  <a:pt x="6442180" y="3847866"/>
                  <a:pt x="6391106" y="3828822"/>
                </a:cubicBezTo>
                <a:cubicBezTo>
                  <a:pt x="6340324" y="3809851"/>
                  <a:pt x="6286040" y="3800293"/>
                  <a:pt x="6233800" y="3784970"/>
                </a:cubicBezTo>
                <a:cubicBezTo>
                  <a:pt x="6222927" y="3781760"/>
                  <a:pt x="6207314" y="3773004"/>
                  <a:pt x="6205487" y="3764394"/>
                </a:cubicBezTo>
                <a:cubicBezTo>
                  <a:pt x="6188416" y="3682384"/>
                  <a:pt x="6173094" y="3600008"/>
                  <a:pt x="6159523" y="3517341"/>
                </a:cubicBezTo>
                <a:cubicBezTo>
                  <a:pt x="6158063" y="3508221"/>
                  <a:pt x="6169151" y="3488739"/>
                  <a:pt x="6176231" y="3487790"/>
                </a:cubicBezTo>
                <a:cubicBezTo>
                  <a:pt x="6271155" y="3440292"/>
                  <a:pt x="6293045" y="3425699"/>
                  <a:pt x="6339229" y="3377543"/>
                </a:cubicBezTo>
                <a:cubicBezTo>
                  <a:pt x="6347766" y="3369372"/>
                  <a:pt x="6352289" y="3348211"/>
                  <a:pt x="6348130" y="3336976"/>
                </a:cubicBezTo>
                <a:cubicBezTo>
                  <a:pt x="6332226" y="3293782"/>
                  <a:pt x="6312380" y="3251974"/>
                  <a:pt x="6293118" y="3210092"/>
                </a:cubicBezTo>
                <a:cubicBezTo>
                  <a:pt x="6281297" y="3184336"/>
                  <a:pt x="6261671" y="3176383"/>
                  <a:pt x="6233360" y="3184264"/>
                </a:cubicBezTo>
                <a:cubicBezTo>
                  <a:pt x="6172511" y="3201192"/>
                  <a:pt x="6111366" y="3217243"/>
                  <a:pt x="6049786" y="3230960"/>
                </a:cubicBezTo>
                <a:cubicBezTo>
                  <a:pt x="6038037" y="3233588"/>
                  <a:pt x="6018847" y="3228115"/>
                  <a:pt x="6011115" y="3219285"/>
                </a:cubicBezTo>
                <a:cubicBezTo>
                  <a:pt x="5963762" y="3165439"/>
                  <a:pt x="5919766" y="3108675"/>
                  <a:pt x="5872485" y="3054754"/>
                </a:cubicBezTo>
                <a:cubicBezTo>
                  <a:pt x="5852421" y="3031843"/>
                  <a:pt x="5855486" y="3015572"/>
                  <a:pt x="5870297" y="2990764"/>
                </a:cubicBezTo>
                <a:cubicBezTo>
                  <a:pt x="5896782" y="2946403"/>
                  <a:pt x="5919911" y="2899560"/>
                  <a:pt x="5939247" y="2851696"/>
                </a:cubicBezTo>
                <a:cubicBezTo>
                  <a:pt x="5951577" y="2821271"/>
                  <a:pt x="5940633" y="2791721"/>
                  <a:pt x="5912541" y="2771437"/>
                </a:cubicBezTo>
                <a:cubicBezTo>
                  <a:pt x="5879052" y="2747286"/>
                  <a:pt x="5846656" y="2721019"/>
                  <a:pt x="5810904" y="2700809"/>
                </a:cubicBezTo>
                <a:cubicBezTo>
                  <a:pt x="5797773" y="2693367"/>
                  <a:pt x="5770190" y="2693367"/>
                  <a:pt x="5759758" y="2702268"/>
                </a:cubicBezTo>
                <a:cubicBezTo>
                  <a:pt x="5711965" y="2743274"/>
                  <a:pt x="5666656" y="2787489"/>
                  <a:pt x="5623172" y="2833091"/>
                </a:cubicBezTo>
                <a:cubicBezTo>
                  <a:pt x="5608942" y="2847975"/>
                  <a:pt x="5599530" y="2851040"/>
                  <a:pt x="5580270" y="2844765"/>
                </a:cubicBezTo>
                <a:cubicBezTo>
                  <a:pt x="5527299" y="2827472"/>
                  <a:pt x="5473670" y="2811274"/>
                  <a:pt x="5419456" y="2798434"/>
                </a:cubicBezTo>
                <a:cubicBezTo>
                  <a:pt x="5369259" y="2786541"/>
                  <a:pt x="5362108" y="2775961"/>
                  <a:pt x="5359847" y="2724595"/>
                </a:cubicBezTo>
                <a:cubicBezTo>
                  <a:pt x="5357511" y="2671697"/>
                  <a:pt x="5349850" y="2618725"/>
                  <a:pt x="5339125" y="2566848"/>
                </a:cubicBezTo>
                <a:cubicBezTo>
                  <a:pt x="5336133" y="2552256"/>
                  <a:pt x="5315923" y="2533212"/>
                  <a:pt x="5300965" y="2530439"/>
                </a:cubicBezTo>
                <a:cubicBezTo>
                  <a:pt x="5258206" y="2522413"/>
                  <a:pt x="5214064" y="2520881"/>
                  <a:pt x="5170436" y="2518401"/>
                </a:cubicBezTo>
                <a:cubicBezTo>
                  <a:pt x="5143729" y="2516868"/>
                  <a:pt x="5121766" y="2527885"/>
                  <a:pt x="5114253" y="2555173"/>
                </a:cubicBezTo>
                <a:cubicBezTo>
                  <a:pt x="5099220" y="2609896"/>
                  <a:pt x="5083241" y="2664618"/>
                  <a:pt x="5073245" y="2720362"/>
                </a:cubicBezTo>
                <a:cubicBezTo>
                  <a:pt x="5067921" y="2750058"/>
                  <a:pt x="5058068" y="2766329"/>
                  <a:pt x="5027716" y="2771437"/>
                </a:cubicBezTo>
                <a:cubicBezTo>
                  <a:pt x="4964238" y="2782163"/>
                  <a:pt x="4900395" y="2792231"/>
                  <a:pt x="4838013" y="2807700"/>
                </a:cubicBezTo>
                <a:cubicBezTo>
                  <a:pt x="4802479" y="2816528"/>
                  <a:pt x="4785261" y="2804927"/>
                  <a:pt x="4767311" y="2776252"/>
                </a:cubicBezTo>
                <a:cubicBezTo>
                  <a:pt x="4738490" y="2729994"/>
                  <a:pt x="4706899" y="2685048"/>
                  <a:pt x="4672166" y="2643094"/>
                </a:cubicBezTo>
                <a:cubicBezTo>
                  <a:pt x="4661659" y="2630400"/>
                  <a:pt x="4634446" y="2620695"/>
                  <a:pt x="4619197" y="2624999"/>
                </a:cubicBezTo>
                <a:cubicBezTo>
                  <a:pt x="4575051" y="2637477"/>
                  <a:pt x="4532514" y="2656374"/>
                  <a:pt x="4490491" y="2675417"/>
                </a:cubicBezTo>
                <a:cubicBezTo>
                  <a:pt x="4463346" y="2687748"/>
                  <a:pt x="4451018" y="2710294"/>
                  <a:pt x="4459771" y="2741376"/>
                </a:cubicBezTo>
                <a:cubicBezTo>
                  <a:pt x="4475895" y="2798579"/>
                  <a:pt x="4490344" y="2856365"/>
                  <a:pt x="4508510" y="2912987"/>
                </a:cubicBezTo>
                <a:cubicBezTo>
                  <a:pt x="4514786" y="2932541"/>
                  <a:pt x="4512888" y="2943631"/>
                  <a:pt x="4497496" y="2956618"/>
                </a:cubicBezTo>
                <a:cubicBezTo>
                  <a:pt x="4448243" y="2998134"/>
                  <a:pt x="4400012" y="3040818"/>
                  <a:pt x="4351563" y="3083355"/>
                </a:cubicBezTo>
                <a:cubicBezTo>
                  <a:pt x="4307205" y="3122244"/>
                  <a:pt x="4306768" y="3122172"/>
                  <a:pt x="4252920" y="3094300"/>
                </a:cubicBezTo>
                <a:cubicBezTo>
                  <a:pt x="4209873" y="3072046"/>
                  <a:pt x="4166824" y="3049646"/>
                  <a:pt x="4122753" y="3029508"/>
                </a:cubicBezTo>
                <a:cubicBezTo>
                  <a:pt x="4098457" y="3018418"/>
                  <a:pt x="4073429" y="3022796"/>
                  <a:pt x="4057159" y="3045341"/>
                </a:cubicBezTo>
                <a:cubicBezTo>
                  <a:pt x="4030163" y="3082700"/>
                  <a:pt x="4003460" y="3120566"/>
                  <a:pt x="3980913" y="3160623"/>
                </a:cubicBezTo>
                <a:cubicBezTo>
                  <a:pt x="3973471" y="3173829"/>
                  <a:pt x="3971867" y="3200243"/>
                  <a:pt x="3980184" y="3210675"/>
                </a:cubicBezTo>
                <a:cubicBezTo>
                  <a:pt x="4010173" y="3248471"/>
                  <a:pt x="4122535" y="3337414"/>
                  <a:pt x="4127206" y="3352736"/>
                </a:cubicBezTo>
                <a:cubicBezTo>
                  <a:pt x="4131948" y="3368495"/>
                  <a:pt x="4114363" y="3390531"/>
                  <a:pt x="4107871" y="3410230"/>
                </a:cubicBezTo>
                <a:lnTo>
                  <a:pt x="4068101" y="3533967"/>
                </a:lnTo>
                <a:lnTo>
                  <a:pt x="3818449" y="3533967"/>
                </a:lnTo>
                <a:lnTo>
                  <a:pt x="3774612" y="3294598"/>
                </a:lnTo>
                <a:lnTo>
                  <a:pt x="3550433" y="3294598"/>
                </a:lnTo>
                <a:lnTo>
                  <a:pt x="3506596" y="3533967"/>
                </a:lnTo>
                <a:lnTo>
                  <a:pt x="3309772" y="3533967"/>
                </a:lnTo>
                <a:lnTo>
                  <a:pt x="3265934" y="3294598"/>
                </a:lnTo>
                <a:lnTo>
                  <a:pt x="3041756" y="3294598"/>
                </a:lnTo>
                <a:lnTo>
                  <a:pt x="2997919" y="3533967"/>
                </a:lnTo>
                <a:lnTo>
                  <a:pt x="2801095" y="3533967"/>
                </a:lnTo>
                <a:lnTo>
                  <a:pt x="2757258" y="3294598"/>
                </a:lnTo>
                <a:lnTo>
                  <a:pt x="2533079" y="3294598"/>
                </a:lnTo>
                <a:lnTo>
                  <a:pt x="2489242" y="3533967"/>
                </a:lnTo>
                <a:lnTo>
                  <a:pt x="2301049" y="3533967"/>
                </a:lnTo>
                <a:lnTo>
                  <a:pt x="2257212" y="3294598"/>
                </a:lnTo>
                <a:lnTo>
                  <a:pt x="2033033" y="3294598"/>
                </a:lnTo>
                <a:lnTo>
                  <a:pt x="1989195" y="3533967"/>
                </a:lnTo>
                <a:lnTo>
                  <a:pt x="1792372" y="3533967"/>
                </a:lnTo>
                <a:lnTo>
                  <a:pt x="1748534" y="3294598"/>
                </a:lnTo>
                <a:lnTo>
                  <a:pt x="1524355" y="3294598"/>
                </a:lnTo>
                <a:lnTo>
                  <a:pt x="1480518" y="3533967"/>
                </a:lnTo>
                <a:lnTo>
                  <a:pt x="1283695" y="3533967"/>
                </a:lnTo>
                <a:lnTo>
                  <a:pt x="1239858" y="3294598"/>
                </a:lnTo>
                <a:lnTo>
                  <a:pt x="1015679" y="3294598"/>
                </a:lnTo>
                <a:lnTo>
                  <a:pt x="971842" y="3533967"/>
                </a:lnTo>
                <a:lnTo>
                  <a:pt x="775018" y="3533967"/>
                </a:lnTo>
                <a:lnTo>
                  <a:pt x="731180" y="3294598"/>
                </a:lnTo>
                <a:lnTo>
                  <a:pt x="507002" y="3294598"/>
                </a:lnTo>
                <a:lnTo>
                  <a:pt x="463165" y="3533967"/>
                </a:lnTo>
                <a:lnTo>
                  <a:pt x="266341" y="3533967"/>
                </a:lnTo>
                <a:lnTo>
                  <a:pt x="222503" y="3294598"/>
                </a:lnTo>
                <a:lnTo>
                  <a:pt x="0" y="329459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wrap="square" rtlCol="0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</p:spTree>
    <p:extLst>
      <p:ext uri="{BB962C8B-B14F-4D97-AF65-F5344CB8AC3E}">
        <p14:creationId xmlns:p14="http://schemas.microsoft.com/office/powerpoint/2010/main" val="383329509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044511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xmlns="" id="{23B3A851-C8AA-49BB-AB12-824F84DEED4E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 rot="694714">
            <a:off x="3645306" y="1966831"/>
            <a:ext cx="2880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ACB3A7BF-462F-49F1-94B6-8AC2804ED73C}"/>
              </a:ext>
            </a:extLst>
          </p:cNvPr>
          <p:cNvSpPr>
            <a:spLocks noGrp="1"/>
          </p:cNvSpPr>
          <p:nvPr>
            <p:ph type="pic" sz="quarter" idx="49" hasCustomPrompt="1"/>
          </p:nvPr>
        </p:nvSpPr>
        <p:spPr>
          <a:xfrm rot="21398040">
            <a:off x="6395756" y="3088824"/>
            <a:ext cx="2880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xmlns="" id="{757C780D-6AA4-40E6-BC18-66AB6385E718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 rot="20741363">
            <a:off x="3869381" y="3849415"/>
            <a:ext cx="2880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xmlns="" id="{A847B240-96F9-4335-9E32-61EB92FE9CE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19958567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266748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2713EBDB-DECC-42FB-9096-52903794A4F8}"/>
              </a:ext>
            </a:extLst>
          </p:cNvPr>
          <p:cNvSpPr/>
          <p:nvPr userDrawn="1"/>
        </p:nvSpPr>
        <p:spPr>
          <a:xfrm>
            <a:off x="826852" y="0"/>
            <a:ext cx="4562272" cy="41731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63500" sx="102000" sy="102000" algn="tr" rotWithShape="0">
              <a:prstClr val="black">
                <a:alpha val="18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pPr lvl="0"/>
            <a:endParaRPr lang="en-US">
              <a:solidFill>
                <a:schemeClr val="tx1"/>
              </a:solidFill>
            </a:endParaRP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DF56B48F-6654-40EC-869E-2FDC04C82CD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2490281" y="3287949"/>
            <a:ext cx="8874868" cy="2922351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indent="0" algn="ctr">
              <a:buNone/>
            </a:pPr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4528347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4868462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자유형: 도형 26">
            <a:extLst>
              <a:ext uri="{FF2B5EF4-FFF2-40B4-BE49-F238E27FC236}">
                <a16:creationId xmlns:a16="http://schemas.microsoft.com/office/drawing/2014/main" xmlns="" id="{4DD51781-F446-40EE-840D-B6BE973CF7C7}"/>
              </a:ext>
            </a:extLst>
          </p:cNvPr>
          <p:cNvSpPr/>
          <p:nvPr userDrawn="1"/>
        </p:nvSpPr>
        <p:spPr>
          <a:xfrm>
            <a:off x="45265" y="42960"/>
            <a:ext cx="6985298" cy="6770440"/>
          </a:xfrm>
          <a:custGeom>
            <a:avLst/>
            <a:gdLst>
              <a:gd name="connsiteX0" fmla="*/ 0 w 6985298"/>
              <a:gd name="connsiteY0" fmla="*/ 0 h 6770440"/>
              <a:gd name="connsiteX1" fmla="*/ 5292687 w 6985298"/>
              <a:gd name="connsiteY1" fmla="*/ 0 h 6770440"/>
              <a:gd name="connsiteX2" fmla="*/ 6985298 w 6985298"/>
              <a:gd name="connsiteY2" fmla="*/ 6770440 h 6770440"/>
              <a:gd name="connsiteX3" fmla="*/ 1091175 w 6985298"/>
              <a:gd name="connsiteY3" fmla="*/ 6770440 h 6770440"/>
              <a:gd name="connsiteX4" fmla="*/ 0 w 6985298"/>
              <a:gd name="connsiteY4" fmla="*/ 2405744 h 677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85298" h="6770440">
                <a:moveTo>
                  <a:pt x="0" y="0"/>
                </a:moveTo>
                <a:lnTo>
                  <a:pt x="5292687" y="0"/>
                </a:lnTo>
                <a:lnTo>
                  <a:pt x="6985298" y="6770440"/>
                </a:lnTo>
                <a:lnTo>
                  <a:pt x="1091175" y="6770440"/>
                </a:lnTo>
                <a:lnTo>
                  <a:pt x="0" y="2405744"/>
                </a:lnTo>
                <a:close/>
              </a:path>
            </a:pathLst>
          </a:custGeom>
          <a:solidFill>
            <a:schemeClr val="bg1"/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indent="0" algn="ctr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" name="Picture Placeholder 9">
            <a:extLst>
              <a:ext uri="{FF2B5EF4-FFF2-40B4-BE49-F238E27FC236}">
                <a16:creationId xmlns:a16="http://schemas.microsoft.com/office/drawing/2014/main" xmlns="" id="{D51925F4-D6B4-4E21-9B60-03E3453629C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6923314" cy="6858000"/>
          </a:xfrm>
          <a:custGeom>
            <a:avLst/>
            <a:gdLst>
              <a:gd name="connsiteX0" fmla="*/ 0 w 6923314"/>
              <a:gd name="connsiteY0" fmla="*/ 0 h 6858000"/>
              <a:gd name="connsiteX1" fmla="*/ 5208814 w 6923314"/>
              <a:gd name="connsiteY1" fmla="*/ 0 h 6858000"/>
              <a:gd name="connsiteX2" fmla="*/ 6923314 w 6923314"/>
              <a:gd name="connsiteY2" fmla="*/ 6858000 h 6858000"/>
              <a:gd name="connsiteX3" fmla="*/ 1305197 w 6923314"/>
              <a:gd name="connsiteY3" fmla="*/ 6858000 h 6858000"/>
              <a:gd name="connsiteX4" fmla="*/ 0 w 6923314"/>
              <a:gd name="connsiteY4" fmla="*/ 163721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23314" h="6858000">
                <a:moveTo>
                  <a:pt x="0" y="0"/>
                </a:moveTo>
                <a:lnTo>
                  <a:pt x="5208814" y="0"/>
                </a:lnTo>
                <a:lnTo>
                  <a:pt x="6923314" y="6858000"/>
                </a:lnTo>
                <a:lnTo>
                  <a:pt x="1305197" y="6858000"/>
                </a:lnTo>
                <a:lnTo>
                  <a:pt x="0" y="163721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</p:spPr>
        <p:txBody>
          <a:bodyPr wrap="square"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5">
            <a:extLst>
              <a:ext uri="{FF2B5EF4-FFF2-40B4-BE49-F238E27FC236}">
                <a16:creationId xmlns:a16="http://schemas.microsoft.com/office/drawing/2014/main" xmlns="" id="{3D2146DF-D37A-4810-ABAD-50A1D8397D2E}"/>
              </a:ext>
            </a:extLst>
          </p:cNvPr>
          <p:cNvSpPr/>
          <p:nvPr userDrawn="1"/>
        </p:nvSpPr>
        <p:spPr>
          <a:xfrm>
            <a:off x="320352" y="6009411"/>
            <a:ext cx="5940052" cy="601702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  <a:effectLst>
            <a:softEdge rad="203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3" name="Group 1">
            <a:extLst>
              <a:ext uri="{FF2B5EF4-FFF2-40B4-BE49-F238E27FC236}">
                <a16:creationId xmlns:a16="http://schemas.microsoft.com/office/drawing/2014/main" xmlns="" id="{96347DBD-FA0B-4597-817F-D39BC4793806}"/>
              </a:ext>
            </a:extLst>
          </p:cNvPr>
          <p:cNvGrpSpPr/>
          <p:nvPr userDrawn="1"/>
        </p:nvGrpSpPr>
        <p:grpSpPr>
          <a:xfrm>
            <a:off x="869102" y="3666194"/>
            <a:ext cx="4848059" cy="2663680"/>
            <a:chOff x="-548507" y="477868"/>
            <a:chExt cx="11570449" cy="6357177"/>
          </a:xfrm>
        </p:grpSpPr>
        <p:sp>
          <p:nvSpPr>
            <p:cNvPr id="4" name="Freeform: Shape 2">
              <a:extLst>
                <a:ext uri="{FF2B5EF4-FFF2-40B4-BE49-F238E27FC236}">
                  <a16:creationId xmlns:a16="http://schemas.microsoft.com/office/drawing/2014/main" xmlns="" id="{3F59865B-BF7A-4D23-8596-9AFC86EDEA23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3">
              <a:extLst>
                <a:ext uri="{FF2B5EF4-FFF2-40B4-BE49-F238E27FC236}">
                  <a16:creationId xmlns:a16="http://schemas.microsoft.com/office/drawing/2014/main" xmlns="" id="{1D332EE4-576F-4BCE-BF39-9FEB66C5D053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4">
              <a:extLst>
                <a:ext uri="{FF2B5EF4-FFF2-40B4-BE49-F238E27FC236}">
                  <a16:creationId xmlns:a16="http://schemas.microsoft.com/office/drawing/2014/main" xmlns="" id="{8BB43AB9-C951-47F3-A1A5-17D18BDAB70E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5">
              <a:extLst>
                <a:ext uri="{FF2B5EF4-FFF2-40B4-BE49-F238E27FC236}">
                  <a16:creationId xmlns:a16="http://schemas.microsoft.com/office/drawing/2014/main" xmlns="" id="{3B040605-FFBA-41F6-8601-C152A46A2EFC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6">
              <a:extLst>
                <a:ext uri="{FF2B5EF4-FFF2-40B4-BE49-F238E27FC236}">
                  <a16:creationId xmlns:a16="http://schemas.microsoft.com/office/drawing/2014/main" xmlns="" id="{1AC71339-9E08-40A6-9E37-4695E73238F9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" name="Group 7">
              <a:extLst>
                <a:ext uri="{FF2B5EF4-FFF2-40B4-BE49-F238E27FC236}">
                  <a16:creationId xmlns:a16="http://schemas.microsoft.com/office/drawing/2014/main" xmlns="" id="{34B6C81A-DB9F-458D-AC9C-CF1D11BA49D4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4" name="Rectangle: Rounded Corners 12">
                <a:extLst>
                  <a:ext uri="{FF2B5EF4-FFF2-40B4-BE49-F238E27FC236}">
                    <a16:creationId xmlns:a16="http://schemas.microsoft.com/office/drawing/2014/main" xmlns="" id="{685FF7A8-7321-48CC-9680-37913315E0ED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: Rounded Corners 13">
                <a:extLst>
                  <a:ext uri="{FF2B5EF4-FFF2-40B4-BE49-F238E27FC236}">
                    <a16:creationId xmlns:a16="http://schemas.microsoft.com/office/drawing/2014/main" xmlns="" id="{B893A502-35DB-458D-947F-008930EF48C9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" name="Group 8">
              <a:extLst>
                <a:ext uri="{FF2B5EF4-FFF2-40B4-BE49-F238E27FC236}">
                  <a16:creationId xmlns:a16="http://schemas.microsoft.com/office/drawing/2014/main" xmlns="" id="{09695A55-3952-49C3-A224-E502D2E28C0D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2" name="Rectangle: Rounded Corners 10">
                <a:extLst>
                  <a:ext uri="{FF2B5EF4-FFF2-40B4-BE49-F238E27FC236}">
                    <a16:creationId xmlns:a16="http://schemas.microsoft.com/office/drawing/2014/main" xmlns="" id="{BC3ED3C3-E726-4F7A-98CD-8338BD5BCEA4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: Rounded Corners 11">
                <a:extLst>
                  <a:ext uri="{FF2B5EF4-FFF2-40B4-BE49-F238E27FC236}">
                    <a16:creationId xmlns:a16="http://schemas.microsoft.com/office/drawing/2014/main" xmlns="" id="{FF28BA84-F15F-49AB-92A1-83A46D4BDE26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1" name="Freeform: Shape 9">
              <a:extLst>
                <a:ext uri="{FF2B5EF4-FFF2-40B4-BE49-F238E27FC236}">
                  <a16:creationId xmlns:a16="http://schemas.microsoft.com/office/drawing/2014/main" xmlns="" id="{E3699895-D999-4BBC-92EE-76C444B751E8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xmlns="" id="{BC1F590D-1E6B-4FC9-ADCA-55554191F141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1527619" y="3799347"/>
            <a:ext cx="3540342" cy="219171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1636620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xmlns="" id="{C452701C-83DF-4565-9DE6-F98CEE0CAAA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299269" y="-1"/>
            <a:ext cx="3017520" cy="3648891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>
              <a:def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indent="0" algn="ctr">
              <a:buNone/>
            </a:pPr>
            <a:r>
              <a:rPr lang="en-US" altLang="ko-KR" dirty="0"/>
              <a:t>Place Your Picture Here </a:t>
            </a:r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xmlns="" id="{1930D4D3-6A87-4848-AF23-2C25B5A43644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75211" y="659332"/>
            <a:ext cx="4380956" cy="5840819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indent="0" algn="ctr">
              <a:buNone/>
            </a:pPr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6492805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bg>
      <p:bgPr>
        <a:gradFill flip="none" rotWithShape="1">
          <a:gsLst>
            <a:gs pos="0">
              <a:srgbClr val="01D1D3"/>
            </a:gs>
            <a:gs pos="100000">
              <a:srgbClr val="5A28C8"/>
            </a:gs>
          </a:gsLst>
          <a:lin ang="12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11" name="자유형: 도형 10">
            <a:extLst>
              <a:ext uri="{FF2B5EF4-FFF2-40B4-BE49-F238E27FC236}">
                <a16:creationId xmlns:a16="http://schemas.microsoft.com/office/drawing/2014/main" xmlns="" id="{8BF402E6-9C92-41D7-8E2A-9771DC7B8470}"/>
              </a:ext>
            </a:extLst>
          </p:cNvPr>
          <p:cNvSpPr/>
          <p:nvPr userDrawn="1"/>
        </p:nvSpPr>
        <p:spPr>
          <a:xfrm>
            <a:off x="354010" y="1131591"/>
            <a:ext cx="3560767" cy="5402561"/>
          </a:xfrm>
          <a:custGeom>
            <a:avLst/>
            <a:gdLst>
              <a:gd name="connsiteX0" fmla="*/ 254857 w 3560767"/>
              <a:gd name="connsiteY0" fmla="*/ 215909 h 5402561"/>
              <a:gd name="connsiteX1" fmla="*/ 177923 w 3560767"/>
              <a:gd name="connsiteY1" fmla="*/ 292843 h 5402561"/>
              <a:gd name="connsiteX2" fmla="*/ 177923 w 3560767"/>
              <a:gd name="connsiteY2" fmla="*/ 5154175 h 5402561"/>
              <a:gd name="connsiteX3" fmla="*/ 254857 w 3560767"/>
              <a:gd name="connsiteY3" fmla="*/ 5231109 h 5402561"/>
              <a:gd name="connsiteX4" fmla="*/ 331791 w 3560767"/>
              <a:gd name="connsiteY4" fmla="*/ 5154175 h 5402561"/>
              <a:gd name="connsiteX5" fmla="*/ 331791 w 3560767"/>
              <a:gd name="connsiteY5" fmla="*/ 292843 h 5402561"/>
              <a:gd name="connsiteX6" fmla="*/ 254857 w 3560767"/>
              <a:gd name="connsiteY6" fmla="*/ 215909 h 5402561"/>
              <a:gd name="connsiteX7" fmla="*/ 2703518 w 3560767"/>
              <a:gd name="connsiteY7" fmla="*/ 144712 h 5402561"/>
              <a:gd name="connsiteX8" fmla="*/ 2872180 w 3560767"/>
              <a:gd name="connsiteY8" fmla="*/ 313546 h 5402561"/>
              <a:gd name="connsiteX9" fmla="*/ 3226094 w 3560767"/>
              <a:gd name="connsiteY9" fmla="*/ 313546 h 5402561"/>
              <a:gd name="connsiteX10" fmla="*/ 3226094 w 3560767"/>
              <a:gd name="connsiteY10" fmla="*/ 667823 h 5402561"/>
              <a:gd name="connsiteX11" fmla="*/ 3388666 w 3560767"/>
              <a:gd name="connsiteY11" fmla="*/ 830561 h 5402561"/>
              <a:gd name="connsiteX12" fmla="*/ 3388666 w 3560767"/>
              <a:gd name="connsiteY12" fmla="*/ 144712 h 5402561"/>
              <a:gd name="connsiteX13" fmla="*/ 141291 w 3560767"/>
              <a:gd name="connsiteY13" fmla="*/ 0 h 5402561"/>
              <a:gd name="connsiteX14" fmla="*/ 3419476 w 3560767"/>
              <a:gd name="connsiteY14" fmla="*/ 0 h 5402561"/>
              <a:gd name="connsiteX15" fmla="*/ 3560767 w 3560767"/>
              <a:gd name="connsiteY15" fmla="*/ 141291 h 5402561"/>
              <a:gd name="connsiteX16" fmla="*/ 3560767 w 3560767"/>
              <a:gd name="connsiteY16" fmla="*/ 5261270 h 5402561"/>
              <a:gd name="connsiteX17" fmla="*/ 3419476 w 3560767"/>
              <a:gd name="connsiteY17" fmla="*/ 5402561 h 5402561"/>
              <a:gd name="connsiteX18" fmla="*/ 141291 w 3560767"/>
              <a:gd name="connsiteY18" fmla="*/ 5402561 h 5402561"/>
              <a:gd name="connsiteX19" fmla="*/ 0 w 3560767"/>
              <a:gd name="connsiteY19" fmla="*/ 5261270 h 5402561"/>
              <a:gd name="connsiteX20" fmla="*/ 0 w 3560767"/>
              <a:gd name="connsiteY20" fmla="*/ 141291 h 5402561"/>
              <a:gd name="connsiteX21" fmla="*/ 141291 w 3560767"/>
              <a:gd name="connsiteY21" fmla="*/ 0 h 5402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560767" h="5402561">
                <a:moveTo>
                  <a:pt x="254857" y="215909"/>
                </a:moveTo>
                <a:cubicBezTo>
                  <a:pt x="212368" y="215909"/>
                  <a:pt x="177923" y="250354"/>
                  <a:pt x="177923" y="292843"/>
                </a:cubicBezTo>
                <a:lnTo>
                  <a:pt x="177923" y="5154175"/>
                </a:lnTo>
                <a:cubicBezTo>
                  <a:pt x="177923" y="5196664"/>
                  <a:pt x="212368" y="5231109"/>
                  <a:pt x="254857" y="5231109"/>
                </a:cubicBezTo>
                <a:cubicBezTo>
                  <a:pt x="297346" y="5231109"/>
                  <a:pt x="331791" y="5196664"/>
                  <a:pt x="331791" y="5154175"/>
                </a:cubicBezTo>
                <a:lnTo>
                  <a:pt x="331791" y="292843"/>
                </a:lnTo>
                <a:cubicBezTo>
                  <a:pt x="331791" y="250354"/>
                  <a:pt x="297346" y="215909"/>
                  <a:pt x="254857" y="215909"/>
                </a:cubicBezTo>
                <a:close/>
                <a:moveTo>
                  <a:pt x="2703518" y="144712"/>
                </a:moveTo>
                <a:lnTo>
                  <a:pt x="2872180" y="313546"/>
                </a:lnTo>
                <a:lnTo>
                  <a:pt x="3226094" y="313546"/>
                </a:lnTo>
                <a:lnTo>
                  <a:pt x="3226094" y="667823"/>
                </a:lnTo>
                <a:lnTo>
                  <a:pt x="3388666" y="830561"/>
                </a:lnTo>
                <a:lnTo>
                  <a:pt x="3388666" y="144712"/>
                </a:lnTo>
                <a:close/>
                <a:moveTo>
                  <a:pt x="141291" y="0"/>
                </a:moveTo>
                <a:lnTo>
                  <a:pt x="3419476" y="0"/>
                </a:lnTo>
                <a:cubicBezTo>
                  <a:pt x="3497509" y="0"/>
                  <a:pt x="3560767" y="63258"/>
                  <a:pt x="3560767" y="141291"/>
                </a:cubicBezTo>
                <a:lnTo>
                  <a:pt x="3560767" y="5261270"/>
                </a:lnTo>
                <a:cubicBezTo>
                  <a:pt x="3560767" y="5339303"/>
                  <a:pt x="3497509" y="5402561"/>
                  <a:pt x="3419476" y="5402561"/>
                </a:cubicBezTo>
                <a:lnTo>
                  <a:pt x="141291" y="5402561"/>
                </a:lnTo>
                <a:cubicBezTo>
                  <a:pt x="63258" y="5402561"/>
                  <a:pt x="0" y="5339303"/>
                  <a:pt x="0" y="5261270"/>
                </a:cubicBezTo>
                <a:lnTo>
                  <a:pt x="0" y="141291"/>
                </a:lnTo>
                <a:cubicBezTo>
                  <a:pt x="0" y="63258"/>
                  <a:pt x="63258" y="0"/>
                  <a:pt x="141291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5"/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351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tx2">
                  <a:lumMod val="60000"/>
                  <a:lumOff val="4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xmlns="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ction Break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6550132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theme" Target="../theme/theme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75" r:id="rId2"/>
    <p:sldLayoutId id="2147483676" r:id="rId3"/>
    <p:sldLayoutId id="2147483677" r:id="rId4"/>
    <p:sldLayoutId id="2147483678" r:id="rId5"/>
    <p:sldLayoutId id="2147483679" r:id="rId6"/>
    <p:sldLayoutId id="2147483680" r:id="rId7"/>
    <p:sldLayoutId id="2147483681" r:id="rId8"/>
    <p:sldLayoutId id="2147483682" r:id="rId9"/>
    <p:sldLayoutId id="2147483683" r:id="rId10"/>
    <p:sldLayoutId id="2147483684" r:id="rId11"/>
    <p:sldLayoutId id="2147483685" r:id="rId12"/>
    <p:sldLayoutId id="2147483686" r:id="rId13"/>
    <p:sldLayoutId id="2147483689" r:id="rId14"/>
    <p:sldLayoutId id="2147483688" r:id="rId15"/>
    <p:sldLayoutId id="2147483687" r:id="rId16"/>
    <p:sldLayoutId id="2147483671" r:id="rId17"/>
    <p:sldLayoutId id="2147483672" r:id="rId18"/>
    <p:sldLayoutId id="2147483690" r:id="rId19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5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1.png"/><Relationship Id="rId4" Type="http://schemas.openxmlformats.org/officeDocument/2006/relationships/image" Target="../media/image40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9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54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453">
            <a:extLst>
              <a:ext uri="{FF2B5EF4-FFF2-40B4-BE49-F238E27FC236}">
                <a16:creationId xmlns:a16="http://schemas.microsoft.com/office/drawing/2014/main" xmlns="" id="{1493D09B-EAED-4B92-BC64-10072A8FB5E4}"/>
              </a:ext>
            </a:extLst>
          </p:cNvPr>
          <p:cNvSpPr/>
          <p:nvPr/>
        </p:nvSpPr>
        <p:spPr>
          <a:xfrm rot="5400000">
            <a:off x="511692" y="-1355146"/>
            <a:ext cx="1654009" cy="1652680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3">
            <a:extLst>
              <a:ext uri="{FF2B5EF4-FFF2-40B4-BE49-F238E27FC236}">
                <a16:creationId xmlns:a16="http://schemas.microsoft.com/office/drawing/2014/main" xmlns="" id="{A1370EBC-EFCA-4E28-9294-D483D818C733}"/>
              </a:ext>
            </a:extLst>
          </p:cNvPr>
          <p:cNvSpPr/>
          <p:nvPr/>
        </p:nvSpPr>
        <p:spPr>
          <a:xfrm rot="5400000">
            <a:off x="1463379" y="763825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자유형: 도형 18">
            <a:extLst>
              <a:ext uri="{FF2B5EF4-FFF2-40B4-BE49-F238E27FC236}">
                <a16:creationId xmlns:a16="http://schemas.microsoft.com/office/drawing/2014/main" xmlns="" id="{89928D4A-10C7-490B-9584-CF68DA463073}"/>
              </a:ext>
            </a:extLst>
          </p:cNvPr>
          <p:cNvSpPr/>
          <p:nvPr/>
        </p:nvSpPr>
        <p:spPr>
          <a:xfrm rot="5400000">
            <a:off x="6450239" y="-158044"/>
            <a:ext cx="655101" cy="65674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0" name="Freeform: Shape 9">
            <a:extLst>
              <a:ext uri="{FF2B5EF4-FFF2-40B4-BE49-F238E27FC236}">
                <a16:creationId xmlns:a16="http://schemas.microsoft.com/office/drawing/2014/main" xmlns="" id="{7A9E699D-81FA-4F86-B3A0-C3CFE734E790}"/>
              </a:ext>
            </a:extLst>
          </p:cNvPr>
          <p:cNvSpPr/>
          <p:nvPr/>
        </p:nvSpPr>
        <p:spPr>
          <a:xfrm rot="5400000">
            <a:off x="1145842" y="1414375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자유형: 도형 20">
            <a:extLst>
              <a:ext uri="{FF2B5EF4-FFF2-40B4-BE49-F238E27FC236}">
                <a16:creationId xmlns:a16="http://schemas.microsoft.com/office/drawing/2014/main" xmlns="" id="{70A7857A-A8EF-4ED6-8B1F-4A57696C4B99}"/>
              </a:ext>
            </a:extLst>
          </p:cNvPr>
          <p:cNvSpPr/>
          <p:nvPr/>
        </p:nvSpPr>
        <p:spPr>
          <a:xfrm rot="5400000">
            <a:off x="2020919" y="-316379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2" name="Freeform: Shape 13">
            <a:extLst>
              <a:ext uri="{FF2B5EF4-FFF2-40B4-BE49-F238E27FC236}">
                <a16:creationId xmlns:a16="http://schemas.microsoft.com/office/drawing/2014/main" xmlns="" id="{9CC7F387-D2DE-4296-9EA0-FFE6EDCBC681}"/>
              </a:ext>
            </a:extLst>
          </p:cNvPr>
          <p:cNvSpPr/>
          <p:nvPr/>
        </p:nvSpPr>
        <p:spPr>
          <a:xfrm rot="5400000">
            <a:off x="829694" y="338442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3" name="Freeform: Shape 5">
            <a:extLst>
              <a:ext uri="{FF2B5EF4-FFF2-40B4-BE49-F238E27FC236}">
                <a16:creationId xmlns:a16="http://schemas.microsoft.com/office/drawing/2014/main" xmlns="" id="{318C13E0-736A-41FB-9CC1-EA2A8A33A9B2}"/>
              </a:ext>
            </a:extLst>
          </p:cNvPr>
          <p:cNvSpPr/>
          <p:nvPr/>
        </p:nvSpPr>
        <p:spPr>
          <a:xfrm rot="5400000">
            <a:off x="-209121" y="-152986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4" name="그래픽 5">
            <a:extLst>
              <a:ext uri="{FF2B5EF4-FFF2-40B4-BE49-F238E27FC236}">
                <a16:creationId xmlns:a16="http://schemas.microsoft.com/office/drawing/2014/main" xmlns="" id="{7E602E1E-9691-41CD-997D-5F00C540CDF4}"/>
              </a:ext>
            </a:extLst>
          </p:cNvPr>
          <p:cNvSpPr/>
          <p:nvPr/>
        </p:nvSpPr>
        <p:spPr>
          <a:xfrm rot="5400000">
            <a:off x="4948825" y="-633151"/>
            <a:ext cx="1464640" cy="1460202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5" name="자유형: 도형 34">
            <a:extLst>
              <a:ext uri="{FF2B5EF4-FFF2-40B4-BE49-F238E27FC236}">
                <a16:creationId xmlns:a16="http://schemas.microsoft.com/office/drawing/2014/main" xmlns="" id="{FB0B64A9-1B39-4C3C-A7E3-E945EF01B612}"/>
              </a:ext>
            </a:extLst>
          </p:cNvPr>
          <p:cNvSpPr/>
          <p:nvPr/>
        </p:nvSpPr>
        <p:spPr>
          <a:xfrm rot="5400000">
            <a:off x="2091091" y="673951"/>
            <a:ext cx="1989569" cy="1984557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6" name="자유형: 도형 35">
            <a:extLst>
              <a:ext uri="{FF2B5EF4-FFF2-40B4-BE49-F238E27FC236}">
                <a16:creationId xmlns:a16="http://schemas.microsoft.com/office/drawing/2014/main" xmlns="" id="{FD179A36-F22B-4F2F-9CD2-591379F60FE1}"/>
              </a:ext>
            </a:extLst>
          </p:cNvPr>
          <p:cNvSpPr/>
          <p:nvPr/>
        </p:nvSpPr>
        <p:spPr>
          <a:xfrm rot="5400000">
            <a:off x="4126129" y="572945"/>
            <a:ext cx="1112517" cy="1112730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xmlns="" id="{A9EEDBEE-F772-4E01-97C3-10F5E5A9717F}"/>
              </a:ext>
            </a:extLst>
          </p:cNvPr>
          <p:cNvSpPr/>
          <p:nvPr/>
        </p:nvSpPr>
        <p:spPr>
          <a:xfrm rot="5400000">
            <a:off x="3126632" y="-955303"/>
            <a:ext cx="1664747" cy="1663215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8" name="Freeform: Shape 3">
            <a:extLst>
              <a:ext uri="{FF2B5EF4-FFF2-40B4-BE49-F238E27FC236}">
                <a16:creationId xmlns:a16="http://schemas.microsoft.com/office/drawing/2014/main" xmlns="" id="{3DE1D154-D63C-41CA-BC7A-12180E2F90F4}"/>
              </a:ext>
            </a:extLst>
          </p:cNvPr>
          <p:cNvSpPr/>
          <p:nvPr/>
        </p:nvSpPr>
        <p:spPr>
          <a:xfrm rot="5400000">
            <a:off x="5404432" y="934469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자유형: 도형 38">
            <a:extLst>
              <a:ext uri="{FF2B5EF4-FFF2-40B4-BE49-F238E27FC236}">
                <a16:creationId xmlns:a16="http://schemas.microsoft.com/office/drawing/2014/main" xmlns="" id="{C97398A6-C816-47A0-BA6B-3C6024E59D32}"/>
              </a:ext>
            </a:extLst>
          </p:cNvPr>
          <p:cNvSpPr/>
          <p:nvPr/>
        </p:nvSpPr>
        <p:spPr>
          <a:xfrm rot="5400000">
            <a:off x="5862120" y="1420036"/>
            <a:ext cx="683130" cy="68115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0" name="Freeform: Shape 9">
            <a:extLst>
              <a:ext uri="{FF2B5EF4-FFF2-40B4-BE49-F238E27FC236}">
                <a16:creationId xmlns:a16="http://schemas.microsoft.com/office/drawing/2014/main" xmlns="" id="{E0B0CF76-CB5F-4A94-A5DB-07A469130FE9}"/>
              </a:ext>
            </a:extLst>
          </p:cNvPr>
          <p:cNvSpPr/>
          <p:nvPr/>
        </p:nvSpPr>
        <p:spPr>
          <a:xfrm rot="5400000">
            <a:off x="6217184" y="605035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xmlns="" id="{07FCEC3A-16F0-4D88-B7CF-B1E98D103D2F}"/>
              </a:ext>
            </a:extLst>
          </p:cNvPr>
          <p:cNvSpPr/>
          <p:nvPr/>
        </p:nvSpPr>
        <p:spPr>
          <a:xfrm rot="5400000">
            <a:off x="5870452" y="5381874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2" name="자유형: 도형 41">
            <a:extLst>
              <a:ext uri="{FF2B5EF4-FFF2-40B4-BE49-F238E27FC236}">
                <a16:creationId xmlns:a16="http://schemas.microsoft.com/office/drawing/2014/main" xmlns="" id="{E51A9D6A-4D0A-408D-A8D5-4E4AE0312674}"/>
              </a:ext>
            </a:extLst>
          </p:cNvPr>
          <p:cNvSpPr/>
          <p:nvPr/>
        </p:nvSpPr>
        <p:spPr>
          <a:xfrm rot="5400000">
            <a:off x="5687520" y="6473565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3" name="자유형: 도형 42">
            <a:extLst>
              <a:ext uri="{FF2B5EF4-FFF2-40B4-BE49-F238E27FC236}">
                <a16:creationId xmlns:a16="http://schemas.microsoft.com/office/drawing/2014/main" xmlns="" id="{A3BAB17C-3C84-4DDB-AD4C-A9E35E244802}"/>
              </a:ext>
            </a:extLst>
          </p:cNvPr>
          <p:cNvSpPr/>
          <p:nvPr/>
        </p:nvSpPr>
        <p:spPr>
          <a:xfrm rot="5400000">
            <a:off x="886137" y="4343869"/>
            <a:ext cx="1184198" cy="1184671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4" name="자유형: 도형 43">
            <a:extLst>
              <a:ext uri="{FF2B5EF4-FFF2-40B4-BE49-F238E27FC236}">
                <a16:creationId xmlns:a16="http://schemas.microsoft.com/office/drawing/2014/main" xmlns="" id="{C79562F9-4B2F-4103-8177-D9C4681EE9DB}"/>
              </a:ext>
            </a:extLst>
          </p:cNvPr>
          <p:cNvSpPr/>
          <p:nvPr/>
        </p:nvSpPr>
        <p:spPr>
          <a:xfrm rot="5400000">
            <a:off x="5032004" y="4612388"/>
            <a:ext cx="967620" cy="96481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5" name="자유형: 도형 44">
            <a:extLst>
              <a:ext uri="{FF2B5EF4-FFF2-40B4-BE49-F238E27FC236}">
                <a16:creationId xmlns:a16="http://schemas.microsoft.com/office/drawing/2014/main" xmlns="" id="{4FF6FEF0-748C-48C4-9C66-6BAE541E0354}"/>
              </a:ext>
            </a:extLst>
          </p:cNvPr>
          <p:cNvSpPr/>
          <p:nvPr/>
        </p:nvSpPr>
        <p:spPr>
          <a:xfrm rot="5400000">
            <a:off x="4791706" y="5754389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46" name="자유형: 도형 45">
            <a:extLst>
              <a:ext uri="{FF2B5EF4-FFF2-40B4-BE49-F238E27FC236}">
                <a16:creationId xmlns:a16="http://schemas.microsoft.com/office/drawing/2014/main" xmlns="" id="{BE98A63D-5D39-47E5-90FE-FDA0B1444ECA}"/>
              </a:ext>
            </a:extLst>
          </p:cNvPr>
          <p:cNvSpPr/>
          <p:nvPr/>
        </p:nvSpPr>
        <p:spPr>
          <a:xfrm rot="5400000">
            <a:off x="7739334" y="5414600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7" name="그래픽 5">
            <a:extLst>
              <a:ext uri="{FF2B5EF4-FFF2-40B4-BE49-F238E27FC236}">
                <a16:creationId xmlns:a16="http://schemas.microsoft.com/office/drawing/2014/main" xmlns="" id="{ADBC86F9-FC7B-44CF-9ABE-DEC229BE8320}"/>
              </a:ext>
            </a:extLst>
          </p:cNvPr>
          <p:cNvSpPr/>
          <p:nvPr/>
        </p:nvSpPr>
        <p:spPr>
          <a:xfrm rot="5400000">
            <a:off x="10273922" y="5694344"/>
            <a:ext cx="1110980" cy="1107614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xmlns="" id="{0D606931-842B-46FA-AEB2-8D797A2B6319}"/>
              </a:ext>
            </a:extLst>
          </p:cNvPr>
          <p:cNvSpPr/>
          <p:nvPr/>
        </p:nvSpPr>
        <p:spPr>
          <a:xfrm rot="5400000">
            <a:off x="3348109" y="5765602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9" name="Freeform: Shape 3">
            <a:extLst>
              <a:ext uri="{FF2B5EF4-FFF2-40B4-BE49-F238E27FC236}">
                <a16:creationId xmlns:a16="http://schemas.microsoft.com/office/drawing/2014/main" xmlns="" id="{7739DDB6-99C9-4765-92A4-6BD8F6171248}"/>
              </a:ext>
            </a:extLst>
          </p:cNvPr>
          <p:cNvSpPr/>
          <p:nvPr/>
        </p:nvSpPr>
        <p:spPr>
          <a:xfrm rot="5400000">
            <a:off x="2758821" y="5610831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9">
            <a:extLst>
              <a:ext uri="{FF2B5EF4-FFF2-40B4-BE49-F238E27FC236}">
                <a16:creationId xmlns:a16="http://schemas.microsoft.com/office/drawing/2014/main" xmlns="" id="{AAD26374-1BD0-4934-AF88-2FAAFDA82141}"/>
              </a:ext>
            </a:extLst>
          </p:cNvPr>
          <p:cNvSpPr/>
          <p:nvPr/>
        </p:nvSpPr>
        <p:spPr>
          <a:xfrm rot="5400000">
            <a:off x="2490477" y="6264378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13">
            <a:extLst>
              <a:ext uri="{FF2B5EF4-FFF2-40B4-BE49-F238E27FC236}">
                <a16:creationId xmlns:a16="http://schemas.microsoft.com/office/drawing/2014/main" xmlns="" id="{A2609E79-5EB2-4628-92B1-1E2142254BE3}"/>
              </a:ext>
            </a:extLst>
          </p:cNvPr>
          <p:cNvSpPr/>
          <p:nvPr/>
        </p:nvSpPr>
        <p:spPr>
          <a:xfrm rot="5400000">
            <a:off x="10651912" y="5031992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3">
            <a:extLst>
              <a:ext uri="{FF2B5EF4-FFF2-40B4-BE49-F238E27FC236}">
                <a16:creationId xmlns:a16="http://schemas.microsoft.com/office/drawing/2014/main" xmlns="" id="{26CE104C-E4AB-400A-80E2-2A249154480A}"/>
              </a:ext>
            </a:extLst>
          </p:cNvPr>
          <p:cNvSpPr/>
          <p:nvPr/>
        </p:nvSpPr>
        <p:spPr>
          <a:xfrm rot="5400000">
            <a:off x="7068744" y="5209645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79075255-9FEE-4003-A350-AF07D4A94C92}"/>
              </a:ext>
            </a:extLst>
          </p:cNvPr>
          <p:cNvSpPr/>
          <p:nvPr/>
        </p:nvSpPr>
        <p:spPr>
          <a:xfrm rot="5400000">
            <a:off x="6920241" y="6071464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13">
            <a:extLst>
              <a:ext uri="{FF2B5EF4-FFF2-40B4-BE49-F238E27FC236}">
                <a16:creationId xmlns:a16="http://schemas.microsoft.com/office/drawing/2014/main" xmlns="" id="{F2900055-1B41-420F-BAA2-6179517975B5}"/>
              </a:ext>
            </a:extLst>
          </p:cNvPr>
          <p:cNvSpPr/>
          <p:nvPr/>
        </p:nvSpPr>
        <p:spPr>
          <a:xfrm rot="5400000">
            <a:off x="4229310" y="5203655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5" name="자유형: 도형 54">
            <a:extLst>
              <a:ext uri="{FF2B5EF4-FFF2-40B4-BE49-F238E27FC236}">
                <a16:creationId xmlns:a16="http://schemas.microsoft.com/office/drawing/2014/main" xmlns="" id="{6CFB0286-641C-4726-B6CA-D747901D6375}"/>
              </a:ext>
            </a:extLst>
          </p:cNvPr>
          <p:cNvSpPr/>
          <p:nvPr/>
        </p:nvSpPr>
        <p:spPr>
          <a:xfrm rot="5400000">
            <a:off x="9224525" y="4909755"/>
            <a:ext cx="1205261" cy="1205742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6" name="자유형: 도형 55">
            <a:extLst>
              <a:ext uri="{FF2B5EF4-FFF2-40B4-BE49-F238E27FC236}">
                <a16:creationId xmlns:a16="http://schemas.microsoft.com/office/drawing/2014/main" xmlns="" id="{7A056B34-ACCA-49B1-AF68-FB9F486B3331}"/>
              </a:ext>
            </a:extLst>
          </p:cNvPr>
          <p:cNvSpPr/>
          <p:nvPr/>
        </p:nvSpPr>
        <p:spPr>
          <a:xfrm rot="5400000">
            <a:off x="1143639" y="6559160"/>
            <a:ext cx="613788" cy="615167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7" name="자유형: 도형 56">
            <a:extLst>
              <a:ext uri="{FF2B5EF4-FFF2-40B4-BE49-F238E27FC236}">
                <a16:creationId xmlns:a16="http://schemas.microsoft.com/office/drawing/2014/main" xmlns="" id="{798447B8-F40C-40E3-963B-831F554A9BD2}"/>
              </a:ext>
            </a:extLst>
          </p:cNvPr>
          <p:cNvSpPr/>
          <p:nvPr/>
        </p:nvSpPr>
        <p:spPr>
          <a:xfrm rot="5400000">
            <a:off x="1480709" y="5586156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FE07884E-5944-4D8D-8AC9-EAD3065BBC11}"/>
              </a:ext>
            </a:extLst>
          </p:cNvPr>
          <p:cNvSpPr/>
          <p:nvPr/>
        </p:nvSpPr>
        <p:spPr>
          <a:xfrm rot="5400000">
            <a:off x="2009459" y="6703573"/>
            <a:ext cx="420550" cy="420630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B569599-153E-40C3-A03E-8BF19CDB5095}"/>
              </a:ext>
            </a:extLst>
          </p:cNvPr>
          <p:cNvSpPr/>
          <p:nvPr/>
        </p:nvSpPr>
        <p:spPr>
          <a:xfrm rot="5400000">
            <a:off x="77180" y="5569947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0336D56C-5A5B-4105-8FE9-217064645727}"/>
              </a:ext>
            </a:extLst>
          </p:cNvPr>
          <p:cNvSpPr/>
          <p:nvPr/>
        </p:nvSpPr>
        <p:spPr>
          <a:xfrm rot="5400000">
            <a:off x="9224570" y="6243949"/>
            <a:ext cx="735932" cy="736505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1" name="Freeform: Shape 453">
            <a:extLst>
              <a:ext uri="{FF2B5EF4-FFF2-40B4-BE49-F238E27FC236}">
                <a16:creationId xmlns:a16="http://schemas.microsoft.com/office/drawing/2014/main" xmlns="" id="{C09DC235-CED7-4D5B-BF8D-55F8E5738F61}"/>
              </a:ext>
            </a:extLst>
          </p:cNvPr>
          <p:cNvSpPr/>
          <p:nvPr/>
        </p:nvSpPr>
        <p:spPr>
          <a:xfrm rot="5400000">
            <a:off x="7133007" y="-266677"/>
            <a:ext cx="1461377" cy="1460203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3">
            <a:extLst>
              <a:ext uri="{FF2B5EF4-FFF2-40B4-BE49-F238E27FC236}">
                <a16:creationId xmlns:a16="http://schemas.microsoft.com/office/drawing/2014/main" xmlns="" id="{706C0BF2-CD92-469F-80CB-2E7818882A15}"/>
              </a:ext>
            </a:extLst>
          </p:cNvPr>
          <p:cNvSpPr/>
          <p:nvPr/>
        </p:nvSpPr>
        <p:spPr>
          <a:xfrm rot="5400000">
            <a:off x="11607704" y="1766592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393434F1-98A3-4BE8-9E5E-7F41787BB2F1}"/>
              </a:ext>
            </a:extLst>
          </p:cNvPr>
          <p:cNvSpPr/>
          <p:nvPr/>
        </p:nvSpPr>
        <p:spPr>
          <a:xfrm rot="5400000">
            <a:off x="11408589" y="6228260"/>
            <a:ext cx="655101" cy="65674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4" name="Freeform: Shape 9">
            <a:extLst>
              <a:ext uri="{FF2B5EF4-FFF2-40B4-BE49-F238E27FC236}">
                <a16:creationId xmlns:a16="http://schemas.microsoft.com/office/drawing/2014/main" xmlns="" id="{6D211F61-1000-40A0-B9A9-9B20805AAFFB}"/>
              </a:ext>
            </a:extLst>
          </p:cNvPr>
          <p:cNvSpPr/>
          <p:nvPr/>
        </p:nvSpPr>
        <p:spPr>
          <a:xfrm rot="5400000">
            <a:off x="8638447" y="39852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1A2FD2B1-E08E-4882-B929-F5321BD7B8AE}"/>
              </a:ext>
            </a:extLst>
          </p:cNvPr>
          <p:cNvSpPr/>
          <p:nvPr/>
        </p:nvSpPr>
        <p:spPr>
          <a:xfrm rot="5400000">
            <a:off x="8430995" y="846370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66" name="Freeform: Shape 13">
            <a:extLst>
              <a:ext uri="{FF2B5EF4-FFF2-40B4-BE49-F238E27FC236}">
                <a16:creationId xmlns:a16="http://schemas.microsoft.com/office/drawing/2014/main" xmlns="" id="{13522C5E-ED19-433B-9289-89A0969DE66E}"/>
              </a:ext>
            </a:extLst>
          </p:cNvPr>
          <p:cNvSpPr/>
          <p:nvPr/>
        </p:nvSpPr>
        <p:spPr>
          <a:xfrm rot="5400000">
            <a:off x="7837724" y="1403913"/>
            <a:ext cx="461475" cy="458911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67" name="Freeform: Shape 5">
            <a:extLst>
              <a:ext uri="{FF2B5EF4-FFF2-40B4-BE49-F238E27FC236}">
                <a16:creationId xmlns:a16="http://schemas.microsoft.com/office/drawing/2014/main" xmlns="" id="{545C9BF3-4316-4E52-A1C2-67CF6E4BD5EF}"/>
              </a:ext>
            </a:extLst>
          </p:cNvPr>
          <p:cNvSpPr/>
          <p:nvPr/>
        </p:nvSpPr>
        <p:spPr>
          <a:xfrm rot="5400000">
            <a:off x="6834239" y="1164822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B1F41EAE-10DF-4443-9223-027354715EE3}"/>
              </a:ext>
            </a:extLst>
          </p:cNvPr>
          <p:cNvSpPr/>
          <p:nvPr/>
        </p:nvSpPr>
        <p:spPr>
          <a:xfrm rot="5400000">
            <a:off x="11080879" y="-431902"/>
            <a:ext cx="1464640" cy="1460202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848A0622-9A5D-42FB-AD45-DDB45099C554}"/>
              </a:ext>
            </a:extLst>
          </p:cNvPr>
          <p:cNvSpPr/>
          <p:nvPr/>
        </p:nvSpPr>
        <p:spPr>
          <a:xfrm rot="5400000">
            <a:off x="10660692" y="1272275"/>
            <a:ext cx="722458" cy="722596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70" name="자유형: 도형 69">
            <a:extLst>
              <a:ext uri="{FF2B5EF4-FFF2-40B4-BE49-F238E27FC236}">
                <a16:creationId xmlns:a16="http://schemas.microsoft.com/office/drawing/2014/main" xmlns="" id="{6ED18219-01CA-43E1-AEF2-1BCCD4A59E4E}"/>
              </a:ext>
            </a:extLst>
          </p:cNvPr>
          <p:cNvSpPr/>
          <p:nvPr/>
        </p:nvSpPr>
        <p:spPr>
          <a:xfrm rot="5400000">
            <a:off x="9390572" y="-213297"/>
            <a:ext cx="1664747" cy="1663215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1" name="Freeform: Shape 3">
            <a:extLst>
              <a:ext uri="{FF2B5EF4-FFF2-40B4-BE49-F238E27FC236}">
                <a16:creationId xmlns:a16="http://schemas.microsoft.com/office/drawing/2014/main" xmlns="" id="{F8149D01-3567-4C0B-94F5-E4B5B824E145}"/>
              </a:ext>
            </a:extLst>
          </p:cNvPr>
          <p:cNvSpPr/>
          <p:nvPr/>
        </p:nvSpPr>
        <p:spPr>
          <a:xfrm rot="5400000">
            <a:off x="79872" y="4978892"/>
            <a:ext cx="509752" cy="511491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자유형: 도형 71">
            <a:extLst>
              <a:ext uri="{FF2B5EF4-FFF2-40B4-BE49-F238E27FC236}">
                <a16:creationId xmlns:a16="http://schemas.microsoft.com/office/drawing/2014/main" xmlns="" id="{E6B12193-3EF1-473C-9283-91B0D7FB5A3B}"/>
              </a:ext>
            </a:extLst>
          </p:cNvPr>
          <p:cNvSpPr/>
          <p:nvPr/>
        </p:nvSpPr>
        <p:spPr>
          <a:xfrm rot="5400000">
            <a:off x="11515813" y="1098908"/>
            <a:ext cx="556584" cy="55497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73" name="Freeform: Shape 9">
            <a:extLst>
              <a:ext uri="{FF2B5EF4-FFF2-40B4-BE49-F238E27FC236}">
                <a16:creationId xmlns:a16="http://schemas.microsoft.com/office/drawing/2014/main" xmlns="" id="{F2B27A88-9490-4801-A3E5-90E69F9CCA8A}"/>
              </a:ext>
            </a:extLst>
          </p:cNvPr>
          <p:cNvSpPr/>
          <p:nvPr/>
        </p:nvSpPr>
        <p:spPr>
          <a:xfrm rot="5400000">
            <a:off x="9531205" y="1376285"/>
            <a:ext cx="342123" cy="34120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453">
            <a:extLst>
              <a:ext uri="{FF2B5EF4-FFF2-40B4-BE49-F238E27FC236}">
                <a16:creationId xmlns:a16="http://schemas.microsoft.com/office/drawing/2014/main" xmlns="" id="{096A1BD7-6325-48B3-8D3E-FFEFA935DB34}"/>
              </a:ext>
            </a:extLst>
          </p:cNvPr>
          <p:cNvSpPr/>
          <p:nvPr/>
        </p:nvSpPr>
        <p:spPr>
          <a:xfrm rot="5400000">
            <a:off x="11444073" y="4831383"/>
            <a:ext cx="1461377" cy="1460203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8" name="Freeform: Shape 24">
            <a:extLst>
              <a:ext uri="{FF2B5EF4-FFF2-40B4-BE49-F238E27FC236}">
                <a16:creationId xmlns:a16="http://schemas.microsoft.com/office/drawing/2014/main" xmlns="" id="{0E5CBBEC-B570-476B-A2E4-C6220DA2B685}"/>
              </a:ext>
            </a:extLst>
          </p:cNvPr>
          <p:cNvSpPr/>
          <p:nvPr/>
        </p:nvSpPr>
        <p:spPr>
          <a:xfrm>
            <a:off x="7354388" y="4581246"/>
            <a:ext cx="1887057" cy="384944"/>
          </a:xfrm>
          <a:custGeom>
            <a:avLst/>
            <a:gdLst>
              <a:gd name="connsiteX0" fmla="*/ 10575608 w 12134850"/>
              <a:gd name="connsiteY0" fmla="*/ 3118485 h 3118484"/>
              <a:gd name="connsiteX1" fmla="*/ 1559243 w 12134850"/>
              <a:gd name="connsiteY1" fmla="*/ 3118485 h 3118484"/>
              <a:gd name="connsiteX2" fmla="*/ 0 w 12134850"/>
              <a:gd name="connsiteY2" fmla="*/ 1559243 h 3118484"/>
              <a:gd name="connsiteX3" fmla="*/ 1559243 w 12134850"/>
              <a:gd name="connsiteY3" fmla="*/ 0 h 3118484"/>
              <a:gd name="connsiteX4" fmla="*/ 10575608 w 12134850"/>
              <a:gd name="connsiteY4" fmla="*/ 0 h 3118484"/>
              <a:gd name="connsiteX5" fmla="*/ 12134850 w 12134850"/>
              <a:gd name="connsiteY5" fmla="*/ 1559243 h 3118484"/>
              <a:gd name="connsiteX6" fmla="*/ 10575608 w 12134850"/>
              <a:gd name="connsiteY6" fmla="*/ 3118485 h 3118484"/>
              <a:gd name="connsiteX7" fmla="*/ 1559243 w 12134850"/>
              <a:gd name="connsiteY7" fmla="*/ 135255 h 3118484"/>
              <a:gd name="connsiteX8" fmla="*/ 135255 w 12134850"/>
              <a:gd name="connsiteY8" fmla="*/ 1559243 h 3118484"/>
              <a:gd name="connsiteX9" fmla="*/ 1559243 w 12134850"/>
              <a:gd name="connsiteY9" fmla="*/ 2983230 h 3118484"/>
              <a:gd name="connsiteX10" fmla="*/ 10575608 w 12134850"/>
              <a:gd name="connsiteY10" fmla="*/ 2983230 h 3118484"/>
              <a:gd name="connsiteX11" fmla="*/ 11999595 w 12134850"/>
              <a:gd name="connsiteY11" fmla="*/ 1559243 h 3118484"/>
              <a:gd name="connsiteX12" fmla="*/ 10575608 w 12134850"/>
              <a:gd name="connsiteY12" fmla="*/ 135255 h 3118484"/>
              <a:gd name="connsiteX13" fmla="*/ 1559243 w 12134850"/>
              <a:gd name="connsiteY13" fmla="*/ 135255 h 3118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2134850" h="3118484">
                <a:moveTo>
                  <a:pt x="10575608" y="3118485"/>
                </a:moveTo>
                <a:lnTo>
                  <a:pt x="1559243" y="3118485"/>
                </a:lnTo>
                <a:cubicBezTo>
                  <a:pt x="699135" y="3118485"/>
                  <a:pt x="0" y="2419350"/>
                  <a:pt x="0" y="1559243"/>
                </a:cubicBezTo>
                <a:cubicBezTo>
                  <a:pt x="0" y="699135"/>
                  <a:pt x="699135" y="0"/>
                  <a:pt x="1559243" y="0"/>
                </a:cubicBezTo>
                <a:lnTo>
                  <a:pt x="10575608" y="0"/>
                </a:lnTo>
                <a:cubicBezTo>
                  <a:pt x="11435715" y="0"/>
                  <a:pt x="12134850" y="699135"/>
                  <a:pt x="12134850" y="1559243"/>
                </a:cubicBezTo>
                <a:cubicBezTo>
                  <a:pt x="12134850" y="2419350"/>
                  <a:pt x="11435715" y="3118485"/>
                  <a:pt x="10575608" y="3118485"/>
                </a:cubicBezTo>
                <a:close/>
                <a:moveTo>
                  <a:pt x="1559243" y="135255"/>
                </a:moveTo>
                <a:cubicBezTo>
                  <a:pt x="774383" y="135255"/>
                  <a:pt x="135255" y="774383"/>
                  <a:pt x="135255" y="1559243"/>
                </a:cubicBezTo>
                <a:cubicBezTo>
                  <a:pt x="135255" y="2344103"/>
                  <a:pt x="773430" y="2983230"/>
                  <a:pt x="1559243" y="2983230"/>
                </a:cubicBezTo>
                <a:lnTo>
                  <a:pt x="10575608" y="2983230"/>
                </a:lnTo>
                <a:cubicBezTo>
                  <a:pt x="11360467" y="2983230"/>
                  <a:pt x="11999595" y="2344103"/>
                  <a:pt x="11999595" y="1559243"/>
                </a:cubicBezTo>
                <a:cubicBezTo>
                  <a:pt x="11999595" y="774383"/>
                  <a:pt x="11361420" y="135255"/>
                  <a:pt x="10575608" y="135255"/>
                </a:cubicBezTo>
                <a:lnTo>
                  <a:pt x="1559243" y="135255"/>
                </a:ln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91" name="자유형: 도형 90">
            <a:extLst>
              <a:ext uri="{FF2B5EF4-FFF2-40B4-BE49-F238E27FC236}">
                <a16:creationId xmlns:a16="http://schemas.microsoft.com/office/drawing/2014/main" xmlns="" id="{E4DBEE26-CFBC-4393-91BF-DCFA84E061DD}"/>
              </a:ext>
            </a:extLst>
          </p:cNvPr>
          <p:cNvSpPr/>
          <p:nvPr/>
        </p:nvSpPr>
        <p:spPr>
          <a:xfrm rot="5400000">
            <a:off x="10130228" y="4315190"/>
            <a:ext cx="601512" cy="601627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92" name="Freeform: Shape 453">
            <a:extLst>
              <a:ext uri="{FF2B5EF4-FFF2-40B4-BE49-F238E27FC236}">
                <a16:creationId xmlns:a16="http://schemas.microsoft.com/office/drawing/2014/main" xmlns="" id="{8DE99AB0-E3F1-4CF4-B90C-02AFBBF190D7}"/>
              </a:ext>
            </a:extLst>
          </p:cNvPr>
          <p:cNvSpPr/>
          <p:nvPr/>
        </p:nvSpPr>
        <p:spPr>
          <a:xfrm rot="5400000">
            <a:off x="-266898" y="859414"/>
            <a:ext cx="1256070" cy="1255061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93" name="TextBox 88">
            <a:extLst>
              <a:ext uri="{FF2B5EF4-FFF2-40B4-BE49-F238E27FC236}">
                <a16:creationId xmlns:a16="http://schemas.microsoft.com/office/drawing/2014/main" xmlns="" id="{F4E90B9C-A49F-4F18-B083-A655B617D3CF}"/>
              </a:ext>
            </a:extLst>
          </p:cNvPr>
          <p:cNvSpPr txBox="1"/>
          <p:nvPr/>
        </p:nvSpPr>
        <p:spPr>
          <a:xfrm>
            <a:off x="5247404" y="2284226"/>
            <a:ext cx="6334711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bg-BG" altLang="ko-KR" sz="5400" dirty="0" smtClean="0">
                <a:solidFill>
                  <a:schemeClr val="bg1"/>
                </a:solidFill>
                <a:latin typeface="+mj-lt"/>
              </a:rPr>
              <a:t>Аномалии при проектиране на БД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3" name="Текстово поле 2"/>
          <p:cNvSpPr txBox="1"/>
          <p:nvPr/>
        </p:nvSpPr>
        <p:spPr>
          <a:xfrm>
            <a:off x="7428302" y="4603929"/>
            <a:ext cx="219262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dirty="0" smtClean="0">
                <a:solidFill>
                  <a:schemeClr val="bg1"/>
                </a:solidFill>
              </a:rPr>
              <a:t>Н. Панайотова</a:t>
            </a:r>
            <a:endParaRPr lang="bg-BG" dirty="0">
              <a:solidFill>
                <a:schemeClr val="bg1"/>
              </a:solidFill>
            </a:endParaRPr>
          </a:p>
        </p:txBody>
      </p:sp>
      <p:pic>
        <p:nvPicPr>
          <p:cNvPr id="94" name="Картина 9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2142665" y="2866255"/>
            <a:ext cx="2477627" cy="22742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2006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4">
            <a:extLst>
              <a:ext uri="{FF2B5EF4-FFF2-40B4-BE49-F238E27FC236}">
                <a16:creationId xmlns:a16="http://schemas.microsoft.com/office/drawing/2014/main" xmlns="" id="{F1F921C4-069F-4DCF-9676-732A733FD8B5}"/>
              </a:ext>
            </a:extLst>
          </p:cNvPr>
          <p:cNvGrpSpPr/>
          <p:nvPr/>
        </p:nvGrpSpPr>
        <p:grpSpPr>
          <a:xfrm>
            <a:off x="311913" y="1953056"/>
            <a:ext cx="3068653" cy="4761564"/>
            <a:chOff x="3027347" y="1196652"/>
            <a:chExt cx="3068653" cy="4761564"/>
          </a:xfrm>
        </p:grpSpPr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xmlns="" id="{C90A3EA6-6720-4CC1-BD0A-9BBAC45B4FAB}"/>
                </a:ext>
              </a:extLst>
            </p:cNvPr>
            <p:cNvSpPr/>
            <p:nvPr/>
          </p:nvSpPr>
          <p:spPr>
            <a:xfrm flipH="1">
              <a:off x="4803286" y="1196652"/>
              <a:ext cx="1292714" cy="1291524"/>
            </a:xfrm>
            <a:custGeom>
              <a:avLst/>
              <a:gdLst>
                <a:gd name="connsiteX0" fmla="*/ 826188 w 1857200"/>
                <a:gd name="connsiteY0" fmla="*/ 1242524 h 1855491"/>
                <a:gd name="connsiteX1" fmla="*/ 714639 w 1857200"/>
                <a:gd name="connsiteY1" fmla="*/ 1349619 h 1855491"/>
                <a:gd name="connsiteX2" fmla="*/ 822797 w 1857200"/>
                <a:gd name="connsiteY2" fmla="*/ 1461776 h 1855491"/>
                <a:gd name="connsiteX3" fmla="*/ 936118 w 1857200"/>
                <a:gd name="connsiteY3" fmla="*/ 1355996 h 1855491"/>
                <a:gd name="connsiteX4" fmla="*/ 826188 w 1857200"/>
                <a:gd name="connsiteY4" fmla="*/ 1242524 h 1855491"/>
                <a:gd name="connsiteX5" fmla="*/ 1162658 w 1857200"/>
                <a:gd name="connsiteY5" fmla="*/ 1188369 h 1855491"/>
                <a:gd name="connsiteX6" fmla="*/ 1051665 w 1857200"/>
                <a:gd name="connsiteY6" fmla="*/ 1304068 h 1855491"/>
                <a:gd name="connsiteX7" fmla="*/ 1162354 w 1857200"/>
                <a:gd name="connsiteY7" fmla="*/ 1405394 h 1855491"/>
                <a:gd name="connsiteX8" fmla="*/ 1268893 w 1857200"/>
                <a:gd name="connsiteY8" fmla="*/ 1297134 h 1855491"/>
                <a:gd name="connsiteX9" fmla="*/ 1162658 w 1857200"/>
                <a:gd name="connsiteY9" fmla="*/ 1188369 h 1855491"/>
                <a:gd name="connsiteX10" fmla="*/ 545543 w 1857200"/>
                <a:gd name="connsiteY10" fmla="*/ 1041492 h 1855491"/>
                <a:gd name="connsiteX11" fmla="*/ 439865 w 1857200"/>
                <a:gd name="connsiteY11" fmla="*/ 1155015 h 1855491"/>
                <a:gd name="connsiteX12" fmla="*/ 554502 w 1857200"/>
                <a:gd name="connsiteY12" fmla="*/ 1262010 h 1855491"/>
                <a:gd name="connsiteX13" fmla="*/ 659471 w 1857200"/>
                <a:gd name="connsiteY13" fmla="*/ 1149600 h 1855491"/>
                <a:gd name="connsiteX14" fmla="*/ 545543 w 1857200"/>
                <a:gd name="connsiteY14" fmla="*/ 1041492 h 1855491"/>
                <a:gd name="connsiteX15" fmla="*/ 1358881 w 1857200"/>
                <a:gd name="connsiteY15" fmla="*/ 906661 h 1855491"/>
                <a:gd name="connsiteX16" fmla="*/ 1249660 w 1857200"/>
                <a:gd name="connsiteY16" fmla="*/ 1018211 h 1855491"/>
                <a:gd name="connsiteX17" fmla="*/ 1357059 w 1857200"/>
                <a:gd name="connsiteY17" fmla="*/ 1130469 h 1855491"/>
                <a:gd name="connsiteX18" fmla="*/ 1468761 w 1857200"/>
                <a:gd name="connsiteY18" fmla="*/ 1019071 h 1855491"/>
                <a:gd name="connsiteX19" fmla="*/ 1358881 w 1857200"/>
                <a:gd name="connsiteY19" fmla="*/ 906661 h 1855491"/>
                <a:gd name="connsiteX20" fmla="*/ 492907 w 1857200"/>
                <a:gd name="connsiteY20" fmla="*/ 705832 h 1855491"/>
                <a:gd name="connsiteX21" fmla="*/ 381914 w 1857200"/>
                <a:gd name="connsiteY21" fmla="*/ 816470 h 1855491"/>
                <a:gd name="connsiteX22" fmla="*/ 489769 w 1857200"/>
                <a:gd name="connsiteY22" fmla="*/ 924983 h 1855491"/>
                <a:gd name="connsiteX23" fmla="*/ 602938 w 1857200"/>
                <a:gd name="connsiteY23" fmla="*/ 818748 h 1855491"/>
                <a:gd name="connsiteX24" fmla="*/ 492907 w 1857200"/>
                <a:gd name="connsiteY24" fmla="*/ 705832 h 1855491"/>
                <a:gd name="connsiteX25" fmla="*/ 927817 w 1857200"/>
                <a:gd name="connsiteY25" fmla="*/ 661344 h 1855491"/>
                <a:gd name="connsiteX26" fmla="*/ 668531 w 1857200"/>
                <a:gd name="connsiteY26" fmla="*/ 917796 h 1855491"/>
                <a:gd name="connsiteX27" fmla="*/ 924376 w 1857200"/>
                <a:gd name="connsiteY27" fmla="*/ 1176424 h 1855491"/>
                <a:gd name="connsiteX28" fmla="*/ 1185029 w 1857200"/>
                <a:gd name="connsiteY28" fmla="*/ 915822 h 1855491"/>
                <a:gd name="connsiteX29" fmla="*/ 927817 w 1857200"/>
                <a:gd name="connsiteY29" fmla="*/ 661344 h 1855491"/>
                <a:gd name="connsiteX30" fmla="*/ 1302702 w 1857200"/>
                <a:gd name="connsiteY30" fmla="*/ 574089 h 1855491"/>
                <a:gd name="connsiteX31" fmla="*/ 1195303 w 1857200"/>
                <a:gd name="connsiteY31" fmla="*/ 682399 h 1855491"/>
                <a:gd name="connsiteX32" fmla="*/ 1309231 w 1857200"/>
                <a:gd name="connsiteY32" fmla="*/ 796074 h 1855491"/>
                <a:gd name="connsiteX33" fmla="*/ 1414049 w 1857200"/>
                <a:gd name="connsiteY33" fmla="*/ 687156 h 1855491"/>
                <a:gd name="connsiteX34" fmla="*/ 1302702 w 1857200"/>
                <a:gd name="connsiteY34" fmla="*/ 574089 h 1855491"/>
                <a:gd name="connsiteX35" fmla="*/ 695356 w 1857200"/>
                <a:gd name="connsiteY35" fmla="*/ 428427 h 1855491"/>
                <a:gd name="connsiteX36" fmla="*/ 584160 w 1857200"/>
                <a:gd name="connsiteY36" fmla="*/ 542051 h 1855491"/>
                <a:gd name="connsiteX37" fmla="*/ 695254 w 1857200"/>
                <a:gd name="connsiteY37" fmla="*/ 649197 h 1855491"/>
                <a:gd name="connsiteX38" fmla="*/ 803412 w 1857200"/>
                <a:gd name="connsiteY38" fmla="*/ 535876 h 1855491"/>
                <a:gd name="connsiteX39" fmla="*/ 695356 w 1857200"/>
                <a:gd name="connsiteY39" fmla="*/ 428427 h 1855491"/>
                <a:gd name="connsiteX40" fmla="*/ 1029497 w 1857200"/>
                <a:gd name="connsiteY40" fmla="*/ 372095 h 1855491"/>
                <a:gd name="connsiteX41" fmla="*/ 920631 w 1857200"/>
                <a:gd name="connsiteY41" fmla="*/ 478533 h 1855491"/>
                <a:gd name="connsiteX42" fmla="*/ 1029042 w 1857200"/>
                <a:gd name="connsiteY42" fmla="*/ 593878 h 1855491"/>
                <a:gd name="connsiteX43" fmla="*/ 1141148 w 1857200"/>
                <a:gd name="connsiteY43" fmla="*/ 484201 h 1855491"/>
                <a:gd name="connsiteX44" fmla="*/ 1029497 w 1857200"/>
                <a:gd name="connsiteY44" fmla="*/ 372095 h 1855491"/>
                <a:gd name="connsiteX45" fmla="*/ 942191 w 1857200"/>
                <a:gd name="connsiteY45" fmla="*/ 289193 h 1855491"/>
                <a:gd name="connsiteX46" fmla="*/ 1554143 w 1857200"/>
                <a:gd name="connsiteY46" fmla="*/ 912633 h 1855491"/>
                <a:gd name="connsiteX47" fmla="*/ 928880 w 1857200"/>
                <a:gd name="connsiteY47" fmla="*/ 1539617 h 1855491"/>
                <a:gd name="connsiteX48" fmla="*/ 300378 w 1857200"/>
                <a:gd name="connsiteY48" fmla="*/ 910154 h 1855491"/>
                <a:gd name="connsiteX49" fmla="*/ 942191 w 1857200"/>
                <a:gd name="connsiteY49" fmla="*/ 289193 h 1855491"/>
                <a:gd name="connsiteX50" fmla="*/ 923111 w 1857200"/>
                <a:gd name="connsiteY50" fmla="*/ 257358 h 1855491"/>
                <a:gd name="connsiteX51" fmla="*/ 265709 w 1857200"/>
                <a:gd name="connsiteY51" fmla="*/ 920428 h 1855491"/>
                <a:gd name="connsiteX52" fmla="*/ 928779 w 1857200"/>
                <a:gd name="connsiteY52" fmla="*/ 1577678 h 1855491"/>
                <a:gd name="connsiteX53" fmla="*/ 1586232 w 1857200"/>
                <a:gd name="connsiteY53" fmla="*/ 912381 h 1855491"/>
                <a:gd name="connsiteX54" fmla="*/ 923111 w 1857200"/>
                <a:gd name="connsiteY54" fmla="*/ 257358 h 1855491"/>
                <a:gd name="connsiteX55" fmla="*/ 974128 w 1857200"/>
                <a:gd name="connsiteY55" fmla="*/ 96 h 1855491"/>
                <a:gd name="connsiteX56" fmla="*/ 1064673 w 1857200"/>
                <a:gd name="connsiteY56" fmla="*/ 8447 h 1855491"/>
                <a:gd name="connsiteX57" fmla="*/ 1091143 w 1857200"/>
                <a:gd name="connsiteY57" fmla="*/ 33702 h 1855491"/>
                <a:gd name="connsiteX58" fmla="*/ 1105517 w 1857200"/>
                <a:gd name="connsiteY58" fmla="*/ 143126 h 1855491"/>
                <a:gd name="connsiteX59" fmla="*/ 1146867 w 1857200"/>
                <a:gd name="connsiteY59" fmla="*/ 194345 h 1855491"/>
                <a:gd name="connsiteX60" fmla="*/ 1258417 w 1857200"/>
                <a:gd name="connsiteY60" fmla="*/ 226484 h 1855491"/>
                <a:gd name="connsiteX61" fmla="*/ 1288177 w 1857200"/>
                <a:gd name="connsiteY61" fmla="*/ 218386 h 1855491"/>
                <a:gd name="connsiteX62" fmla="*/ 1382922 w 1857200"/>
                <a:gd name="connsiteY62" fmla="*/ 127639 h 1855491"/>
                <a:gd name="connsiteX63" fmla="*/ 1418402 w 1857200"/>
                <a:gd name="connsiteY63" fmla="*/ 126626 h 1855491"/>
                <a:gd name="connsiteX64" fmla="*/ 1488904 w 1857200"/>
                <a:gd name="connsiteY64" fmla="*/ 175619 h 1855491"/>
                <a:gd name="connsiteX65" fmla="*/ 1507429 w 1857200"/>
                <a:gd name="connsiteY65" fmla="*/ 231292 h 1855491"/>
                <a:gd name="connsiteX66" fmla="*/ 1459600 w 1857200"/>
                <a:gd name="connsiteY66" fmla="*/ 327759 h 1855491"/>
                <a:gd name="connsiteX67" fmla="*/ 1461118 w 1857200"/>
                <a:gd name="connsiteY67" fmla="*/ 372146 h 1855491"/>
                <a:gd name="connsiteX68" fmla="*/ 1557282 w 1857200"/>
                <a:gd name="connsiteY68" fmla="*/ 486276 h 1855491"/>
                <a:gd name="connsiteX69" fmla="*/ 1584106 w 1857200"/>
                <a:gd name="connsiteY69" fmla="*/ 494375 h 1855491"/>
                <a:gd name="connsiteX70" fmla="*/ 1711446 w 1857200"/>
                <a:gd name="connsiteY70" fmla="*/ 461983 h 1855491"/>
                <a:gd name="connsiteX71" fmla="*/ 1752898 w 1857200"/>
                <a:gd name="connsiteY71" fmla="*/ 479899 h 1855491"/>
                <a:gd name="connsiteX72" fmla="*/ 1791059 w 1857200"/>
                <a:gd name="connsiteY72" fmla="*/ 567914 h 1855491"/>
                <a:gd name="connsiteX73" fmla="*/ 1784884 w 1857200"/>
                <a:gd name="connsiteY73" fmla="*/ 596054 h 1855491"/>
                <a:gd name="connsiteX74" fmla="*/ 1671817 w 1857200"/>
                <a:gd name="connsiteY74" fmla="*/ 672529 h 1855491"/>
                <a:gd name="connsiteX75" fmla="*/ 1660227 w 1857200"/>
                <a:gd name="connsiteY75" fmla="*/ 693027 h 1855491"/>
                <a:gd name="connsiteX76" fmla="*/ 1692112 w 1857200"/>
                <a:gd name="connsiteY76" fmla="*/ 864400 h 1855491"/>
                <a:gd name="connsiteX77" fmla="*/ 1711750 w 1857200"/>
                <a:gd name="connsiteY77" fmla="*/ 878673 h 1855491"/>
                <a:gd name="connsiteX78" fmla="*/ 1820870 w 1857200"/>
                <a:gd name="connsiteY78" fmla="*/ 909091 h 1855491"/>
                <a:gd name="connsiteX79" fmla="*/ 1856501 w 1857200"/>
                <a:gd name="connsiteY79" fmla="*/ 969269 h 1855491"/>
                <a:gd name="connsiteX80" fmla="*/ 1850427 w 1857200"/>
                <a:gd name="connsiteY80" fmla="*/ 1039822 h 1855491"/>
                <a:gd name="connsiteX81" fmla="*/ 1814391 w 1857200"/>
                <a:gd name="connsiteY81" fmla="*/ 1076314 h 1855491"/>
                <a:gd name="connsiteX82" fmla="*/ 1675562 w 1857200"/>
                <a:gd name="connsiteY82" fmla="*/ 1086031 h 1855491"/>
                <a:gd name="connsiteX83" fmla="*/ 1612499 w 1857200"/>
                <a:gd name="connsiteY83" fmla="*/ 1261757 h 1855491"/>
                <a:gd name="connsiteX84" fmla="*/ 1710940 w 1857200"/>
                <a:gd name="connsiteY84" fmla="*/ 1360855 h 1855491"/>
                <a:gd name="connsiteX85" fmla="*/ 1714888 w 1857200"/>
                <a:gd name="connsiteY85" fmla="*/ 1415112 h 1855491"/>
                <a:gd name="connsiteX86" fmla="*/ 1668173 w 1857200"/>
                <a:gd name="connsiteY86" fmla="*/ 1484096 h 1855491"/>
                <a:gd name="connsiteX87" fmla="*/ 1622470 w 1857200"/>
                <a:gd name="connsiteY87" fmla="*/ 1500241 h 1855491"/>
                <a:gd name="connsiteX88" fmla="*/ 1517500 w 1857200"/>
                <a:gd name="connsiteY88" fmla="*/ 1451400 h 1855491"/>
                <a:gd name="connsiteX89" fmla="*/ 1472607 w 1857200"/>
                <a:gd name="connsiteY89" fmla="*/ 1453425 h 1855491"/>
                <a:gd name="connsiteX90" fmla="*/ 1363892 w 1857200"/>
                <a:gd name="connsiteY90" fmla="*/ 1544223 h 1855491"/>
                <a:gd name="connsiteX91" fmla="*/ 1353669 w 1857200"/>
                <a:gd name="connsiteY91" fmla="*/ 1589774 h 1855491"/>
                <a:gd name="connsiteX92" fmla="*/ 1383935 w 1857200"/>
                <a:gd name="connsiteY92" fmla="*/ 1711800 h 1855491"/>
                <a:gd name="connsiteX93" fmla="*/ 1359438 w 1857200"/>
                <a:gd name="connsiteY93" fmla="*/ 1751227 h 1855491"/>
                <a:gd name="connsiteX94" fmla="*/ 1288025 w 1857200"/>
                <a:gd name="connsiteY94" fmla="*/ 1783467 h 1855491"/>
                <a:gd name="connsiteX95" fmla="*/ 1242271 w 1857200"/>
                <a:gd name="connsiteY95" fmla="*/ 1775217 h 1855491"/>
                <a:gd name="connsiteX96" fmla="*/ 1175868 w 1857200"/>
                <a:gd name="connsiteY96" fmla="*/ 1667109 h 1855491"/>
                <a:gd name="connsiteX97" fmla="*/ 1137656 w 1857200"/>
                <a:gd name="connsiteY97" fmla="*/ 1657341 h 1855491"/>
                <a:gd name="connsiteX98" fmla="*/ 988603 w 1857200"/>
                <a:gd name="connsiteY98" fmla="*/ 1684773 h 1855491"/>
                <a:gd name="connsiteX99" fmla="*/ 962841 w 1857200"/>
                <a:gd name="connsiteY99" fmla="*/ 1716608 h 1855491"/>
                <a:gd name="connsiteX100" fmla="*/ 935308 w 1857200"/>
                <a:gd name="connsiteY100" fmla="*/ 1828512 h 1855491"/>
                <a:gd name="connsiteX101" fmla="*/ 892237 w 1857200"/>
                <a:gd name="connsiteY101" fmla="*/ 1855083 h 1855491"/>
                <a:gd name="connsiteX102" fmla="*/ 811612 w 1857200"/>
                <a:gd name="connsiteY102" fmla="*/ 1848301 h 1855491"/>
                <a:gd name="connsiteX103" fmla="*/ 778917 w 1857200"/>
                <a:gd name="connsiteY103" fmla="*/ 1822185 h 1855491"/>
                <a:gd name="connsiteX104" fmla="*/ 763379 w 1857200"/>
                <a:gd name="connsiteY104" fmla="*/ 1707852 h 1855491"/>
                <a:gd name="connsiteX105" fmla="*/ 730126 w 1857200"/>
                <a:gd name="connsiteY105" fmla="*/ 1659417 h 1855491"/>
                <a:gd name="connsiteX106" fmla="*/ 603242 w 1857200"/>
                <a:gd name="connsiteY106" fmla="*/ 1616497 h 1855491"/>
                <a:gd name="connsiteX107" fmla="*/ 564220 w 1857200"/>
                <a:gd name="connsiteY107" fmla="*/ 1626215 h 1855491"/>
                <a:gd name="connsiteX108" fmla="*/ 481266 w 1857200"/>
                <a:gd name="connsiteY108" fmla="*/ 1710889 h 1855491"/>
                <a:gd name="connsiteX109" fmla="*/ 436677 w 1857200"/>
                <a:gd name="connsiteY109" fmla="*/ 1712104 h 1855491"/>
                <a:gd name="connsiteX110" fmla="*/ 371944 w 1857200"/>
                <a:gd name="connsiteY110" fmla="*/ 1667919 h 1855491"/>
                <a:gd name="connsiteX111" fmla="*/ 355849 w 1857200"/>
                <a:gd name="connsiteY111" fmla="*/ 1601870 h 1855491"/>
                <a:gd name="connsiteX112" fmla="*/ 404488 w 1857200"/>
                <a:gd name="connsiteY112" fmla="*/ 1513249 h 1855491"/>
                <a:gd name="connsiteX113" fmla="*/ 401502 w 1857200"/>
                <a:gd name="connsiteY113" fmla="*/ 1474429 h 1855491"/>
                <a:gd name="connsiteX114" fmla="*/ 298658 w 1857200"/>
                <a:gd name="connsiteY114" fmla="*/ 1356199 h 1855491"/>
                <a:gd name="connsiteX115" fmla="*/ 277350 w 1857200"/>
                <a:gd name="connsiteY115" fmla="*/ 1352454 h 1855491"/>
                <a:gd name="connsiteX116" fmla="*/ 178605 w 1857200"/>
                <a:gd name="connsiteY116" fmla="*/ 1383226 h 1855491"/>
                <a:gd name="connsiteX117" fmla="*/ 98790 w 1857200"/>
                <a:gd name="connsiteY117" fmla="*/ 1337169 h 1855491"/>
                <a:gd name="connsiteX118" fmla="*/ 76015 w 1857200"/>
                <a:gd name="connsiteY118" fmla="*/ 1286455 h 1855491"/>
                <a:gd name="connsiteX119" fmla="*/ 83859 w 1857200"/>
                <a:gd name="connsiteY119" fmla="*/ 1238222 h 1855491"/>
                <a:gd name="connsiteX120" fmla="*/ 172836 w 1857200"/>
                <a:gd name="connsiteY120" fmla="*/ 1173033 h 1855491"/>
                <a:gd name="connsiteX121" fmla="*/ 196522 w 1857200"/>
                <a:gd name="connsiteY121" fmla="*/ 1129203 h 1855491"/>
                <a:gd name="connsiteX122" fmla="*/ 172734 w 1857200"/>
                <a:gd name="connsiteY122" fmla="*/ 997308 h 1855491"/>
                <a:gd name="connsiteX123" fmla="*/ 138824 w 1857200"/>
                <a:gd name="connsiteY123" fmla="*/ 962132 h 1855491"/>
                <a:gd name="connsiteX124" fmla="*/ 26111 w 1857200"/>
                <a:gd name="connsiteY124" fmla="*/ 933840 h 1855491"/>
                <a:gd name="connsiteX125" fmla="*/ 96 w 1857200"/>
                <a:gd name="connsiteY125" fmla="*/ 899576 h 1855491"/>
                <a:gd name="connsiteX126" fmla="*/ 7992 w 1857200"/>
                <a:gd name="connsiteY126" fmla="*/ 801287 h 1855491"/>
                <a:gd name="connsiteX127" fmla="*/ 51569 w 1857200"/>
                <a:gd name="connsiteY127" fmla="*/ 771324 h 1855491"/>
                <a:gd name="connsiteX128" fmla="*/ 160233 w 1857200"/>
                <a:gd name="connsiteY128" fmla="*/ 767225 h 1855491"/>
                <a:gd name="connsiteX129" fmla="*/ 198395 w 1857200"/>
                <a:gd name="connsiteY129" fmla="*/ 739034 h 1855491"/>
                <a:gd name="connsiteX130" fmla="*/ 237063 w 1857200"/>
                <a:gd name="connsiteY130" fmla="*/ 618728 h 1855491"/>
                <a:gd name="connsiteX131" fmla="*/ 250475 w 1857200"/>
                <a:gd name="connsiteY131" fmla="*/ 578846 h 1855491"/>
                <a:gd name="connsiteX132" fmla="*/ 148491 w 1857200"/>
                <a:gd name="connsiteY132" fmla="*/ 480304 h 1855491"/>
                <a:gd name="connsiteX133" fmla="*/ 148997 w 1857200"/>
                <a:gd name="connsiteY133" fmla="*/ 445584 h 1855491"/>
                <a:gd name="connsiteX134" fmla="*/ 201887 w 1857200"/>
                <a:gd name="connsiteY134" fmla="*/ 365617 h 1855491"/>
                <a:gd name="connsiteX135" fmla="*/ 247387 w 1857200"/>
                <a:gd name="connsiteY135" fmla="*/ 354634 h 1855491"/>
                <a:gd name="connsiteX136" fmla="*/ 337680 w 1857200"/>
                <a:gd name="connsiteY136" fmla="*/ 399578 h 1855491"/>
                <a:gd name="connsiteX137" fmla="*/ 406107 w 1857200"/>
                <a:gd name="connsiteY137" fmla="*/ 391986 h 1855491"/>
                <a:gd name="connsiteX138" fmla="*/ 507332 w 1857200"/>
                <a:gd name="connsiteY138" fmla="*/ 304073 h 1855491"/>
                <a:gd name="connsiteX139" fmla="*/ 514974 w 1857200"/>
                <a:gd name="connsiteY139" fmla="*/ 273807 h 1855491"/>
                <a:gd name="connsiteX140" fmla="*/ 481165 w 1857200"/>
                <a:gd name="connsiteY140" fmla="*/ 154767 h 1855491"/>
                <a:gd name="connsiteX141" fmla="*/ 502473 w 1857200"/>
                <a:gd name="connsiteY141" fmla="*/ 109013 h 1855491"/>
                <a:gd name="connsiteX142" fmla="*/ 591753 w 1857200"/>
                <a:gd name="connsiteY142" fmla="*/ 74040 h 1855491"/>
                <a:gd name="connsiteX143" fmla="*/ 628497 w 1857200"/>
                <a:gd name="connsiteY143" fmla="*/ 86592 h 1855491"/>
                <a:gd name="connsiteX144" fmla="*/ 694496 w 1857200"/>
                <a:gd name="connsiteY144" fmla="*/ 178959 h 1855491"/>
                <a:gd name="connsiteX145" fmla="*/ 743539 w 1857200"/>
                <a:gd name="connsiteY145" fmla="*/ 200773 h 1855491"/>
                <a:gd name="connsiteX146" fmla="*/ 875130 w 1857200"/>
                <a:gd name="connsiteY146" fmla="*/ 175619 h 1855491"/>
                <a:gd name="connsiteX147" fmla="*/ 906713 w 1857200"/>
                <a:gd name="connsiteY147" fmla="*/ 140190 h 1855491"/>
                <a:gd name="connsiteX148" fmla="*/ 935157 w 1857200"/>
                <a:gd name="connsiteY148" fmla="*/ 25604 h 1855491"/>
                <a:gd name="connsiteX149" fmla="*/ 974128 w 1857200"/>
                <a:gd name="connsiteY149" fmla="*/ 96 h 185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857200" h="1855491">
                  <a:moveTo>
                    <a:pt x="826188" y="1242524"/>
                  </a:moveTo>
                  <a:cubicBezTo>
                    <a:pt x="758621" y="1242726"/>
                    <a:pt x="713981" y="1285595"/>
                    <a:pt x="714639" y="1349619"/>
                  </a:cubicBezTo>
                  <a:cubicBezTo>
                    <a:pt x="715297" y="1414049"/>
                    <a:pt x="761860" y="1462333"/>
                    <a:pt x="822797" y="1461776"/>
                  </a:cubicBezTo>
                  <a:cubicBezTo>
                    <a:pt x="884493" y="1461219"/>
                    <a:pt x="935713" y="1413441"/>
                    <a:pt x="936118" y="1355996"/>
                  </a:cubicBezTo>
                  <a:cubicBezTo>
                    <a:pt x="936522" y="1297742"/>
                    <a:pt x="882924" y="1242372"/>
                    <a:pt x="826188" y="1242524"/>
                  </a:cubicBezTo>
                  <a:close/>
                  <a:moveTo>
                    <a:pt x="1162658" y="1188369"/>
                  </a:moveTo>
                  <a:cubicBezTo>
                    <a:pt x="1099342" y="1187458"/>
                    <a:pt x="1051716" y="1237108"/>
                    <a:pt x="1051665" y="1304068"/>
                  </a:cubicBezTo>
                  <a:cubicBezTo>
                    <a:pt x="1051564" y="1359995"/>
                    <a:pt x="1100607" y="1404888"/>
                    <a:pt x="1162354" y="1405394"/>
                  </a:cubicBezTo>
                  <a:cubicBezTo>
                    <a:pt x="1222026" y="1405900"/>
                    <a:pt x="1267577" y="1359590"/>
                    <a:pt x="1268893" y="1297134"/>
                  </a:cubicBezTo>
                  <a:cubicBezTo>
                    <a:pt x="1270108" y="1237209"/>
                    <a:pt x="1223291" y="1189229"/>
                    <a:pt x="1162658" y="1188369"/>
                  </a:cubicBezTo>
                  <a:close/>
                  <a:moveTo>
                    <a:pt x="545543" y="1041492"/>
                  </a:moveTo>
                  <a:cubicBezTo>
                    <a:pt x="486783" y="1043264"/>
                    <a:pt x="438397" y="1095242"/>
                    <a:pt x="439865" y="1155015"/>
                  </a:cubicBezTo>
                  <a:cubicBezTo>
                    <a:pt x="441333" y="1215446"/>
                    <a:pt x="492198" y="1262921"/>
                    <a:pt x="554502" y="1262010"/>
                  </a:cubicBezTo>
                  <a:cubicBezTo>
                    <a:pt x="615236" y="1261099"/>
                    <a:pt x="660534" y="1212511"/>
                    <a:pt x="659471" y="1149600"/>
                  </a:cubicBezTo>
                  <a:cubicBezTo>
                    <a:pt x="658409" y="1089472"/>
                    <a:pt x="605924" y="1039670"/>
                    <a:pt x="545543" y="1041492"/>
                  </a:cubicBezTo>
                  <a:close/>
                  <a:moveTo>
                    <a:pt x="1358881" y="906661"/>
                  </a:moveTo>
                  <a:cubicBezTo>
                    <a:pt x="1302651" y="906813"/>
                    <a:pt x="1249154" y="961424"/>
                    <a:pt x="1249660" y="1018211"/>
                  </a:cubicBezTo>
                  <a:cubicBezTo>
                    <a:pt x="1250217" y="1079603"/>
                    <a:pt x="1298855" y="1130469"/>
                    <a:pt x="1357059" y="1130469"/>
                  </a:cubicBezTo>
                  <a:cubicBezTo>
                    <a:pt x="1416478" y="1130469"/>
                    <a:pt x="1469317" y="1077730"/>
                    <a:pt x="1468761" y="1019071"/>
                  </a:cubicBezTo>
                  <a:cubicBezTo>
                    <a:pt x="1468103" y="951605"/>
                    <a:pt x="1424019" y="906510"/>
                    <a:pt x="1358881" y="906661"/>
                  </a:cubicBezTo>
                  <a:close/>
                  <a:moveTo>
                    <a:pt x="492907" y="705832"/>
                  </a:moveTo>
                  <a:cubicBezTo>
                    <a:pt x="432020" y="705579"/>
                    <a:pt x="381611" y="755837"/>
                    <a:pt x="381914" y="816470"/>
                  </a:cubicBezTo>
                  <a:cubicBezTo>
                    <a:pt x="382167" y="875029"/>
                    <a:pt x="431565" y="924730"/>
                    <a:pt x="489769" y="924983"/>
                  </a:cubicBezTo>
                  <a:cubicBezTo>
                    <a:pt x="550250" y="925287"/>
                    <a:pt x="603089" y="875687"/>
                    <a:pt x="602938" y="818748"/>
                  </a:cubicBezTo>
                  <a:cubicBezTo>
                    <a:pt x="602786" y="757710"/>
                    <a:pt x="552477" y="706034"/>
                    <a:pt x="492907" y="705832"/>
                  </a:cubicBezTo>
                  <a:close/>
                  <a:moveTo>
                    <a:pt x="927817" y="661344"/>
                  </a:moveTo>
                  <a:cubicBezTo>
                    <a:pt x="787419" y="660787"/>
                    <a:pt x="668734" y="778207"/>
                    <a:pt x="668531" y="917796"/>
                  </a:cubicBezTo>
                  <a:cubicBezTo>
                    <a:pt x="668329" y="1060522"/>
                    <a:pt x="783067" y="1176475"/>
                    <a:pt x="924376" y="1176424"/>
                  </a:cubicBezTo>
                  <a:cubicBezTo>
                    <a:pt x="1068165" y="1176374"/>
                    <a:pt x="1185282" y="1059257"/>
                    <a:pt x="1185029" y="915822"/>
                  </a:cubicBezTo>
                  <a:cubicBezTo>
                    <a:pt x="1184776" y="775070"/>
                    <a:pt x="1070392" y="661901"/>
                    <a:pt x="927817" y="661344"/>
                  </a:cubicBezTo>
                  <a:close/>
                  <a:moveTo>
                    <a:pt x="1302702" y="574089"/>
                  </a:moveTo>
                  <a:cubicBezTo>
                    <a:pt x="1243891" y="574342"/>
                    <a:pt x="1195353" y="623334"/>
                    <a:pt x="1195303" y="682399"/>
                  </a:cubicBezTo>
                  <a:cubicBezTo>
                    <a:pt x="1195303" y="745968"/>
                    <a:pt x="1245561" y="796124"/>
                    <a:pt x="1309231" y="796074"/>
                  </a:cubicBezTo>
                  <a:cubicBezTo>
                    <a:pt x="1369662" y="795972"/>
                    <a:pt x="1414099" y="749814"/>
                    <a:pt x="1414049" y="687156"/>
                  </a:cubicBezTo>
                  <a:cubicBezTo>
                    <a:pt x="1413998" y="624245"/>
                    <a:pt x="1364348" y="573835"/>
                    <a:pt x="1302702" y="574089"/>
                  </a:cubicBezTo>
                  <a:close/>
                  <a:moveTo>
                    <a:pt x="695356" y="428427"/>
                  </a:moveTo>
                  <a:cubicBezTo>
                    <a:pt x="632900" y="428376"/>
                    <a:pt x="583401" y="478938"/>
                    <a:pt x="584160" y="542051"/>
                  </a:cubicBezTo>
                  <a:cubicBezTo>
                    <a:pt x="584920" y="603191"/>
                    <a:pt x="632647" y="649248"/>
                    <a:pt x="695254" y="649197"/>
                  </a:cubicBezTo>
                  <a:cubicBezTo>
                    <a:pt x="756242" y="649146"/>
                    <a:pt x="804020" y="599091"/>
                    <a:pt x="803412" y="535876"/>
                  </a:cubicBezTo>
                  <a:cubicBezTo>
                    <a:pt x="802856" y="475800"/>
                    <a:pt x="755280" y="428528"/>
                    <a:pt x="695356" y="428427"/>
                  </a:cubicBezTo>
                  <a:close/>
                  <a:moveTo>
                    <a:pt x="1029497" y="372095"/>
                  </a:moveTo>
                  <a:cubicBezTo>
                    <a:pt x="967548" y="372905"/>
                    <a:pt x="920934" y="418456"/>
                    <a:pt x="920631" y="478533"/>
                  </a:cubicBezTo>
                  <a:cubicBezTo>
                    <a:pt x="920327" y="538559"/>
                    <a:pt x="972508" y="594131"/>
                    <a:pt x="1029042" y="593878"/>
                  </a:cubicBezTo>
                  <a:cubicBezTo>
                    <a:pt x="1085221" y="593676"/>
                    <a:pt x="1141502" y="538559"/>
                    <a:pt x="1141148" y="484201"/>
                  </a:cubicBezTo>
                  <a:cubicBezTo>
                    <a:pt x="1140794" y="425440"/>
                    <a:pt x="1086891" y="371387"/>
                    <a:pt x="1029497" y="372095"/>
                  </a:cubicBezTo>
                  <a:close/>
                  <a:moveTo>
                    <a:pt x="942191" y="289193"/>
                  </a:moveTo>
                  <a:cubicBezTo>
                    <a:pt x="1261453" y="294254"/>
                    <a:pt x="1555510" y="573481"/>
                    <a:pt x="1554143" y="912633"/>
                  </a:cubicBezTo>
                  <a:cubicBezTo>
                    <a:pt x="1551258" y="1264388"/>
                    <a:pt x="1274005" y="1538706"/>
                    <a:pt x="928880" y="1539617"/>
                  </a:cubicBezTo>
                  <a:cubicBezTo>
                    <a:pt x="581275" y="1540478"/>
                    <a:pt x="298657" y="1257100"/>
                    <a:pt x="300378" y="910154"/>
                  </a:cubicBezTo>
                  <a:cubicBezTo>
                    <a:pt x="302099" y="569078"/>
                    <a:pt x="585881" y="283575"/>
                    <a:pt x="942191" y="289193"/>
                  </a:cubicBezTo>
                  <a:close/>
                  <a:moveTo>
                    <a:pt x="923111" y="257358"/>
                  </a:moveTo>
                  <a:cubicBezTo>
                    <a:pt x="613010" y="255687"/>
                    <a:pt x="268493" y="501612"/>
                    <a:pt x="265709" y="920428"/>
                  </a:cubicBezTo>
                  <a:cubicBezTo>
                    <a:pt x="263229" y="1286556"/>
                    <a:pt x="557893" y="1577678"/>
                    <a:pt x="928779" y="1577678"/>
                  </a:cubicBezTo>
                  <a:cubicBezTo>
                    <a:pt x="1292630" y="1577678"/>
                    <a:pt x="1585574" y="1281242"/>
                    <a:pt x="1586232" y="912381"/>
                  </a:cubicBezTo>
                  <a:cubicBezTo>
                    <a:pt x="1586890" y="547973"/>
                    <a:pt x="1293136" y="257813"/>
                    <a:pt x="923111" y="257358"/>
                  </a:cubicBezTo>
                  <a:close/>
                  <a:moveTo>
                    <a:pt x="974128" y="96"/>
                  </a:moveTo>
                  <a:cubicBezTo>
                    <a:pt x="1004394" y="1817"/>
                    <a:pt x="1035014" y="2879"/>
                    <a:pt x="1064673" y="8447"/>
                  </a:cubicBezTo>
                  <a:cubicBezTo>
                    <a:pt x="1075048" y="10370"/>
                    <a:pt x="1089068" y="23580"/>
                    <a:pt x="1091143" y="33702"/>
                  </a:cubicBezTo>
                  <a:cubicBezTo>
                    <a:pt x="1098583" y="69688"/>
                    <a:pt x="1103897" y="106432"/>
                    <a:pt x="1105517" y="143126"/>
                  </a:cubicBezTo>
                  <a:cubicBezTo>
                    <a:pt x="1107086" y="178757"/>
                    <a:pt x="1112046" y="186096"/>
                    <a:pt x="1146867" y="194345"/>
                  </a:cubicBezTo>
                  <a:cubicBezTo>
                    <a:pt x="1184472" y="203253"/>
                    <a:pt x="1221672" y="214489"/>
                    <a:pt x="1258417" y="226484"/>
                  </a:cubicBezTo>
                  <a:cubicBezTo>
                    <a:pt x="1271778" y="230837"/>
                    <a:pt x="1278307" y="228711"/>
                    <a:pt x="1288177" y="218386"/>
                  </a:cubicBezTo>
                  <a:cubicBezTo>
                    <a:pt x="1318341" y="186754"/>
                    <a:pt x="1349772" y="156083"/>
                    <a:pt x="1382922" y="127639"/>
                  </a:cubicBezTo>
                  <a:cubicBezTo>
                    <a:pt x="1390160" y="121464"/>
                    <a:pt x="1409292" y="121464"/>
                    <a:pt x="1418402" y="126626"/>
                  </a:cubicBezTo>
                  <a:cubicBezTo>
                    <a:pt x="1443202" y="140646"/>
                    <a:pt x="1465674" y="158866"/>
                    <a:pt x="1488904" y="175619"/>
                  </a:cubicBezTo>
                  <a:cubicBezTo>
                    <a:pt x="1508390" y="189689"/>
                    <a:pt x="1515982" y="210187"/>
                    <a:pt x="1507429" y="231292"/>
                  </a:cubicBezTo>
                  <a:cubicBezTo>
                    <a:pt x="1494016" y="264494"/>
                    <a:pt x="1477972" y="296987"/>
                    <a:pt x="1459600" y="327759"/>
                  </a:cubicBezTo>
                  <a:cubicBezTo>
                    <a:pt x="1449326" y="344967"/>
                    <a:pt x="1447200" y="356254"/>
                    <a:pt x="1461118" y="372146"/>
                  </a:cubicBezTo>
                  <a:cubicBezTo>
                    <a:pt x="1493915" y="409549"/>
                    <a:pt x="1524434" y="448925"/>
                    <a:pt x="1557282" y="486276"/>
                  </a:cubicBezTo>
                  <a:cubicBezTo>
                    <a:pt x="1562646" y="492401"/>
                    <a:pt x="1575957" y="496197"/>
                    <a:pt x="1584106" y="494375"/>
                  </a:cubicBezTo>
                  <a:cubicBezTo>
                    <a:pt x="1626823" y="484859"/>
                    <a:pt x="1669236" y="473725"/>
                    <a:pt x="1711446" y="461983"/>
                  </a:cubicBezTo>
                  <a:cubicBezTo>
                    <a:pt x="1731084" y="456516"/>
                    <a:pt x="1744699" y="462033"/>
                    <a:pt x="1752898" y="479899"/>
                  </a:cubicBezTo>
                  <a:cubicBezTo>
                    <a:pt x="1766259" y="508951"/>
                    <a:pt x="1780026" y="537952"/>
                    <a:pt x="1791059" y="567914"/>
                  </a:cubicBezTo>
                  <a:cubicBezTo>
                    <a:pt x="1793944" y="575708"/>
                    <a:pt x="1790806" y="590386"/>
                    <a:pt x="1784884" y="596054"/>
                  </a:cubicBezTo>
                  <a:cubicBezTo>
                    <a:pt x="1752847" y="629459"/>
                    <a:pt x="1737663" y="639581"/>
                    <a:pt x="1671817" y="672529"/>
                  </a:cubicBezTo>
                  <a:cubicBezTo>
                    <a:pt x="1666907" y="673187"/>
                    <a:pt x="1659215" y="686701"/>
                    <a:pt x="1660227" y="693027"/>
                  </a:cubicBezTo>
                  <a:cubicBezTo>
                    <a:pt x="1669641" y="750371"/>
                    <a:pt x="1680269" y="807512"/>
                    <a:pt x="1692112" y="864400"/>
                  </a:cubicBezTo>
                  <a:cubicBezTo>
                    <a:pt x="1693378" y="870372"/>
                    <a:pt x="1704209" y="876446"/>
                    <a:pt x="1711750" y="878673"/>
                  </a:cubicBezTo>
                  <a:cubicBezTo>
                    <a:pt x="1747988" y="889301"/>
                    <a:pt x="1785644" y="895932"/>
                    <a:pt x="1820870" y="909091"/>
                  </a:cubicBezTo>
                  <a:cubicBezTo>
                    <a:pt x="1856298" y="922301"/>
                    <a:pt x="1859031" y="930905"/>
                    <a:pt x="1856501" y="969269"/>
                  </a:cubicBezTo>
                  <a:cubicBezTo>
                    <a:pt x="1854932" y="992803"/>
                    <a:pt x="1851389" y="1016237"/>
                    <a:pt x="1850427" y="1039822"/>
                  </a:cubicBezTo>
                  <a:cubicBezTo>
                    <a:pt x="1849415" y="1063762"/>
                    <a:pt x="1837572" y="1074846"/>
                    <a:pt x="1814391" y="1076314"/>
                  </a:cubicBezTo>
                  <a:cubicBezTo>
                    <a:pt x="1768942" y="1079299"/>
                    <a:pt x="1723644" y="1082691"/>
                    <a:pt x="1675562" y="1086031"/>
                  </a:cubicBezTo>
                  <a:cubicBezTo>
                    <a:pt x="1654103" y="1145855"/>
                    <a:pt x="1632491" y="1205982"/>
                    <a:pt x="1612499" y="1261757"/>
                  </a:cubicBezTo>
                  <a:cubicBezTo>
                    <a:pt x="1647118" y="1296527"/>
                    <a:pt x="1679307" y="1328413"/>
                    <a:pt x="1710940" y="1360855"/>
                  </a:cubicBezTo>
                  <a:cubicBezTo>
                    <a:pt x="1727085" y="1377405"/>
                    <a:pt x="1729768" y="1395069"/>
                    <a:pt x="1714888" y="1415112"/>
                  </a:cubicBezTo>
                  <a:cubicBezTo>
                    <a:pt x="1698338" y="1437381"/>
                    <a:pt x="1683407" y="1460865"/>
                    <a:pt x="1668173" y="1484096"/>
                  </a:cubicBezTo>
                  <a:cubicBezTo>
                    <a:pt x="1656886" y="1501304"/>
                    <a:pt x="1641146" y="1508187"/>
                    <a:pt x="1622470" y="1500241"/>
                  </a:cubicBezTo>
                  <a:cubicBezTo>
                    <a:pt x="1586940" y="1485209"/>
                    <a:pt x="1551309" y="1469874"/>
                    <a:pt x="1517500" y="1451400"/>
                  </a:cubicBezTo>
                  <a:cubicBezTo>
                    <a:pt x="1500140" y="1441885"/>
                    <a:pt x="1488044" y="1440013"/>
                    <a:pt x="1472607" y="1453425"/>
                  </a:cubicBezTo>
                  <a:cubicBezTo>
                    <a:pt x="1436976" y="1484400"/>
                    <a:pt x="1400687" y="1514666"/>
                    <a:pt x="1363892" y="1544223"/>
                  </a:cubicBezTo>
                  <a:cubicBezTo>
                    <a:pt x="1347393" y="1557484"/>
                    <a:pt x="1346634" y="1569276"/>
                    <a:pt x="1353669" y="1589774"/>
                  </a:cubicBezTo>
                  <a:cubicBezTo>
                    <a:pt x="1368194" y="1641753"/>
                    <a:pt x="1375432" y="1670754"/>
                    <a:pt x="1383935" y="1711800"/>
                  </a:cubicBezTo>
                  <a:cubicBezTo>
                    <a:pt x="1387832" y="1730527"/>
                    <a:pt x="1377102" y="1743635"/>
                    <a:pt x="1359438" y="1751227"/>
                  </a:cubicBezTo>
                  <a:cubicBezTo>
                    <a:pt x="1335448" y="1761552"/>
                    <a:pt x="1311509" y="1772029"/>
                    <a:pt x="1288025" y="1783467"/>
                  </a:cubicBezTo>
                  <a:cubicBezTo>
                    <a:pt x="1270159" y="1792172"/>
                    <a:pt x="1255683" y="1788731"/>
                    <a:pt x="1242271" y="1775217"/>
                  </a:cubicBezTo>
                  <a:cubicBezTo>
                    <a:pt x="1206235" y="1732905"/>
                    <a:pt x="1191052" y="1707599"/>
                    <a:pt x="1175868" y="1667109"/>
                  </a:cubicBezTo>
                  <a:cubicBezTo>
                    <a:pt x="1173236" y="1660125"/>
                    <a:pt x="1160684" y="1646865"/>
                    <a:pt x="1137656" y="1657341"/>
                  </a:cubicBezTo>
                  <a:cubicBezTo>
                    <a:pt x="1087752" y="1665136"/>
                    <a:pt x="1038254" y="1675511"/>
                    <a:pt x="988603" y="1684773"/>
                  </a:cubicBezTo>
                  <a:cubicBezTo>
                    <a:pt x="970534" y="1688114"/>
                    <a:pt x="966030" y="1699501"/>
                    <a:pt x="962841" y="1716608"/>
                  </a:cubicBezTo>
                  <a:cubicBezTo>
                    <a:pt x="955806" y="1754315"/>
                    <a:pt x="946089" y="1791666"/>
                    <a:pt x="935308" y="1828512"/>
                  </a:cubicBezTo>
                  <a:cubicBezTo>
                    <a:pt x="929488" y="1848352"/>
                    <a:pt x="914254" y="1857614"/>
                    <a:pt x="892237" y="1855083"/>
                  </a:cubicBezTo>
                  <a:cubicBezTo>
                    <a:pt x="865463" y="1851996"/>
                    <a:pt x="838538" y="1850022"/>
                    <a:pt x="811612" y="1848301"/>
                  </a:cubicBezTo>
                  <a:cubicBezTo>
                    <a:pt x="794201" y="1847188"/>
                    <a:pt x="781802" y="1839140"/>
                    <a:pt x="778917" y="1822185"/>
                  </a:cubicBezTo>
                  <a:cubicBezTo>
                    <a:pt x="772489" y="1784226"/>
                    <a:pt x="764796" y="1746115"/>
                    <a:pt x="763379" y="1707852"/>
                  </a:cubicBezTo>
                  <a:cubicBezTo>
                    <a:pt x="762417" y="1681787"/>
                    <a:pt x="755382" y="1667160"/>
                    <a:pt x="730126" y="1659417"/>
                  </a:cubicBezTo>
                  <a:cubicBezTo>
                    <a:pt x="687460" y="1646308"/>
                    <a:pt x="645149" y="1631833"/>
                    <a:pt x="603242" y="1616497"/>
                  </a:cubicBezTo>
                  <a:cubicBezTo>
                    <a:pt x="586742" y="1610474"/>
                    <a:pt x="576518" y="1612296"/>
                    <a:pt x="564220" y="1626215"/>
                  </a:cubicBezTo>
                  <a:cubicBezTo>
                    <a:pt x="538053" y="1655772"/>
                    <a:pt x="509558" y="1683305"/>
                    <a:pt x="481266" y="1710889"/>
                  </a:cubicBezTo>
                  <a:cubicBezTo>
                    <a:pt x="467550" y="1724251"/>
                    <a:pt x="453176" y="1725111"/>
                    <a:pt x="436677" y="1712104"/>
                  </a:cubicBezTo>
                  <a:cubicBezTo>
                    <a:pt x="416179" y="1695959"/>
                    <a:pt x="393252" y="1683052"/>
                    <a:pt x="371944" y="1667919"/>
                  </a:cubicBezTo>
                  <a:cubicBezTo>
                    <a:pt x="342285" y="1646915"/>
                    <a:pt x="339097" y="1633351"/>
                    <a:pt x="355849" y="1601870"/>
                  </a:cubicBezTo>
                  <a:cubicBezTo>
                    <a:pt x="371691" y="1572111"/>
                    <a:pt x="387330" y="1542199"/>
                    <a:pt x="404488" y="1513249"/>
                  </a:cubicBezTo>
                  <a:cubicBezTo>
                    <a:pt x="413193" y="1498520"/>
                    <a:pt x="412383" y="1486981"/>
                    <a:pt x="401502" y="1474429"/>
                  </a:cubicBezTo>
                  <a:cubicBezTo>
                    <a:pt x="367186" y="1435053"/>
                    <a:pt x="333529" y="1395069"/>
                    <a:pt x="298658" y="1356199"/>
                  </a:cubicBezTo>
                  <a:cubicBezTo>
                    <a:pt x="294760" y="1351897"/>
                    <a:pt x="283727" y="1350581"/>
                    <a:pt x="277350" y="1352454"/>
                  </a:cubicBezTo>
                  <a:cubicBezTo>
                    <a:pt x="251588" y="1360197"/>
                    <a:pt x="186147" y="1382264"/>
                    <a:pt x="178605" y="1383226"/>
                  </a:cubicBezTo>
                  <a:cubicBezTo>
                    <a:pt x="124349" y="1390261"/>
                    <a:pt x="119693" y="1387376"/>
                    <a:pt x="98790" y="1337169"/>
                  </a:cubicBezTo>
                  <a:cubicBezTo>
                    <a:pt x="91654" y="1320062"/>
                    <a:pt x="84163" y="1303107"/>
                    <a:pt x="76015" y="1286455"/>
                  </a:cubicBezTo>
                  <a:cubicBezTo>
                    <a:pt x="67056" y="1268184"/>
                    <a:pt x="68423" y="1250673"/>
                    <a:pt x="83859" y="1238222"/>
                  </a:cubicBezTo>
                  <a:cubicBezTo>
                    <a:pt x="112455" y="1215092"/>
                    <a:pt x="141405" y="1191861"/>
                    <a:pt x="172836" y="1173033"/>
                  </a:cubicBezTo>
                  <a:cubicBezTo>
                    <a:pt x="191663" y="1161747"/>
                    <a:pt x="200723" y="1151068"/>
                    <a:pt x="196522" y="1129203"/>
                  </a:cubicBezTo>
                  <a:cubicBezTo>
                    <a:pt x="188070" y="1085322"/>
                    <a:pt x="180174" y="1041340"/>
                    <a:pt x="172734" y="997308"/>
                  </a:cubicBezTo>
                  <a:cubicBezTo>
                    <a:pt x="169343" y="977265"/>
                    <a:pt x="158917" y="966687"/>
                    <a:pt x="138824" y="962132"/>
                  </a:cubicBezTo>
                  <a:cubicBezTo>
                    <a:pt x="101017" y="953630"/>
                    <a:pt x="63868" y="942495"/>
                    <a:pt x="26111" y="933840"/>
                  </a:cubicBezTo>
                  <a:cubicBezTo>
                    <a:pt x="6726" y="929386"/>
                    <a:pt x="-967" y="917695"/>
                    <a:pt x="96" y="899576"/>
                  </a:cubicBezTo>
                  <a:cubicBezTo>
                    <a:pt x="2070" y="866779"/>
                    <a:pt x="3943" y="833881"/>
                    <a:pt x="7992" y="801287"/>
                  </a:cubicBezTo>
                  <a:cubicBezTo>
                    <a:pt x="11028" y="776791"/>
                    <a:pt x="31577" y="772539"/>
                    <a:pt x="51569" y="771324"/>
                  </a:cubicBezTo>
                  <a:cubicBezTo>
                    <a:pt x="87757" y="769148"/>
                    <a:pt x="124045" y="766870"/>
                    <a:pt x="160233" y="767225"/>
                  </a:cubicBezTo>
                  <a:cubicBezTo>
                    <a:pt x="181794" y="767427"/>
                    <a:pt x="192423" y="758924"/>
                    <a:pt x="198395" y="739034"/>
                  </a:cubicBezTo>
                  <a:cubicBezTo>
                    <a:pt x="210491" y="698696"/>
                    <a:pt x="223853" y="658712"/>
                    <a:pt x="237063" y="618728"/>
                  </a:cubicBezTo>
                  <a:cubicBezTo>
                    <a:pt x="241567" y="605063"/>
                    <a:pt x="253765" y="589778"/>
                    <a:pt x="250475" y="578846"/>
                  </a:cubicBezTo>
                  <a:cubicBezTo>
                    <a:pt x="247235" y="568218"/>
                    <a:pt x="169293" y="506521"/>
                    <a:pt x="148491" y="480304"/>
                  </a:cubicBezTo>
                  <a:cubicBezTo>
                    <a:pt x="142721" y="473067"/>
                    <a:pt x="143835" y="454745"/>
                    <a:pt x="148997" y="445584"/>
                  </a:cubicBezTo>
                  <a:cubicBezTo>
                    <a:pt x="164637" y="417798"/>
                    <a:pt x="183160" y="391531"/>
                    <a:pt x="201887" y="365617"/>
                  </a:cubicBezTo>
                  <a:cubicBezTo>
                    <a:pt x="213173" y="349978"/>
                    <a:pt x="230533" y="346941"/>
                    <a:pt x="247387" y="354634"/>
                  </a:cubicBezTo>
                  <a:cubicBezTo>
                    <a:pt x="277957" y="368603"/>
                    <a:pt x="307818" y="384141"/>
                    <a:pt x="337680" y="399578"/>
                  </a:cubicBezTo>
                  <a:cubicBezTo>
                    <a:pt x="375031" y="418912"/>
                    <a:pt x="375335" y="418962"/>
                    <a:pt x="406107" y="391986"/>
                  </a:cubicBezTo>
                  <a:cubicBezTo>
                    <a:pt x="439714" y="362479"/>
                    <a:pt x="473168" y="332871"/>
                    <a:pt x="507332" y="304073"/>
                  </a:cubicBezTo>
                  <a:cubicBezTo>
                    <a:pt x="518011" y="295064"/>
                    <a:pt x="519327" y="287371"/>
                    <a:pt x="514974" y="273807"/>
                  </a:cubicBezTo>
                  <a:cubicBezTo>
                    <a:pt x="502372" y="234531"/>
                    <a:pt x="492351" y="194447"/>
                    <a:pt x="481165" y="154767"/>
                  </a:cubicBezTo>
                  <a:cubicBezTo>
                    <a:pt x="475092" y="133206"/>
                    <a:pt x="483645" y="117567"/>
                    <a:pt x="502473" y="109013"/>
                  </a:cubicBezTo>
                  <a:cubicBezTo>
                    <a:pt x="531625" y="95804"/>
                    <a:pt x="561132" y="82695"/>
                    <a:pt x="591753" y="74040"/>
                  </a:cubicBezTo>
                  <a:cubicBezTo>
                    <a:pt x="602331" y="71054"/>
                    <a:pt x="621209" y="77786"/>
                    <a:pt x="628497" y="86592"/>
                  </a:cubicBezTo>
                  <a:cubicBezTo>
                    <a:pt x="652589" y="115694"/>
                    <a:pt x="674504" y="146871"/>
                    <a:pt x="694496" y="178959"/>
                  </a:cubicBezTo>
                  <a:cubicBezTo>
                    <a:pt x="706946" y="198850"/>
                    <a:pt x="718890" y="206897"/>
                    <a:pt x="743539" y="200773"/>
                  </a:cubicBezTo>
                  <a:cubicBezTo>
                    <a:pt x="786812" y="190043"/>
                    <a:pt x="831098" y="183059"/>
                    <a:pt x="875130" y="175619"/>
                  </a:cubicBezTo>
                  <a:cubicBezTo>
                    <a:pt x="896185" y="172076"/>
                    <a:pt x="903018" y="160789"/>
                    <a:pt x="906713" y="140190"/>
                  </a:cubicBezTo>
                  <a:cubicBezTo>
                    <a:pt x="913646" y="101522"/>
                    <a:pt x="924730" y="63563"/>
                    <a:pt x="935157" y="25604"/>
                  </a:cubicBezTo>
                  <a:cubicBezTo>
                    <a:pt x="940369" y="6675"/>
                    <a:pt x="955604" y="-967"/>
                    <a:pt x="974128" y="9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xmlns="" id="{B6000B11-0BB1-4828-8438-F41E33BBCC20}"/>
                </a:ext>
              </a:extLst>
            </p:cNvPr>
            <p:cNvSpPr/>
            <p:nvPr/>
          </p:nvSpPr>
          <p:spPr>
            <a:xfrm flipH="1">
              <a:off x="3246628" y="1236368"/>
              <a:ext cx="1989569" cy="1984557"/>
            </a:xfrm>
            <a:custGeom>
              <a:avLst/>
              <a:gdLst>
                <a:gd name="connsiteX0" fmla="*/ 1802423 w 3219215"/>
                <a:gd name="connsiteY0" fmla="*/ 0 h 3211105"/>
                <a:gd name="connsiteX1" fmla="*/ 1896413 w 3219215"/>
                <a:gd name="connsiteY1" fmla="*/ 15474 h 3211105"/>
                <a:gd name="connsiteX2" fmla="*/ 1944947 w 3219215"/>
                <a:gd name="connsiteY2" fmla="*/ 72273 h 3211105"/>
                <a:gd name="connsiteX3" fmla="*/ 1943803 w 3219215"/>
                <a:gd name="connsiteY3" fmla="*/ 234843 h 3211105"/>
                <a:gd name="connsiteX4" fmla="*/ 1975456 w 3219215"/>
                <a:gd name="connsiteY4" fmla="*/ 282761 h 3211105"/>
                <a:gd name="connsiteX5" fmla="*/ 2115254 w 3219215"/>
                <a:gd name="connsiteY5" fmla="*/ 322941 h 3211105"/>
                <a:gd name="connsiteX6" fmla="*/ 2211178 w 3219215"/>
                <a:gd name="connsiteY6" fmla="*/ 214181 h 3211105"/>
                <a:gd name="connsiteX7" fmla="*/ 2359943 w 3219215"/>
                <a:gd name="connsiteY7" fmla="*/ 178748 h 3211105"/>
                <a:gd name="connsiteX8" fmla="*/ 2413049 w 3219215"/>
                <a:gd name="connsiteY8" fmla="*/ 302983 h 3211105"/>
                <a:gd name="connsiteX9" fmla="*/ 2372516 w 3219215"/>
                <a:gd name="connsiteY9" fmla="*/ 437505 h 3211105"/>
                <a:gd name="connsiteX10" fmla="*/ 2382012 w 3219215"/>
                <a:gd name="connsiteY10" fmla="*/ 477246 h 3211105"/>
                <a:gd name="connsiteX11" fmla="*/ 2502291 w 3219215"/>
                <a:gd name="connsiteY11" fmla="*/ 571588 h 3211105"/>
                <a:gd name="connsiteX12" fmla="*/ 2705745 w 3219215"/>
                <a:gd name="connsiteY12" fmla="*/ 439000 h 3211105"/>
                <a:gd name="connsiteX13" fmla="*/ 2843520 w 3219215"/>
                <a:gd name="connsiteY13" fmla="*/ 565873 h 3211105"/>
                <a:gd name="connsiteX14" fmla="*/ 2689215 w 3219215"/>
                <a:gd name="connsiteY14" fmla="*/ 775306 h 3211105"/>
                <a:gd name="connsiteX15" fmla="*/ 2770017 w 3219215"/>
                <a:gd name="connsiteY15" fmla="*/ 898662 h 3211105"/>
                <a:gd name="connsiteX16" fmla="*/ 2811253 w 3219215"/>
                <a:gd name="connsiteY16" fmla="*/ 914136 h 3211105"/>
                <a:gd name="connsiteX17" fmla="*/ 3033962 w 3219215"/>
                <a:gd name="connsiteY17" fmla="*/ 861382 h 3211105"/>
                <a:gd name="connsiteX18" fmla="*/ 3112829 w 3219215"/>
                <a:gd name="connsiteY18" fmla="*/ 1026150 h 3211105"/>
                <a:gd name="connsiteX19" fmla="*/ 2934785 w 3219215"/>
                <a:gd name="connsiteY19" fmla="*/ 1147220 h 3211105"/>
                <a:gd name="connsiteX20" fmla="*/ 2906649 w 3219215"/>
                <a:gd name="connsiteY20" fmla="*/ 1220460 h 3211105"/>
                <a:gd name="connsiteX21" fmla="*/ 2917903 w 3219215"/>
                <a:gd name="connsiteY21" fmla="*/ 1262839 h 3211105"/>
                <a:gd name="connsiteX22" fmla="*/ 3022883 w 3219215"/>
                <a:gd name="connsiteY22" fmla="*/ 1352872 h 3211105"/>
                <a:gd name="connsiteX23" fmla="*/ 3199433 w 3219215"/>
                <a:gd name="connsiteY23" fmla="*/ 1370633 h 3211105"/>
                <a:gd name="connsiteX24" fmla="*/ 3219216 w 3219215"/>
                <a:gd name="connsiteY24" fmla="*/ 1547974 h 3211105"/>
                <a:gd name="connsiteX25" fmla="*/ 3000463 w 3219215"/>
                <a:gd name="connsiteY25" fmla="*/ 1612509 h 3211105"/>
                <a:gd name="connsiteX26" fmla="*/ 2953952 w 3219215"/>
                <a:gd name="connsiteY26" fmla="*/ 1668956 h 3211105"/>
                <a:gd name="connsiteX27" fmla="*/ 2952281 w 3219215"/>
                <a:gd name="connsiteY27" fmla="*/ 1788619 h 3211105"/>
                <a:gd name="connsiteX28" fmla="*/ 3058756 w 3219215"/>
                <a:gd name="connsiteY28" fmla="*/ 1843659 h 3211105"/>
                <a:gd name="connsiteX29" fmla="*/ 3187827 w 3219215"/>
                <a:gd name="connsiteY29" fmla="*/ 1900457 h 3211105"/>
                <a:gd name="connsiteX30" fmla="*/ 3146415 w 3219215"/>
                <a:gd name="connsiteY30" fmla="*/ 2061445 h 3211105"/>
                <a:gd name="connsiteX31" fmla="*/ 3111950 w 3219215"/>
                <a:gd name="connsiteY31" fmla="*/ 2075864 h 3211105"/>
                <a:gd name="connsiteX32" fmla="*/ 2910078 w 3219215"/>
                <a:gd name="connsiteY32" fmla="*/ 2064522 h 3211105"/>
                <a:gd name="connsiteX33" fmla="*/ 2863303 w 3219215"/>
                <a:gd name="connsiteY33" fmla="*/ 2092218 h 3211105"/>
                <a:gd name="connsiteX34" fmla="*/ 2804658 w 3219215"/>
                <a:gd name="connsiteY34" fmla="*/ 2215925 h 3211105"/>
                <a:gd name="connsiteX35" fmla="*/ 3003101 w 3219215"/>
                <a:gd name="connsiteY35" fmla="*/ 2402498 h 3211105"/>
                <a:gd name="connsiteX36" fmla="*/ 2902341 w 3219215"/>
                <a:gd name="connsiteY36" fmla="*/ 2559001 h 3211105"/>
                <a:gd name="connsiteX37" fmla="*/ 2693611 w 3219215"/>
                <a:gd name="connsiteY37" fmla="*/ 2467561 h 3211105"/>
                <a:gd name="connsiteX38" fmla="*/ 2626614 w 3219215"/>
                <a:gd name="connsiteY38" fmla="*/ 2480750 h 3211105"/>
                <a:gd name="connsiteX39" fmla="*/ 2546956 w 3219215"/>
                <a:gd name="connsiteY39" fmla="*/ 2575883 h 3211105"/>
                <a:gd name="connsiteX40" fmla="*/ 2599534 w 3219215"/>
                <a:gd name="connsiteY40" fmla="*/ 2687633 h 3211105"/>
                <a:gd name="connsiteX41" fmla="*/ 2667059 w 3219215"/>
                <a:gd name="connsiteY41" fmla="*/ 2814242 h 3211105"/>
                <a:gd name="connsiteX42" fmla="*/ 2521019 w 3219215"/>
                <a:gd name="connsiteY42" fmla="*/ 2928982 h 3211105"/>
                <a:gd name="connsiteX43" fmla="*/ 2349129 w 3219215"/>
                <a:gd name="connsiteY43" fmla="*/ 2774325 h 3211105"/>
                <a:gd name="connsiteX44" fmla="*/ 2285473 w 3219215"/>
                <a:gd name="connsiteY44" fmla="*/ 2765269 h 3211105"/>
                <a:gd name="connsiteX45" fmla="*/ 2179437 w 3219215"/>
                <a:gd name="connsiteY45" fmla="*/ 2836135 h 3211105"/>
                <a:gd name="connsiteX46" fmla="*/ 2192362 w 3219215"/>
                <a:gd name="connsiteY46" fmla="*/ 2959843 h 3211105"/>
                <a:gd name="connsiteX47" fmla="*/ 2213727 w 3219215"/>
                <a:gd name="connsiteY47" fmla="*/ 3088562 h 3211105"/>
                <a:gd name="connsiteX48" fmla="*/ 2200979 w 3219215"/>
                <a:gd name="connsiteY48" fmla="*/ 3097354 h 3211105"/>
                <a:gd name="connsiteX49" fmla="*/ 2039728 w 3219215"/>
                <a:gd name="connsiteY49" fmla="*/ 3157230 h 3211105"/>
                <a:gd name="connsiteX50" fmla="*/ 1929208 w 3219215"/>
                <a:gd name="connsiteY50" fmla="*/ 2958260 h 3211105"/>
                <a:gd name="connsiteX51" fmla="*/ 1870564 w 3219215"/>
                <a:gd name="connsiteY51" fmla="*/ 2928102 h 3211105"/>
                <a:gd name="connsiteX52" fmla="*/ 1725139 w 3219215"/>
                <a:gd name="connsiteY52" fmla="*/ 3060954 h 3211105"/>
                <a:gd name="connsiteX53" fmla="*/ 1695597 w 3219215"/>
                <a:gd name="connsiteY53" fmla="*/ 3210687 h 3211105"/>
                <a:gd name="connsiteX54" fmla="*/ 1531884 w 3219215"/>
                <a:gd name="connsiteY54" fmla="*/ 3209280 h 3211105"/>
                <a:gd name="connsiteX55" fmla="*/ 1505419 w 3219215"/>
                <a:gd name="connsiteY55" fmla="*/ 3178859 h 3211105"/>
                <a:gd name="connsiteX56" fmla="*/ 1467172 w 3219215"/>
                <a:gd name="connsiteY56" fmla="*/ 2984989 h 3211105"/>
                <a:gd name="connsiteX57" fmla="*/ 1426552 w 3219215"/>
                <a:gd name="connsiteY57" fmla="*/ 2943665 h 3211105"/>
                <a:gd name="connsiteX58" fmla="*/ 1303460 w 3219215"/>
                <a:gd name="connsiteY58" fmla="*/ 2930476 h 3211105"/>
                <a:gd name="connsiteX59" fmla="*/ 1237078 w 3219215"/>
                <a:gd name="connsiteY59" fmla="*/ 3035193 h 3211105"/>
                <a:gd name="connsiteX60" fmla="*/ 1167970 w 3219215"/>
                <a:gd name="connsiteY60" fmla="*/ 3142811 h 3211105"/>
                <a:gd name="connsiteX61" fmla="*/ 1044790 w 3219215"/>
                <a:gd name="connsiteY61" fmla="*/ 3112477 h 3211105"/>
                <a:gd name="connsiteX62" fmla="*/ 991948 w 3219215"/>
                <a:gd name="connsiteY62" fmla="*/ 3095156 h 3211105"/>
                <a:gd name="connsiteX63" fmla="*/ 1025447 w 3219215"/>
                <a:gd name="connsiteY63" fmla="*/ 2872447 h 3211105"/>
                <a:gd name="connsiteX64" fmla="*/ 1000037 w 3219215"/>
                <a:gd name="connsiteY64" fmla="*/ 2816352 h 3211105"/>
                <a:gd name="connsiteX65" fmla="*/ 888287 w 3219215"/>
                <a:gd name="connsiteY65" fmla="*/ 2762631 h 3211105"/>
                <a:gd name="connsiteX66" fmla="*/ 795088 w 3219215"/>
                <a:gd name="connsiteY66" fmla="*/ 2837366 h 3211105"/>
                <a:gd name="connsiteX67" fmla="*/ 694329 w 3219215"/>
                <a:gd name="connsiteY67" fmla="*/ 2928718 h 3211105"/>
                <a:gd name="connsiteX68" fmla="*/ 618891 w 3219215"/>
                <a:gd name="connsiteY68" fmla="*/ 2869546 h 3211105"/>
                <a:gd name="connsiteX69" fmla="*/ 546090 w 3219215"/>
                <a:gd name="connsiteY69" fmla="*/ 2812308 h 3211105"/>
                <a:gd name="connsiteX70" fmla="*/ 648609 w 3219215"/>
                <a:gd name="connsiteY70" fmla="*/ 2610876 h 3211105"/>
                <a:gd name="connsiteX71" fmla="*/ 640696 w 3219215"/>
                <a:gd name="connsiteY71" fmla="*/ 2557682 h 3211105"/>
                <a:gd name="connsiteX72" fmla="*/ 551278 w 3219215"/>
                <a:gd name="connsiteY72" fmla="*/ 2462022 h 3211105"/>
                <a:gd name="connsiteX73" fmla="*/ 316347 w 3219215"/>
                <a:gd name="connsiteY73" fmla="*/ 2560760 h 3211105"/>
                <a:gd name="connsiteX74" fmla="*/ 208905 w 3219215"/>
                <a:gd name="connsiteY74" fmla="*/ 2405224 h 3211105"/>
                <a:gd name="connsiteX75" fmla="*/ 370244 w 3219215"/>
                <a:gd name="connsiteY75" fmla="*/ 2253117 h 3211105"/>
                <a:gd name="connsiteX76" fmla="*/ 382553 w 3219215"/>
                <a:gd name="connsiteY76" fmla="*/ 2200451 h 3211105"/>
                <a:gd name="connsiteX77" fmla="*/ 208993 w 3219215"/>
                <a:gd name="connsiteY77" fmla="*/ 2085184 h 3211105"/>
                <a:gd name="connsiteX78" fmla="*/ 187012 w 3219215"/>
                <a:gd name="connsiteY78" fmla="*/ 2085887 h 3211105"/>
                <a:gd name="connsiteX79" fmla="*/ 81681 w 3219215"/>
                <a:gd name="connsiteY79" fmla="*/ 2083777 h 3211105"/>
                <a:gd name="connsiteX80" fmla="*/ 47478 w 3219215"/>
                <a:gd name="connsiteY80" fmla="*/ 1982929 h 3211105"/>
                <a:gd name="connsiteX81" fmla="*/ 30070 w 3219215"/>
                <a:gd name="connsiteY81" fmla="*/ 1911448 h 3211105"/>
                <a:gd name="connsiteX82" fmla="*/ 222006 w 3219215"/>
                <a:gd name="connsiteY82" fmla="*/ 1822997 h 3211105"/>
                <a:gd name="connsiteX83" fmla="*/ 252779 w 3219215"/>
                <a:gd name="connsiteY83" fmla="*/ 1769628 h 3211105"/>
                <a:gd name="connsiteX84" fmla="*/ 248471 w 3219215"/>
                <a:gd name="connsiteY84" fmla="*/ 1721446 h 3211105"/>
                <a:gd name="connsiteX85" fmla="*/ 165120 w 3219215"/>
                <a:gd name="connsiteY85" fmla="*/ 1619367 h 3211105"/>
                <a:gd name="connsiteX86" fmla="*/ 0 w 3219215"/>
                <a:gd name="connsiteY86" fmla="*/ 1573823 h 3211105"/>
                <a:gd name="connsiteX87" fmla="*/ 0 w 3219215"/>
                <a:gd name="connsiteY87" fmla="*/ 1521069 h 3211105"/>
                <a:gd name="connsiteX88" fmla="*/ 19431 w 3219215"/>
                <a:gd name="connsiteY88" fmla="*/ 1383382 h 3211105"/>
                <a:gd name="connsiteX89" fmla="*/ 122213 w 3219215"/>
                <a:gd name="connsiteY89" fmla="*/ 1372040 h 3211105"/>
                <a:gd name="connsiteX90" fmla="*/ 292432 w 3219215"/>
                <a:gd name="connsiteY90" fmla="*/ 1219933 h 3211105"/>
                <a:gd name="connsiteX91" fmla="*/ 271506 w 3219215"/>
                <a:gd name="connsiteY91" fmla="*/ 1170872 h 3211105"/>
                <a:gd name="connsiteX92" fmla="*/ 96100 w 3219215"/>
                <a:gd name="connsiteY92" fmla="*/ 1058594 h 3211105"/>
                <a:gd name="connsiteX93" fmla="*/ 168812 w 3219215"/>
                <a:gd name="connsiteY93" fmla="*/ 880462 h 3211105"/>
                <a:gd name="connsiteX94" fmla="*/ 377981 w 3219215"/>
                <a:gd name="connsiteY94" fmla="*/ 927325 h 3211105"/>
                <a:gd name="connsiteX95" fmla="*/ 417898 w 3219215"/>
                <a:gd name="connsiteY95" fmla="*/ 915807 h 3211105"/>
                <a:gd name="connsiteX96" fmla="*/ 501074 w 3219215"/>
                <a:gd name="connsiteY96" fmla="*/ 791484 h 3211105"/>
                <a:gd name="connsiteX97" fmla="*/ 352747 w 3219215"/>
                <a:gd name="connsiteY97" fmla="*/ 596294 h 3211105"/>
                <a:gd name="connsiteX98" fmla="*/ 478917 w 3219215"/>
                <a:gd name="connsiteY98" fmla="*/ 454826 h 3211105"/>
                <a:gd name="connsiteX99" fmla="*/ 568511 w 3219215"/>
                <a:gd name="connsiteY99" fmla="*/ 511185 h 3211105"/>
                <a:gd name="connsiteX100" fmla="*/ 684305 w 3219215"/>
                <a:gd name="connsiteY100" fmla="*/ 574929 h 3211105"/>
                <a:gd name="connsiteX101" fmla="*/ 797111 w 3219215"/>
                <a:gd name="connsiteY101" fmla="*/ 497029 h 3211105"/>
                <a:gd name="connsiteX102" fmla="*/ 811266 w 3219215"/>
                <a:gd name="connsiteY102" fmla="*/ 445067 h 3211105"/>
                <a:gd name="connsiteX103" fmla="*/ 754028 w 3219215"/>
                <a:gd name="connsiteY103" fmla="*/ 274496 h 3211105"/>
                <a:gd name="connsiteX104" fmla="*/ 761766 w 3219215"/>
                <a:gd name="connsiteY104" fmla="*/ 235194 h 3211105"/>
                <a:gd name="connsiteX105" fmla="*/ 911411 w 3219215"/>
                <a:gd name="connsiteY105" fmla="*/ 147975 h 3211105"/>
                <a:gd name="connsiteX106" fmla="*/ 1039515 w 3219215"/>
                <a:gd name="connsiteY106" fmla="*/ 312567 h 3211105"/>
                <a:gd name="connsiteX107" fmla="*/ 1090598 w 3219215"/>
                <a:gd name="connsiteY107" fmla="*/ 328744 h 3211105"/>
                <a:gd name="connsiteX108" fmla="*/ 1205777 w 3219215"/>
                <a:gd name="connsiteY108" fmla="*/ 286190 h 3211105"/>
                <a:gd name="connsiteX109" fmla="*/ 1231011 w 3219215"/>
                <a:gd name="connsiteY109" fmla="*/ 249526 h 3211105"/>
                <a:gd name="connsiteX110" fmla="*/ 1231627 w 3219215"/>
                <a:gd name="connsiteY110" fmla="*/ 65063 h 3211105"/>
                <a:gd name="connsiteX111" fmla="*/ 1265829 w 3219215"/>
                <a:gd name="connsiteY111" fmla="*/ 26201 h 3211105"/>
                <a:gd name="connsiteX112" fmla="*/ 1389185 w 3219215"/>
                <a:gd name="connsiteY112" fmla="*/ 0 h 3211105"/>
                <a:gd name="connsiteX113" fmla="*/ 1415562 w 3219215"/>
                <a:gd name="connsiteY113" fmla="*/ 0 h 3211105"/>
                <a:gd name="connsiteX114" fmla="*/ 1490032 w 3219215"/>
                <a:gd name="connsiteY114" fmla="*/ 200728 h 3211105"/>
                <a:gd name="connsiteX115" fmla="*/ 1525465 w 3219215"/>
                <a:gd name="connsiteY115" fmla="*/ 227809 h 3211105"/>
                <a:gd name="connsiteX116" fmla="*/ 1656559 w 3219215"/>
                <a:gd name="connsiteY116" fmla="*/ 228072 h 3211105"/>
                <a:gd name="connsiteX117" fmla="*/ 1686892 w 3219215"/>
                <a:gd name="connsiteY117" fmla="*/ 206355 h 3211105"/>
                <a:gd name="connsiteX118" fmla="*/ 1758462 w 3219215"/>
                <a:gd name="connsiteY118" fmla="*/ 0 h 3211105"/>
                <a:gd name="connsiteX119" fmla="*/ 1802423 w 3219215"/>
                <a:gd name="connsiteY119" fmla="*/ 0 h 3211105"/>
                <a:gd name="connsiteX120" fmla="*/ 1609520 w 3219215"/>
                <a:gd name="connsiteY120" fmla="*/ 1345135 h 3211105"/>
                <a:gd name="connsiteX121" fmla="*/ 1350499 w 3219215"/>
                <a:gd name="connsiteY121" fmla="*/ 1604684 h 3211105"/>
                <a:gd name="connsiteX122" fmla="*/ 1609256 w 3219215"/>
                <a:gd name="connsiteY122" fmla="*/ 1871794 h 3211105"/>
                <a:gd name="connsiteX123" fmla="*/ 1871003 w 3219215"/>
                <a:gd name="connsiteY123" fmla="*/ 1606970 h 3211105"/>
                <a:gd name="connsiteX124" fmla="*/ 1609520 w 3219215"/>
                <a:gd name="connsiteY124" fmla="*/ 1345135 h 3211105"/>
                <a:gd name="connsiteX125" fmla="*/ 878615 w 3219215"/>
                <a:gd name="connsiteY125" fmla="*/ 2153764 h 3211105"/>
                <a:gd name="connsiteX126" fmla="*/ 1493374 w 3219215"/>
                <a:gd name="connsiteY126" fmla="*/ 2515040 h 3211105"/>
                <a:gd name="connsiteX127" fmla="*/ 1492494 w 3219215"/>
                <a:gd name="connsiteY127" fmla="*/ 2140400 h 3211105"/>
                <a:gd name="connsiteX128" fmla="*/ 1472536 w 3219215"/>
                <a:gd name="connsiteY128" fmla="*/ 2106285 h 3211105"/>
                <a:gd name="connsiteX129" fmla="*/ 1238485 w 3219215"/>
                <a:gd name="connsiteY129" fmla="*/ 1967455 h 3211105"/>
                <a:gd name="connsiteX130" fmla="*/ 1199271 w 3219215"/>
                <a:gd name="connsiteY130" fmla="*/ 1968598 h 3211105"/>
                <a:gd name="connsiteX131" fmla="*/ 878615 w 3219215"/>
                <a:gd name="connsiteY131" fmla="*/ 2153764 h 3211105"/>
                <a:gd name="connsiteX132" fmla="*/ 1731118 w 3219215"/>
                <a:gd name="connsiteY132" fmla="*/ 2518645 h 3211105"/>
                <a:gd name="connsiteX133" fmla="*/ 2344996 w 3219215"/>
                <a:gd name="connsiteY133" fmla="*/ 2153500 h 3211105"/>
                <a:gd name="connsiteX134" fmla="*/ 2015725 w 3219215"/>
                <a:gd name="connsiteY134" fmla="*/ 1963234 h 3211105"/>
                <a:gd name="connsiteX135" fmla="*/ 1987501 w 3219215"/>
                <a:gd name="connsiteY135" fmla="*/ 1965696 h 3211105"/>
                <a:gd name="connsiteX136" fmla="*/ 1749845 w 3219215"/>
                <a:gd name="connsiteY136" fmla="*/ 2107252 h 3211105"/>
                <a:gd name="connsiteX137" fmla="*/ 1731909 w 3219215"/>
                <a:gd name="connsiteY137" fmla="*/ 2138201 h 3211105"/>
                <a:gd name="connsiteX138" fmla="*/ 1731118 w 3219215"/>
                <a:gd name="connsiteY138" fmla="*/ 2518645 h 3211105"/>
                <a:gd name="connsiteX139" fmla="*/ 768887 w 3219215"/>
                <a:gd name="connsiteY139" fmla="*/ 1948376 h 3211105"/>
                <a:gd name="connsiteX140" fmla="*/ 989926 w 3219215"/>
                <a:gd name="connsiteY140" fmla="*/ 1819216 h 3211105"/>
                <a:gd name="connsiteX141" fmla="*/ 1108710 w 3219215"/>
                <a:gd name="connsiteY141" fmla="*/ 1741405 h 3211105"/>
                <a:gd name="connsiteX142" fmla="*/ 1115392 w 3219215"/>
                <a:gd name="connsiteY142" fmla="*/ 1599321 h 3211105"/>
                <a:gd name="connsiteX143" fmla="*/ 1108270 w 3219215"/>
                <a:gd name="connsiteY143" fmla="*/ 1444488 h 3211105"/>
                <a:gd name="connsiteX144" fmla="*/ 974803 w 3219215"/>
                <a:gd name="connsiteY144" fmla="*/ 1358060 h 3211105"/>
                <a:gd name="connsiteX145" fmla="*/ 774075 w 3219215"/>
                <a:gd name="connsiteY145" fmla="*/ 1242881 h 3211105"/>
                <a:gd name="connsiteX146" fmla="*/ 768887 w 3219215"/>
                <a:gd name="connsiteY146" fmla="*/ 1948376 h 3211105"/>
                <a:gd name="connsiteX147" fmla="*/ 2456835 w 3219215"/>
                <a:gd name="connsiteY147" fmla="*/ 1949870 h 3211105"/>
                <a:gd name="connsiteX148" fmla="*/ 2446548 w 3219215"/>
                <a:gd name="connsiteY148" fmla="*/ 1241298 h 3211105"/>
                <a:gd name="connsiteX149" fmla="*/ 2127826 w 3219215"/>
                <a:gd name="connsiteY149" fmla="*/ 1427783 h 3211105"/>
                <a:gd name="connsiteX150" fmla="*/ 2109714 w 3219215"/>
                <a:gd name="connsiteY150" fmla="*/ 1467085 h 3211105"/>
                <a:gd name="connsiteX151" fmla="*/ 2109538 w 3219215"/>
                <a:gd name="connsiteY151" fmla="*/ 1717314 h 3211105"/>
                <a:gd name="connsiteX152" fmla="*/ 2123958 w 3219215"/>
                <a:gd name="connsiteY152" fmla="*/ 1754417 h 3211105"/>
                <a:gd name="connsiteX153" fmla="*/ 2456835 w 3219215"/>
                <a:gd name="connsiteY153" fmla="*/ 1949870 h 3211105"/>
                <a:gd name="connsiteX154" fmla="*/ 1731205 w 3219215"/>
                <a:gd name="connsiteY154" fmla="*/ 703912 h 3211105"/>
                <a:gd name="connsiteX155" fmla="*/ 1732173 w 3219215"/>
                <a:gd name="connsiteY155" fmla="*/ 1084795 h 3211105"/>
                <a:gd name="connsiteX156" fmla="*/ 1754241 w 3219215"/>
                <a:gd name="connsiteY156" fmla="*/ 1113018 h 3211105"/>
                <a:gd name="connsiteX157" fmla="*/ 1964553 w 3219215"/>
                <a:gd name="connsiteY157" fmla="*/ 1231187 h 3211105"/>
                <a:gd name="connsiteX158" fmla="*/ 1999810 w 3219215"/>
                <a:gd name="connsiteY158" fmla="*/ 1233297 h 3211105"/>
                <a:gd name="connsiteX159" fmla="*/ 2329786 w 3219215"/>
                <a:gd name="connsiteY159" fmla="*/ 1043471 h 3211105"/>
                <a:gd name="connsiteX160" fmla="*/ 1731205 w 3219215"/>
                <a:gd name="connsiteY160" fmla="*/ 703912 h 3211105"/>
                <a:gd name="connsiteX161" fmla="*/ 1493286 w 3219215"/>
                <a:gd name="connsiteY161" fmla="*/ 715870 h 3211105"/>
                <a:gd name="connsiteX162" fmla="*/ 903234 w 3219215"/>
                <a:gd name="connsiteY162" fmla="*/ 1047516 h 3211105"/>
                <a:gd name="connsiteX163" fmla="*/ 1228461 w 3219215"/>
                <a:gd name="connsiteY163" fmla="*/ 1236199 h 3211105"/>
                <a:gd name="connsiteX164" fmla="*/ 1260026 w 3219215"/>
                <a:gd name="connsiteY164" fmla="*/ 1231011 h 3211105"/>
                <a:gd name="connsiteX165" fmla="*/ 1469107 w 3219215"/>
                <a:gd name="connsiteY165" fmla="*/ 1110644 h 3211105"/>
                <a:gd name="connsiteX166" fmla="*/ 1492231 w 3219215"/>
                <a:gd name="connsiteY166" fmla="*/ 1078640 h 3211105"/>
                <a:gd name="connsiteX167" fmla="*/ 1493286 w 3219215"/>
                <a:gd name="connsiteY167" fmla="*/ 715870 h 3211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3219215" h="3211105">
                  <a:moveTo>
                    <a:pt x="1802423" y="0"/>
                  </a:moveTo>
                  <a:cubicBezTo>
                    <a:pt x="1833724" y="5539"/>
                    <a:pt x="1865024" y="15299"/>
                    <a:pt x="1896413" y="15474"/>
                  </a:cubicBezTo>
                  <a:cubicBezTo>
                    <a:pt x="1938528" y="15738"/>
                    <a:pt x="1946881" y="34905"/>
                    <a:pt x="1944947" y="72273"/>
                  </a:cubicBezTo>
                  <a:cubicBezTo>
                    <a:pt x="1942133" y="126345"/>
                    <a:pt x="1945210" y="180682"/>
                    <a:pt x="1943803" y="234843"/>
                  </a:cubicBezTo>
                  <a:cubicBezTo>
                    <a:pt x="1943100" y="259813"/>
                    <a:pt x="1948463" y="275199"/>
                    <a:pt x="1975456" y="282761"/>
                  </a:cubicBezTo>
                  <a:cubicBezTo>
                    <a:pt x="2023198" y="296125"/>
                    <a:pt x="2075776" y="334196"/>
                    <a:pt x="2115254" y="322941"/>
                  </a:cubicBezTo>
                  <a:cubicBezTo>
                    <a:pt x="2154467" y="311687"/>
                    <a:pt x="2180844" y="253218"/>
                    <a:pt x="2211178" y="214181"/>
                  </a:cubicBezTo>
                  <a:cubicBezTo>
                    <a:pt x="2272636" y="135138"/>
                    <a:pt x="2272196" y="134786"/>
                    <a:pt x="2359943" y="178748"/>
                  </a:cubicBezTo>
                  <a:cubicBezTo>
                    <a:pt x="2438283" y="217961"/>
                    <a:pt x="2438459" y="218049"/>
                    <a:pt x="2413049" y="302983"/>
                  </a:cubicBezTo>
                  <a:cubicBezTo>
                    <a:pt x="2399597" y="347824"/>
                    <a:pt x="2384034" y="392137"/>
                    <a:pt x="2372516" y="437505"/>
                  </a:cubicBezTo>
                  <a:cubicBezTo>
                    <a:pt x="2369439" y="449551"/>
                    <a:pt x="2373484" y="469773"/>
                    <a:pt x="2382012" y="477246"/>
                  </a:cubicBezTo>
                  <a:cubicBezTo>
                    <a:pt x="2419555" y="509778"/>
                    <a:pt x="2460000" y="538968"/>
                    <a:pt x="2502291" y="571588"/>
                  </a:cubicBezTo>
                  <a:cubicBezTo>
                    <a:pt x="2572102" y="526044"/>
                    <a:pt x="2641737" y="480675"/>
                    <a:pt x="2705745" y="439000"/>
                  </a:cubicBezTo>
                  <a:cubicBezTo>
                    <a:pt x="2752080" y="481643"/>
                    <a:pt x="2796921" y="522966"/>
                    <a:pt x="2843520" y="565873"/>
                  </a:cubicBezTo>
                  <a:cubicBezTo>
                    <a:pt x="2791294" y="636739"/>
                    <a:pt x="2740299" y="706022"/>
                    <a:pt x="2689215" y="775306"/>
                  </a:cubicBezTo>
                  <a:cubicBezTo>
                    <a:pt x="2716823" y="818300"/>
                    <a:pt x="2741442" y="859976"/>
                    <a:pt x="2770017" y="898662"/>
                  </a:cubicBezTo>
                  <a:cubicBezTo>
                    <a:pt x="2777490" y="908861"/>
                    <a:pt x="2798768" y="916774"/>
                    <a:pt x="2811253" y="914136"/>
                  </a:cubicBezTo>
                  <a:cubicBezTo>
                    <a:pt x="2884229" y="898926"/>
                    <a:pt x="2956414" y="880198"/>
                    <a:pt x="3033962" y="861382"/>
                  </a:cubicBezTo>
                  <a:cubicBezTo>
                    <a:pt x="3059811" y="915367"/>
                    <a:pt x="3085485" y="968912"/>
                    <a:pt x="3112829" y="1026150"/>
                  </a:cubicBezTo>
                  <a:cubicBezTo>
                    <a:pt x="3053041" y="1067122"/>
                    <a:pt x="2995100" y="1109150"/>
                    <a:pt x="2934785" y="1147220"/>
                  </a:cubicBezTo>
                  <a:cubicBezTo>
                    <a:pt x="2904715" y="1166212"/>
                    <a:pt x="2889592" y="1184939"/>
                    <a:pt x="2906649" y="1220460"/>
                  </a:cubicBezTo>
                  <a:cubicBezTo>
                    <a:pt x="2912892" y="1233385"/>
                    <a:pt x="2914474" y="1248596"/>
                    <a:pt x="2917903" y="1262839"/>
                  </a:cubicBezTo>
                  <a:cubicBezTo>
                    <a:pt x="2937686" y="1345311"/>
                    <a:pt x="2937686" y="1344959"/>
                    <a:pt x="3022883" y="1352872"/>
                  </a:cubicBezTo>
                  <a:cubicBezTo>
                    <a:pt x="3080913" y="1358236"/>
                    <a:pt x="3138854" y="1364478"/>
                    <a:pt x="3199433" y="1370633"/>
                  </a:cubicBezTo>
                  <a:cubicBezTo>
                    <a:pt x="3206115" y="1430421"/>
                    <a:pt x="3212358" y="1486779"/>
                    <a:pt x="3219216" y="1547974"/>
                  </a:cubicBezTo>
                  <a:cubicBezTo>
                    <a:pt x="3145448" y="1570043"/>
                    <a:pt x="3073439" y="1593166"/>
                    <a:pt x="3000463" y="1612509"/>
                  </a:cubicBezTo>
                  <a:cubicBezTo>
                    <a:pt x="2968811" y="1620950"/>
                    <a:pt x="2953424" y="1634578"/>
                    <a:pt x="2953952" y="1668956"/>
                  </a:cubicBezTo>
                  <a:cubicBezTo>
                    <a:pt x="2954479" y="1709664"/>
                    <a:pt x="2934872" y="1759517"/>
                    <a:pt x="2952281" y="1788619"/>
                  </a:cubicBezTo>
                  <a:cubicBezTo>
                    <a:pt x="2969690" y="1817810"/>
                    <a:pt x="3021565" y="1826778"/>
                    <a:pt x="3058756" y="1843659"/>
                  </a:cubicBezTo>
                  <a:cubicBezTo>
                    <a:pt x="3099992" y="1862475"/>
                    <a:pt x="3141668" y="1880235"/>
                    <a:pt x="3187827" y="1900457"/>
                  </a:cubicBezTo>
                  <a:cubicBezTo>
                    <a:pt x="3174287" y="1954882"/>
                    <a:pt x="3162242" y="2008691"/>
                    <a:pt x="3146415" y="2061445"/>
                  </a:cubicBezTo>
                  <a:cubicBezTo>
                    <a:pt x="3144041" y="2069270"/>
                    <a:pt x="3123731" y="2076216"/>
                    <a:pt x="3111950" y="2075864"/>
                  </a:cubicBezTo>
                  <a:cubicBezTo>
                    <a:pt x="3044600" y="2073490"/>
                    <a:pt x="2977339" y="2069358"/>
                    <a:pt x="2910078" y="2064522"/>
                  </a:cubicBezTo>
                  <a:cubicBezTo>
                    <a:pt x="2886691" y="2062851"/>
                    <a:pt x="2872887" y="2068390"/>
                    <a:pt x="2863303" y="2092218"/>
                  </a:cubicBezTo>
                  <a:cubicBezTo>
                    <a:pt x="2846949" y="2132838"/>
                    <a:pt x="2826024" y="2171612"/>
                    <a:pt x="2804658" y="2215925"/>
                  </a:cubicBezTo>
                  <a:cubicBezTo>
                    <a:pt x="2869370" y="2276768"/>
                    <a:pt x="2935136" y="2338666"/>
                    <a:pt x="3003101" y="2402498"/>
                  </a:cubicBezTo>
                  <a:cubicBezTo>
                    <a:pt x="2969338" y="2454988"/>
                    <a:pt x="2937070" y="2505017"/>
                    <a:pt x="2902341" y="2559001"/>
                  </a:cubicBezTo>
                  <a:cubicBezTo>
                    <a:pt x="2832003" y="2528404"/>
                    <a:pt x="2762016" y="2499741"/>
                    <a:pt x="2693611" y="2467561"/>
                  </a:cubicBezTo>
                  <a:cubicBezTo>
                    <a:pt x="2665476" y="2454373"/>
                    <a:pt x="2646924" y="2455076"/>
                    <a:pt x="2626614" y="2480750"/>
                  </a:cubicBezTo>
                  <a:cubicBezTo>
                    <a:pt x="2600501" y="2513897"/>
                    <a:pt x="2551704" y="2541329"/>
                    <a:pt x="2546956" y="2575883"/>
                  </a:cubicBezTo>
                  <a:cubicBezTo>
                    <a:pt x="2542296" y="2610084"/>
                    <a:pt x="2579927" y="2650353"/>
                    <a:pt x="2599534" y="2687633"/>
                  </a:cubicBezTo>
                  <a:cubicBezTo>
                    <a:pt x="2621251" y="2728957"/>
                    <a:pt x="2643407" y="2770017"/>
                    <a:pt x="2667059" y="2814242"/>
                  </a:cubicBezTo>
                  <a:cubicBezTo>
                    <a:pt x="2619053" y="2851961"/>
                    <a:pt x="2572190" y="2888713"/>
                    <a:pt x="2521019" y="2928982"/>
                  </a:cubicBezTo>
                  <a:cubicBezTo>
                    <a:pt x="2463517" y="2877635"/>
                    <a:pt x="2404960" y="2827343"/>
                    <a:pt x="2349129" y="2774325"/>
                  </a:cubicBezTo>
                  <a:cubicBezTo>
                    <a:pt x="2327852" y="2754103"/>
                    <a:pt x="2311762" y="2746981"/>
                    <a:pt x="2285473" y="2765269"/>
                  </a:cubicBezTo>
                  <a:cubicBezTo>
                    <a:pt x="2249952" y="2790063"/>
                    <a:pt x="2195879" y="2803164"/>
                    <a:pt x="2179437" y="2836135"/>
                  </a:cubicBezTo>
                  <a:cubicBezTo>
                    <a:pt x="2163787" y="2867523"/>
                    <a:pt x="2185944" y="2917903"/>
                    <a:pt x="2192362" y="2959843"/>
                  </a:cubicBezTo>
                  <a:cubicBezTo>
                    <a:pt x="2198956" y="3003013"/>
                    <a:pt x="2206606" y="3046095"/>
                    <a:pt x="2213727" y="3088562"/>
                  </a:cubicBezTo>
                  <a:cubicBezTo>
                    <a:pt x="2208012" y="3092606"/>
                    <a:pt x="2204847" y="3095947"/>
                    <a:pt x="2200979" y="3097354"/>
                  </a:cubicBezTo>
                  <a:cubicBezTo>
                    <a:pt x="2149016" y="3116873"/>
                    <a:pt x="2096965" y="3136040"/>
                    <a:pt x="2039728" y="3157230"/>
                  </a:cubicBezTo>
                  <a:cubicBezTo>
                    <a:pt x="2002360" y="3090496"/>
                    <a:pt x="1963850" y="3025345"/>
                    <a:pt x="1929208" y="2958260"/>
                  </a:cubicBezTo>
                  <a:cubicBezTo>
                    <a:pt x="1915316" y="2931355"/>
                    <a:pt x="1899666" y="2924673"/>
                    <a:pt x="1870564" y="2928102"/>
                  </a:cubicBezTo>
                  <a:cubicBezTo>
                    <a:pt x="1732261" y="2953952"/>
                    <a:pt x="1748263" y="2941643"/>
                    <a:pt x="1725139" y="3060954"/>
                  </a:cubicBezTo>
                  <a:cubicBezTo>
                    <a:pt x="1715731" y="3109663"/>
                    <a:pt x="1705972" y="3158197"/>
                    <a:pt x="1695597" y="3210687"/>
                  </a:cubicBezTo>
                  <a:cubicBezTo>
                    <a:pt x="1639678" y="3210687"/>
                    <a:pt x="1585605" y="3212270"/>
                    <a:pt x="1531884" y="3209280"/>
                  </a:cubicBezTo>
                  <a:cubicBezTo>
                    <a:pt x="1522212" y="3208753"/>
                    <a:pt x="1508057" y="3190817"/>
                    <a:pt x="1505419" y="3178859"/>
                  </a:cubicBezTo>
                  <a:cubicBezTo>
                    <a:pt x="1490912" y="3114587"/>
                    <a:pt x="1479042" y="3049788"/>
                    <a:pt x="1467172" y="2984989"/>
                  </a:cubicBezTo>
                  <a:cubicBezTo>
                    <a:pt x="1462864" y="2961162"/>
                    <a:pt x="1455391" y="2945775"/>
                    <a:pt x="1426552" y="2943665"/>
                  </a:cubicBezTo>
                  <a:cubicBezTo>
                    <a:pt x="1384613" y="2940588"/>
                    <a:pt x="1335024" y="2915353"/>
                    <a:pt x="1303460" y="2930476"/>
                  </a:cubicBezTo>
                  <a:cubicBezTo>
                    <a:pt x="1271895" y="2945599"/>
                    <a:pt x="1258531" y="2998705"/>
                    <a:pt x="1237078" y="3035193"/>
                  </a:cubicBezTo>
                  <a:cubicBezTo>
                    <a:pt x="1214833" y="3072912"/>
                    <a:pt x="1200326" y="3129534"/>
                    <a:pt x="1167970" y="3142811"/>
                  </a:cubicBezTo>
                  <a:cubicBezTo>
                    <a:pt x="1136318" y="3155735"/>
                    <a:pt x="1086553" y="3124698"/>
                    <a:pt x="1044790" y="3112477"/>
                  </a:cubicBezTo>
                  <a:cubicBezTo>
                    <a:pt x="1028085" y="3107641"/>
                    <a:pt x="1011731" y="3101662"/>
                    <a:pt x="991948" y="3095156"/>
                  </a:cubicBezTo>
                  <a:cubicBezTo>
                    <a:pt x="1003114" y="3019630"/>
                    <a:pt x="1012874" y="2945775"/>
                    <a:pt x="1025447" y="2872447"/>
                  </a:cubicBezTo>
                  <a:cubicBezTo>
                    <a:pt x="1030019" y="2845806"/>
                    <a:pt x="1026854" y="2828661"/>
                    <a:pt x="1000037" y="2816352"/>
                  </a:cubicBezTo>
                  <a:cubicBezTo>
                    <a:pt x="961703" y="2798680"/>
                    <a:pt x="923808" y="2759818"/>
                    <a:pt x="888287" y="2762631"/>
                  </a:cubicBezTo>
                  <a:cubicBezTo>
                    <a:pt x="855404" y="2765181"/>
                    <a:pt x="825686" y="2810373"/>
                    <a:pt x="795088" y="2837366"/>
                  </a:cubicBezTo>
                  <a:cubicBezTo>
                    <a:pt x="762205" y="2866468"/>
                    <a:pt x="730025" y="2896274"/>
                    <a:pt x="694329" y="2928718"/>
                  </a:cubicBezTo>
                  <a:cubicBezTo>
                    <a:pt x="668919" y="2908759"/>
                    <a:pt x="643861" y="2889152"/>
                    <a:pt x="618891" y="2869546"/>
                  </a:cubicBezTo>
                  <a:cubicBezTo>
                    <a:pt x="594888" y="2850642"/>
                    <a:pt x="570885" y="2831739"/>
                    <a:pt x="546090" y="2812308"/>
                  </a:cubicBezTo>
                  <a:cubicBezTo>
                    <a:pt x="580908" y="2743376"/>
                    <a:pt x="613615" y="2676467"/>
                    <a:pt x="648609" y="2610876"/>
                  </a:cubicBezTo>
                  <a:cubicBezTo>
                    <a:pt x="660214" y="2589071"/>
                    <a:pt x="658544" y="2575003"/>
                    <a:pt x="640696" y="2557682"/>
                  </a:cubicBezTo>
                  <a:cubicBezTo>
                    <a:pt x="610274" y="2528140"/>
                    <a:pt x="582666" y="2495872"/>
                    <a:pt x="551278" y="2462022"/>
                  </a:cubicBezTo>
                  <a:cubicBezTo>
                    <a:pt x="474960" y="2494114"/>
                    <a:pt x="398467" y="2526206"/>
                    <a:pt x="316347" y="2560760"/>
                  </a:cubicBezTo>
                  <a:cubicBezTo>
                    <a:pt x="281266" y="2509940"/>
                    <a:pt x="245833" y="2458681"/>
                    <a:pt x="208905" y="2405224"/>
                  </a:cubicBezTo>
                  <a:cubicBezTo>
                    <a:pt x="263769" y="2353261"/>
                    <a:pt x="316259" y="2302354"/>
                    <a:pt x="370244" y="2253117"/>
                  </a:cubicBezTo>
                  <a:cubicBezTo>
                    <a:pt x="387829" y="2237027"/>
                    <a:pt x="391434" y="2224014"/>
                    <a:pt x="382553" y="2200451"/>
                  </a:cubicBezTo>
                  <a:cubicBezTo>
                    <a:pt x="325315" y="2048608"/>
                    <a:pt x="360485" y="2066192"/>
                    <a:pt x="208993" y="2085184"/>
                  </a:cubicBezTo>
                  <a:cubicBezTo>
                    <a:pt x="201696" y="2086063"/>
                    <a:pt x="194310" y="2085799"/>
                    <a:pt x="187012" y="2085887"/>
                  </a:cubicBezTo>
                  <a:cubicBezTo>
                    <a:pt x="150964" y="2086503"/>
                    <a:pt x="104453" y="2100922"/>
                    <a:pt x="81681" y="2083777"/>
                  </a:cubicBezTo>
                  <a:cubicBezTo>
                    <a:pt x="58205" y="2066192"/>
                    <a:pt x="57326" y="2017923"/>
                    <a:pt x="47478" y="1982929"/>
                  </a:cubicBezTo>
                  <a:cubicBezTo>
                    <a:pt x="41148" y="1960597"/>
                    <a:pt x="36488" y="1937825"/>
                    <a:pt x="30070" y="1911448"/>
                  </a:cubicBezTo>
                  <a:cubicBezTo>
                    <a:pt x="94869" y="1881290"/>
                    <a:pt x="157646" y="1850253"/>
                    <a:pt x="222006" y="1822997"/>
                  </a:cubicBezTo>
                  <a:cubicBezTo>
                    <a:pt x="248559" y="1811743"/>
                    <a:pt x="257527" y="1796620"/>
                    <a:pt x="252779" y="1769628"/>
                  </a:cubicBezTo>
                  <a:cubicBezTo>
                    <a:pt x="250053" y="1753802"/>
                    <a:pt x="248998" y="1737624"/>
                    <a:pt x="248471" y="1721446"/>
                  </a:cubicBezTo>
                  <a:cubicBezTo>
                    <a:pt x="246185" y="1644162"/>
                    <a:pt x="281881" y="1646184"/>
                    <a:pt x="165120" y="1619367"/>
                  </a:cubicBezTo>
                  <a:cubicBezTo>
                    <a:pt x="110168" y="1603717"/>
                    <a:pt x="55040" y="1588946"/>
                    <a:pt x="0" y="1573823"/>
                  </a:cubicBezTo>
                  <a:cubicBezTo>
                    <a:pt x="0" y="1556239"/>
                    <a:pt x="0" y="1538654"/>
                    <a:pt x="0" y="1521069"/>
                  </a:cubicBezTo>
                  <a:cubicBezTo>
                    <a:pt x="6418" y="1475525"/>
                    <a:pt x="12837" y="1429981"/>
                    <a:pt x="19431" y="1383382"/>
                  </a:cubicBezTo>
                  <a:cubicBezTo>
                    <a:pt x="55479" y="1379337"/>
                    <a:pt x="88714" y="1373710"/>
                    <a:pt x="122213" y="1372040"/>
                  </a:cubicBezTo>
                  <a:cubicBezTo>
                    <a:pt x="316523" y="1362808"/>
                    <a:pt x="263769" y="1389185"/>
                    <a:pt x="292432" y="1219933"/>
                  </a:cubicBezTo>
                  <a:cubicBezTo>
                    <a:pt x="296652" y="1194963"/>
                    <a:pt x="292168" y="1183533"/>
                    <a:pt x="271506" y="1170872"/>
                  </a:cubicBezTo>
                  <a:cubicBezTo>
                    <a:pt x="212950" y="1135175"/>
                    <a:pt x="155800" y="1097016"/>
                    <a:pt x="96100" y="1058594"/>
                  </a:cubicBezTo>
                  <a:cubicBezTo>
                    <a:pt x="120806" y="998015"/>
                    <a:pt x="144370" y="940337"/>
                    <a:pt x="168812" y="880462"/>
                  </a:cubicBezTo>
                  <a:cubicBezTo>
                    <a:pt x="241261" y="896991"/>
                    <a:pt x="309313" y="913609"/>
                    <a:pt x="377981" y="927325"/>
                  </a:cubicBezTo>
                  <a:cubicBezTo>
                    <a:pt x="390378" y="929787"/>
                    <a:pt x="411128" y="924863"/>
                    <a:pt x="417898" y="915807"/>
                  </a:cubicBezTo>
                  <a:cubicBezTo>
                    <a:pt x="447441" y="876241"/>
                    <a:pt x="473202" y="833862"/>
                    <a:pt x="501074" y="791484"/>
                  </a:cubicBezTo>
                  <a:cubicBezTo>
                    <a:pt x="451045" y="725629"/>
                    <a:pt x="402600" y="661885"/>
                    <a:pt x="352747" y="596294"/>
                  </a:cubicBezTo>
                  <a:cubicBezTo>
                    <a:pt x="395830" y="548025"/>
                    <a:pt x="437241" y="501601"/>
                    <a:pt x="478917" y="454826"/>
                  </a:cubicBezTo>
                  <a:cubicBezTo>
                    <a:pt x="511536" y="475400"/>
                    <a:pt x="539760" y="493688"/>
                    <a:pt x="568511" y="511185"/>
                  </a:cubicBezTo>
                  <a:cubicBezTo>
                    <a:pt x="607021" y="534660"/>
                    <a:pt x="647729" y="578006"/>
                    <a:pt x="684305" y="574929"/>
                  </a:cubicBezTo>
                  <a:cubicBezTo>
                    <a:pt x="723695" y="571588"/>
                    <a:pt x="758776" y="523582"/>
                    <a:pt x="797111" y="497029"/>
                  </a:cubicBezTo>
                  <a:cubicBezTo>
                    <a:pt x="818124" y="482522"/>
                    <a:pt x="819619" y="467663"/>
                    <a:pt x="811266" y="445067"/>
                  </a:cubicBezTo>
                  <a:cubicBezTo>
                    <a:pt x="790516" y="388796"/>
                    <a:pt x="771261" y="331910"/>
                    <a:pt x="754028" y="274496"/>
                  </a:cubicBezTo>
                  <a:cubicBezTo>
                    <a:pt x="750511" y="262802"/>
                    <a:pt x="753765" y="240382"/>
                    <a:pt x="761766" y="235194"/>
                  </a:cubicBezTo>
                  <a:cubicBezTo>
                    <a:pt x="809508" y="204597"/>
                    <a:pt x="859536" y="177605"/>
                    <a:pt x="911411" y="147975"/>
                  </a:cubicBezTo>
                  <a:cubicBezTo>
                    <a:pt x="955284" y="204157"/>
                    <a:pt x="998191" y="257790"/>
                    <a:pt x="1039515" y="312567"/>
                  </a:cubicBezTo>
                  <a:cubicBezTo>
                    <a:pt x="1053670" y="331294"/>
                    <a:pt x="1066155" y="339295"/>
                    <a:pt x="1090598" y="328744"/>
                  </a:cubicBezTo>
                  <a:cubicBezTo>
                    <a:pt x="1128141" y="312567"/>
                    <a:pt x="1168498" y="302807"/>
                    <a:pt x="1205777" y="286190"/>
                  </a:cubicBezTo>
                  <a:cubicBezTo>
                    <a:pt x="1217647" y="280826"/>
                    <a:pt x="1230484" y="262450"/>
                    <a:pt x="1231011" y="249526"/>
                  </a:cubicBezTo>
                  <a:cubicBezTo>
                    <a:pt x="1233649" y="188155"/>
                    <a:pt x="1233385" y="126521"/>
                    <a:pt x="1231627" y="65063"/>
                  </a:cubicBezTo>
                  <a:cubicBezTo>
                    <a:pt x="1230835" y="38686"/>
                    <a:pt x="1240595" y="29982"/>
                    <a:pt x="1265829" y="26201"/>
                  </a:cubicBezTo>
                  <a:cubicBezTo>
                    <a:pt x="1307328" y="19783"/>
                    <a:pt x="1348125" y="8968"/>
                    <a:pt x="1389185" y="0"/>
                  </a:cubicBezTo>
                  <a:cubicBezTo>
                    <a:pt x="1397977" y="0"/>
                    <a:pt x="1406769" y="0"/>
                    <a:pt x="1415562" y="0"/>
                  </a:cubicBezTo>
                  <a:cubicBezTo>
                    <a:pt x="1440004" y="67085"/>
                    <a:pt x="1463392" y="134522"/>
                    <a:pt x="1490032" y="200728"/>
                  </a:cubicBezTo>
                  <a:cubicBezTo>
                    <a:pt x="1494956" y="212950"/>
                    <a:pt x="1512717" y="226842"/>
                    <a:pt x="1525465" y="227809"/>
                  </a:cubicBezTo>
                  <a:cubicBezTo>
                    <a:pt x="1568987" y="231150"/>
                    <a:pt x="1612949" y="230534"/>
                    <a:pt x="1656559" y="228072"/>
                  </a:cubicBezTo>
                  <a:cubicBezTo>
                    <a:pt x="1667373" y="227457"/>
                    <a:pt x="1683199" y="216379"/>
                    <a:pt x="1686892" y="206355"/>
                  </a:cubicBezTo>
                  <a:cubicBezTo>
                    <a:pt x="1712214" y="138127"/>
                    <a:pt x="1734898" y="68932"/>
                    <a:pt x="1758462" y="0"/>
                  </a:cubicBezTo>
                  <a:cubicBezTo>
                    <a:pt x="1773145" y="0"/>
                    <a:pt x="1787740" y="0"/>
                    <a:pt x="1802423" y="0"/>
                  </a:cubicBezTo>
                  <a:close/>
                  <a:moveTo>
                    <a:pt x="1609520" y="1345135"/>
                  </a:moveTo>
                  <a:cubicBezTo>
                    <a:pt x="1464711" y="1344959"/>
                    <a:pt x="1349531" y="1460402"/>
                    <a:pt x="1350499" y="1604684"/>
                  </a:cubicBezTo>
                  <a:cubicBezTo>
                    <a:pt x="1351466" y="1752835"/>
                    <a:pt x="1466381" y="1871531"/>
                    <a:pt x="1609256" y="1871794"/>
                  </a:cubicBezTo>
                  <a:cubicBezTo>
                    <a:pt x="1751692" y="1872058"/>
                    <a:pt x="1870739" y="1751604"/>
                    <a:pt x="1871003" y="1606970"/>
                  </a:cubicBezTo>
                  <a:cubicBezTo>
                    <a:pt x="1871267" y="1458908"/>
                    <a:pt x="1757846" y="1345311"/>
                    <a:pt x="1609520" y="1345135"/>
                  </a:cubicBezTo>
                  <a:close/>
                  <a:moveTo>
                    <a:pt x="878615" y="2153764"/>
                  </a:moveTo>
                  <a:cubicBezTo>
                    <a:pt x="1037668" y="2355635"/>
                    <a:pt x="1235495" y="2481365"/>
                    <a:pt x="1493374" y="2515040"/>
                  </a:cubicBezTo>
                  <a:cubicBezTo>
                    <a:pt x="1493374" y="2386057"/>
                    <a:pt x="1493901" y="2263228"/>
                    <a:pt x="1492494" y="2140400"/>
                  </a:cubicBezTo>
                  <a:cubicBezTo>
                    <a:pt x="1492318" y="2128706"/>
                    <a:pt x="1482647" y="2112528"/>
                    <a:pt x="1472536" y="2106285"/>
                  </a:cubicBezTo>
                  <a:cubicBezTo>
                    <a:pt x="1395339" y="2058631"/>
                    <a:pt x="1317352" y="2012295"/>
                    <a:pt x="1238485" y="1967455"/>
                  </a:cubicBezTo>
                  <a:cubicBezTo>
                    <a:pt x="1228549" y="1961828"/>
                    <a:pt x="1209558" y="1962707"/>
                    <a:pt x="1199271" y="1968598"/>
                  </a:cubicBezTo>
                  <a:cubicBezTo>
                    <a:pt x="1093499" y="2028298"/>
                    <a:pt x="988871" y="2089756"/>
                    <a:pt x="878615" y="2153764"/>
                  </a:cubicBezTo>
                  <a:close/>
                  <a:moveTo>
                    <a:pt x="1731118" y="2518645"/>
                  </a:moveTo>
                  <a:cubicBezTo>
                    <a:pt x="1986710" y="2477233"/>
                    <a:pt x="2187614" y="2357130"/>
                    <a:pt x="2344996" y="2153500"/>
                  </a:cubicBezTo>
                  <a:cubicBezTo>
                    <a:pt x="2232983" y="2088437"/>
                    <a:pt x="2124661" y="2025220"/>
                    <a:pt x="2015725" y="1963234"/>
                  </a:cubicBezTo>
                  <a:cubicBezTo>
                    <a:pt x="2008867" y="1959278"/>
                    <a:pt x="1995063" y="1961300"/>
                    <a:pt x="1987501" y="1965696"/>
                  </a:cubicBezTo>
                  <a:cubicBezTo>
                    <a:pt x="1907755" y="2012032"/>
                    <a:pt x="1828360" y="2058983"/>
                    <a:pt x="1749845" y="2107252"/>
                  </a:cubicBezTo>
                  <a:cubicBezTo>
                    <a:pt x="1740701" y="2112880"/>
                    <a:pt x="1732085" y="2127563"/>
                    <a:pt x="1731909" y="2138201"/>
                  </a:cubicBezTo>
                  <a:cubicBezTo>
                    <a:pt x="1730678" y="2262349"/>
                    <a:pt x="1731118" y="2386672"/>
                    <a:pt x="1731118" y="2518645"/>
                  </a:cubicBezTo>
                  <a:close/>
                  <a:moveTo>
                    <a:pt x="768887" y="1948376"/>
                  </a:moveTo>
                  <a:cubicBezTo>
                    <a:pt x="843710" y="1904678"/>
                    <a:pt x="917038" y="1862299"/>
                    <a:pt x="989926" y="1819216"/>
                  </a:cubicBezTo>
                  <a:cubicBezTo>
                    <a:pt x="1031338" y="1794686"/>
                    <a:pt x="1087872" y="1778068"/>
                    <a:pt x="1108710" y="1741405"/>
                  </a:cubicBezTo>
                  <a:cubicBezTo>
                    <a:pt x="1129636" y="1704653"/>
                    <a:pt x="1115392" y="1647503"/>
                    <a:pt x="1115392" y="1599321"/>
                  </a:cubicBezTo>
                  <a:cubicBezTo>
                    <a:pt x="1115392" y="1546743"/>
                    <a:pt x="1131570" y="1483702"/>
                    <a:pt x="1108270" y="1444488"/>
                  </a:cubicBezTo>
                  <a:cubicBezTo>
                    <a:pt x="1084004" y="1403604"/>
                    <a:pt x="1021315" y="1385228"/>
                    <a:pt x="974803" y="1358060"/>
                  </a:cubicBezTo>
                  <a:cubicBezTo>
                    <a:pt x="908245" y="1319198"/>
                    <a:pt x="841072" y="1281303"/>
                    <a:pt x="774075" y="1242881"/>
                  </a:cubicBezTo>
                  <a:cubicBezTo>
                    <a:pt x="677799" y="1425321"/>
                    <a:pt x="675161" y="1751164"/>
                    <a:pt x="768887" y="1948376"/>
                  </a:cubicBezTo>
                  <a:close/>
                  <a:moveTo>
                    <a:pt x="2456835" y="1949870"/>
                  </a:moveTo>
                  <a:cubicBezTo>
                    <a:pt x="2547923" y="1708257"/>
                    <a:pt x="2547835" y="1476404"/>
                    <a:pt x="2446548" y="1241298"/>
                  </a:cubicBezTo>
                  <a:cubicBezTo>
                    <a:pt x="2336732" y="1305042"/>
                    <a:pt x="2231576" y="1365357"/>
                    <a:pt x="2127826" y="1427783"/>
                  </a:cubicBezTo>
                  <a:cubicBezTo>
                    <a:pt x="2117452" y="1434026"/>
                    <a:pt x="2109978" y="1453544"/>
                    <a:pt x="2109714" y="1467085"/>
                  </a:cubicBezTo>
                  <a:cubicBezTo>
                    <a:pt x="2108044" y="1550436"/>
                    <a:pt x="2108308" y="1633875"/>
                    <a:pt x="2109538" y="1717314"/>
                  </a:cubicBezTo>
                  <a:cubicBezTo>
                    <a:pt x="2109714" y="1730062"/>
                    <a:pt x="2114814" y="1748878"/>
                    <a:pt x="2123958" y="1754417"/>
                  </a:cubicBezTo>
                  <a:cubicBezTo>
                    <a:pt x="2232631" y="1819744"/>
                    <a:pt x="2342623" y="1883224"/>
                    <a:pt x="2456835" y="1949870"/>
                  </a:cubicBezTo>
                  <a:close/>
                  <a:moveTo>
                    <a:pt x="1731205" y="703912"/>
                  </a:moveTo>
                  <a:cubicBezTo>
                    <a:pt x="1731205" y="830785"/>
                    <a:pt x="1730678" y="957834"/>
                    <a:pt x="1732173" y="1084795"/>
                  </a:cubicBezTo>
                  <a:cubicBezTo>
                    <a:pt x="1732261" y="1094467"/>
                    <a:pt x="1744394" y="1107303"/>
                    <a:pt x="1754241" y="1113018"/>
                  </a:cubicBezTo>
                  <a:cubicBezTo>
                    <a:pt x="1823788" y="1153463"/>
                    <a:pt x="1893863" y="1192940"/>
                    <a:pt x="1964553" y="1231187"/>
                  </a:cubicBezTo>
                  <a:cubicBezTo>
                    <a:pt x="1974137" y="1236374"/>
                    <a:pt x="1991018" y="1238309"/>
                    <a:pt x="1999810" y="1233297"/>
                  </a:cubicBezTo>
                  <a:cubicBezTo>
                    <a:pt x="2110242" y="1170960"/>
                    <a:pt x="2219794" y="1107040"/>
                    <a:pt x="2329786" y="1043471"/>
                  </a:cubicBezTo>
                  <a:cubicBezTo>
                    <a:pt x="2201066" y="861822"/>
                    <a:pt x="1923230" y="703736"/>
                    <a:pt x="1731205" y="703912"/>
                  </a:cubicBezTo>
                  <a:close/>
                  <a:moveTo>
                    <a:pt x="1493286" y="715870"/>
                  </a:moveTo>
                  <a:cubicBezTo>
                    <a:pt x="1324561" y="689581"/>
                    <a:pt x="1002939" y="870351"/>
                    <a:pt x="903234" y="1047516"/>
                  </a:cubicBezTo>
                  <a:cubicBezTo>
                    <a:pt x="1011379" y="1110644"/>
                    <a:pt x="1119525" y="1174125"/>
                    <a:pt x="1228461" y="1236199"/>
                  </a:cubicBezTo>
                  <a:cubicBezTo>
                    <a:pt x="1235759" y="1240331"/>
                    <a:pt x="1251057" y="1236023"/>
                    <a:pt x="1260026" y="1231011"/>
                  </a:cubicBezTo>
                  <a:cubicBezTo>
                    <a:pt x="1330188" y="1191709"/>
                    <a:pt x="1400087" y="1151968"/>
                    <a:pt x="1469107" y="1110644"/>
                  </a:cubicBezTo>
                  <a:cubicBezTo>
                    <a:pt x="1479745" y="1104314"/>
                    <a:pt x="1492055" y="1089631"/>
                    <a:pt x="1492231" y="1078640"/>
                  </a:cubicBezTo>
                  <a:cubicBezTo>
                    <a:pt x="1493901" y="957482"/>
                    <a:pt x="1493286" y="836324"/>
                    <a:pt x="1493286" y="7158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xmlns="" id="{075F45D3-1548-4546-8A4A-5D6F6BC9B798}"/>
                </a:ext>
              </a:extLst>
            </p:cNvPr>
            <p:cNvSpPr/>
            <p:nvPr/>
          </p:nvSpPr>
          <p:spPr>
            <a:xfrm flipH="1">
              <a:off x="3027347" y="2681487"/>
              <a:ext cx="1112517" cy="1112730"/>
            </a:xfrm>
            <a:custGeom>
              <a:avLst/>
              <a:gdLst>
                <a:gd name="connsiteX0" fmla="*/ 1779651 w 3214291"/>
                <a:gd name="connsiteY0" fmla="*/ 0 h 3214907"/>
                <a:gd name="connsiteX1" fmla="*/ 1939935 w 3214291"/>
                <a:gd name="connsiteY1" fmla="*/ 29982 h 3214907"/>
                <a:gd name="connsiteX2" fmla="*/ 1939319 w 3214291"/>
                <a:gd name="connsiteY2" fmla="*/ 237920 h 3214907"/>
                <a:gd name="connsiteX3" fmla="*/ 1974576 w 3214291"/>
                <a:gd name="connsiteY3" fmla="*/ 287157 h 3214907"/>
                <a:gd name="connsiteX4" fmla="*/ 2041310 w 3214291"/>
                <a:gd name="connsiteY4" fmla="*/ 308786 h 3214907"/>
                <a:gd name="connsiteX5" fmla="*/ 2166161 w 3214291"/>
                <a:gd name="connsiteY5" fmla="*/ 270803 h 3214907"/>
                <a:gd name="connsiteX6" fmla="*/ 2270174 w 3214291"/>
                <a:gd name="connsiteY6" fmla="*/ 137600 h 3214907"/>
                <a:gd name="connsiteX7" fmla="*/ 2436612 w 3214291"/>
                <a:gd name="connsiteY7" fmla="*/ 219368 h 3214907"/>
                <a:gd name="connsiteX8" fmla="*/ 2370758 w 3214291"/>
                <a:gd name="connsiteY8" fmla="*/ 425636 h 3214907"/>
                <a:gd name="connsiteX9" fmla="*/ 2391684 w 3214291"/>
                <a:gd name="connsiteY9" fmla="*/ 491226 h 3214907"/>
                <a:gd name="connsiteX10" fmla="*/ 2495960 w 3214291"/>
                <a:gd name="connsiteY10" fmla="*/ 565961 h 3214907"/>
                <a:gd name="connsiteX11" fmla="*/ 2611316 w 3214291"/>
                <a:gd name="connsiteY11" fmla="*/ 500810 h 3214907"/>
                <a:gd name="connsiteX12" fmla="*/ 2711284 w 3214291"/>
                <a:gd name="connsiteY12" fmla="*/ 443924 h 3214907"/>
                <a:gd name="connsiteX13" fmla="*/ 2798416 w 3214291"/>
                <a:gd name="connsiteY13" fmla="*/ 518219 h 3214907"/>
                <a:gd name="connsiteX14" fmla="*/ 2843169 w 3214291"/>
                <a:gd name="connsiteY14" fmla="*/ 564466 h 3214907"/>
                <a:gd name="connsiteX15" fmla="*/ 2684116 w 3214291"/>
                <a:gd name="connsiteY15" fmla="*/ 776361 h 3214907"/>
                <a:gd name="connsiteX16" fmla="*/ 2765972 w 3214291"/>
                <a:gd name="connsiteY16" fmla="*/ 905168 h 3214907"/>
                <a:gd name="connsiteX17" fmla="*/ 2805538 w 3214291"/>
                <a:gd name="connsiteY17" fmla="*/ 916686 h 3214907"/>
                <a:gd name="connsiteX18" fmla="*/ 2993693 w 3214291"/>
                <a:gd name="connsiteY18" fmla="*/ 872900 h 3214907"/>
                <a:gd name="connsiteX19" fmla="*/ 3047326 w 3214291"/>
                <a:gd name="connsiteY19" fmla="*/ 898310 h 3214907"/>
                <a:gd name="connsiteX20" fmla="*/ 3108169 w 3214291"/>
                <a:gd name="connsiteY20" fmla="*/ 1031777 h 3214907"/>
                <a:gd name="connsiteX21" fmla="*/ 2920893 w 3214291"/>
                <a:gd name="connsiteY21" fmla="*/ 1157947 h 3214907"/>
                <a:gd name="connsiteX22" fmla="*/ 2898648 w 3214291"/>
                <a:gd name="connsiteY22" fmla="*/ 1211756 h 3214907"/>
                <a:gd name="connsiteX23" fmla="*/ 2926080 w 3214291"/>
                <a:gd name="connsiteY23" fmla="*/ 1322539 h 3214907"/>
                <a:gd name="connsiteX24" fmla="*/ 2968195 w 3214291"/>
                <a:gd name="connsiteY24" fmla="*/ 1355334 h 3214907"/>
                <a:gd name="connsiteX25" fmla="*/ 3195916 w 3214291"/>
                <a:gd name="connsiteY25" fmla="*/ 1373271 h 3214907"/>
                <a:gd name="connsiteX26" fmla="*/ 3214292 w 3214291"/>
                <a:gd name="connsiteY26" fmla="*/ 1553073 h 3214907"/>
                <a:gd name="connsiteX27" fmla="*/ 2992814 w 3214291"/>
                <a:gd name="connsiteY27" fmla="*/ 1614532 h 3214907"/>
                <a:gd name="connsiteX28" fmla="*/ 2949028 w 3214291"/>
                <a:gd name="connsiteY28" fmla="*/ 1667022 h 3214907"/>
                <a:gd name="connsiteX29" fmla="*/ 3067812 w 3214291"/>
                <a:gd name="connsiteY29" fmla="*/ 1857463 h 3214907"/>
                <a:gd name="connsiteX30" fmla="*/ 3190201 w 3214291"/>
                <a:gd name="connsiteY30" fmla="*/ 1912855 h 3214907"/>
                <a:gd name="connsiteX31" fmla="*/ 3148262 w 3214291"/>
                <a:gd name="connsiteY31" fmla="*/ 2067160 h 3214907"/>
                <a:gd name="connsiteX32" fmla="*/ 3110631 w 3214291"/>
                <a:gd name="connsiteY32" fmla="*/ 2084393 h 3214907"/>
                <a:gd name="connsiteX33" fmla="*/ 2913067 w 3214291"/>
                <a:gd name="connsiteY33" fmla="*/ 2075248 h 3214907"/>
                <a:gd name="connsiteX34" fmla="*/ 2862248 w 3214291"/>
                <a:gd name="connsiteY34" fmla="*/ 2104967 h 3214907"/>
                <a:gd name="connsiteX35" fmla="*/ 2900231 w 3214291"/>
                <a:gd name="connsiteY35" fmla="*/ 2313872 h 3214907"/>
                <a:gd name="connsiteX36" fmla="*/ 3003013 w 3214291"/>
                <a:gd name="connsiteY36" fmla="*/ 2408741 h 3214907"/>
                <a:gd name="connsiteX37" fmla="*/ 2904539 w 3214291"/>
                <a:gd name="connsiteY37" fmla="*/ 2567442 h 3214907"/>
                <a:gd name="connsiteX38" fmla="*/ 2687281 w 3214291"/>
                <a:gd name="connsiteY38" fmla="*/ 2478288 h 3214907"/>
                <a:gd name="connsiteX39" fmla="*/ 2626438 w 3214291"/>
                <a:gd name="connsiteY39" fmla="*/ 2490773 h 3214907"/>
                <a:gd name="connsiteX40" fmla="*/ 2536669 w 3214291"/>
                <a:gd name="connsiteY40" fmla="*/ 2586609 h 3214907"/>
                <a:gd name="connsiteX41" fmla="*/ 2667410 w 3214291"/>
                <a:gd name="connsiteY41" fmla="*/ 2826288 h 3214907"/>
                <a:gd name="connsiteX42" fmla="*/ 2518821 w 3214291"/>
                <a:gd name="connsiteY42" fmla="*/ 2941027 h 3214907"/>
                <a:gd name="connsiteX43" fmla="*/ 2344293 w 3214291"/>
                <a:gd name="connsiteY43" fmla="*/ 2785052 h 3214907"/>
                <a:gd name="connsiteX44" fmla="*/ 2287231 w 3214291"/>
                <a:gd name="connsiteY44" fmla="*/ 2777666 h 3214907"/>
                <a:gd name="connsiteX45" fmla="*/ 2184273 w 3214291"/>
                <a:gd name="connsiteY45" fmla="*/ 2839740 h 3214907"/>
                <a:gd name="connsiteX46" fmla="*/ 2191483 w 3214291"/>
                <a:gd name="connsiteY46" fmla="*/ 2957996 h 3214907"/>
                <a:gd name="connsiteX47" fmla="*/ 2193945 w 3214291"/>
                <a:gd name="connsiteY47" fmla="*/ 2979801 h 3214907"/>
                <a:gd name="connsiteX48" fmla="*/ 2206430 w 3214291"/>
                <a:gd name="connsiteY48" fmla="*/ 3105004 h 3214907"/>
                <a:gd name="connsiteX49" fmla="*/ 2055026 w 3214291"/>
                <a:gd name="connsiteY49" fmla="*/ 3162593 h 3214907"/>
                <a:gd name="connsiteX50" fmla="*/ 2021352 w 3214291"/>
                <a:gd name="connsiteY50" fmla="*/ 3140085 h 3214907"/>
                <a:gd name="connsiteX51" fmla="*/ 1924460 w 3214291"/>
                <a:gd name="connsiteY51" fmla="*/ 2962832 h 3214907"/>
                <a:gd name="connsiteX52" fmla="*/ 1876190 w 3214291"/>
                <a:gd name="connsiteY52" fmla="*/ 2937774 h 3214907"/>
                <a:gd name="connsiteX53" fmla="*/ 1776310 w 3214291"/>
                <a:gd name="connsiteY53" fmla="*/ 2952809 h 3214907"/>
                <a:gd name="connsiteX54" fmla="*/ 1734283 w 3214291"/>
                <a:gd name="connsiteY54" fmla="*/ 2997562 h 3214907"/>
                <a:gd name="connsiteX55" fmla="*/ 1698674 w 3214291"/>
                <a:gd name="connsiteY55" fmla="*/ 3205324 h 3214907"/>
                <a:gd name="connsiteX56" fmla="*/ 1693223 w 3214291"/>
                <a:gd name="connsiteY56" fmla="*/ 3214907 h 3214907"/>
                <a:gd name="connsiteX57" fmla="*/ 1509727 w 3214291"/>
                <a:gd name="connsiteY57" fmla="*/ 3214907 h 3214907"/>
                <a:gd name="connsiteX58" fmla="*/ 1465766 w 3214291"/>
                <a:gd name="connsiteY58" fmla="*/ 2998441 h 3214907"/>
                <a:gd name="connsiteX59" fmla="*/ 1421892 w 3214291"/>
                <a:gd name="connsiteY59" fmla="*/ 2954040 h 3214907"/>
                <a:gd name="connsiteX60" fmla="*/ 1239540 w 3214291"/>
                <a:gd name="connsiteY60" fmla="*/ 3036072 h 3214907"/>
                <a:gd name="connsiteX61" fmla="*/ 1172366 w 3214291"/>
                <a:gd name="connsiteY61" fmla="*/ 3162681 h 3214907"/>
                <a:gd name="connsiteX62" fmla="*/ 1083564 w 3214291"/>
                <a:gd name="connsiteY62" fmla="*/ 3134985 h 3214907"/>
                <a:gd name="connsiteX63" fmla="*/ 993091 w 3214291"/>
                <a:gd name="connsiteY63" fmla="*/ 3103421 h 3214907"/>
                <a:gd name="connsiteX64" fmla="*/ 1026326 w 3214291"/>
                <a:gd name="connsiteY64" fmla="*/ 2876404 h 3214907"/>
                <a:gd name="connsiteX65" fmla="*/ 1000301 w 3214291"/>
                <a:gd name="connsiteY65" fmla="*/ 2825232 h 3214907"/>
                <a:gd name="connsiteX66" fmla="*/ 792979 w 3214291"/>
                <a:gd name="connsiteY66" fmla="*/ 2848444 h 3214907"/>
                <a:gd name="connsiteX67" fmla="*/ 692834 w 3214291"/>
                <a:gd name="connsiteY67" fmla="*/ 2939708 h 3214907"/>
                <a:gd name="connsiteX68" fmla="*/ 539320 w 3214291"/>
                <a:gd name="connsiteY68" fmla="*/ 2820133 h 3214907"/>
                <a:gd name="connsiteX69" fmla="*/ 661709 w 3214291"/>
                <a:gd name="connsiteY69" fmla="*/ 2592236 h 3214907"/>
                <a:gd name="connsiteX70" fmla="*/ 559279 w 3214291"/>
                <a:gd name="connsiteY70" fmla="*/ 2483563 h 3214907"/>
                <a:gd name="connsiteX71" fmla="*/ 517867 w 3214291"/>
                <a:gd name="connsiteY71" fmla="*/ 2481717 h 3214907"/>
                <a:gd name="connsiteX72" fmla="*/ 313182 w 3214291"/>
                <a:gd name="connsiteY72" fmla="*/ 2570871 h 3214907"/>
                <a:gd name="connsiteX73" fmla="*/ 206971 w 3214291"/>
                <a:gd name="connsiteY73" fmla="*/ 2410411 h 3214907"/>
                <a:gd name="connsiteX74" fmla="*/ 368661 w 3214291"/>
                <a:gd name="connsiteY74" fmla="*/ 2261030 h 3214907"/>
                <a:gd name="connsiteX75" fmla="*/ 380355 w 3214291"/>
                <a:gd name="connsiteY75" fmla="*/ 2205551 h 3214907"/>
                <a:gd name="connsiteX76" fmla="*/ 350286 w 3214291"/>
                <a:gd name="connsiteY76" fmla="*/ 2142158 h 3214907"/>
                <a:gd name="connsiteX77" fmla="*/ 252867 w 3214291"/>
                <a:gd name="connsiteY77" fmla="*/ 2088261 h 3214907"/>
                <a:gd name="connsiteX78" fmla="*/ 74383 w 3214291"/>
                <a:gd name="connsiteY78" fmla="*/ 2103208 h 3214907"/>
                <a:gd name="connsiteX79" fmla="*/ 30509 w 3214291"/>
                <a:gd name="connsiteY79" fmla="*/ 1936066 h 3214907"/>
                <a:gd name="connsiteX80" fmla="*/ 52754 w 3214291"/>
                <a:gd name="connsiteY80" fmla="*/ 1903535 h 3214907"/>
                <a:gd name="connsiteX81" fmla="*/ 220687 w 3214291"/>
                <a:gd name="connsiteY81" fmla="*/ 1827218 h 3214907"/>
                <a:gd name="connsiteX82" fmla="*/ 248646 w 3214291"/>
                <a:gd name="connsiteY82" fmla="*/ 1780706 h 3214907"/>
                <a:gd name="connsiteX83" fmla="*/ 243371 w 3214291"/>
                <a:gd name="connsiteY83" fmla="*/ 1719424 h 3214907"/>
                <a:gd name="connsiteX84" fmla="*/ 164944 w 3214291"/>
                <a:gd name="connsiteY84" fmla="*/ 1624906 h 3214907"/>
                <a:gd name="connsiteX85" fmla="*/ 0 w 3214291"/>
                <a:gd name="connsiteY85" fmla="*/ 1580241 h 3214907"/>
                <a:gd name="connsiteX86" fmla="*/ 12485 w 3214291"/>
                <a:gd name="connsiteY86" fmla="*/ 1413627 h 3214907"/>
                <a:gd name="connsiteX87" fmla="*/ 40796 w 3214291"/>
                <a:gd name="connsiteY87" fmla="*/ 1390328 h 3214907"/>
                <a:gd name="connsiteX88" fmla="*/ 228072 w 3214291"/>
                <a:gd name="connsiteY88" fmla="*/ 1366061 h 3214907"/>
                <a:gd name="connsiteX89" fmla="*/ 267462 w 3214291"/>
                <a:gd name="connsiteY89" fmla="*/ 1329661 h 3214907"/>
                <a:gd name="connsiteX90" fmla="*/ 288476 w 3214291"/>
                <a:gd name="connsiteY90" fmla="*/ 1198568 h 3214907"/>
                <a:gd name="connsiteX91" fmla="*/ 185078 w 3214291"/>
                <a:gd name="connsiteY91" fmla="*/ 1122866 h 3214907"/>
                <a:gd name="connsiteX92" fmla="*/ 93023 w 3214291"/>
                <a:gd name="connsiteY92" fmla="*/ 1062111 h 3214907"/>
                <a:gd name="connsiteX93" fmla="*/ 164768 w 3214291"/>
                <a:gd name="connsiteY93" fmla="*/ 886880 h 3214907"/>
                <a:gd name="connsiteX94" fmla="*/ 369013 w 3214291"/>
                <a:gd name="connsiteY94" fmla="*/ 931545 h 3214907"/>
                <a:gd name="connsiteX95" fmla="*/ 422646 w 3214291"/>
                <a:gd name="connsiteY95" fmla="*/ 910531 h 3214907"/>
                <a:gd name="connsiteX96" fmla="*/ 497557 w 3214291"/>
                <a:gd name="connsiteY96" fmla="*/ 792627 h 3214907"/>
                <a:gd name="connsiteX97" fmla="*/ 349758 w 3214291"/>
                <a:gd name="connsiteY97" fmla="*/ 599811 h 3214907"/>
                <a:gd name="connsiteX98" fmla="*/ 477071 w 3214291"/>
                <a:gd name="connsiteY98" fmla="*/ 458079 h 3214907"/>
                <a:gd name="connsiteX99" fmla="*/ 642278 w 3214291"/>
                <a:gd name="connsiteY99" fmla="*/ 563059 h 3214907"/>
                <a:gd name="connsiteX100" fmla="*/ 717276 w 3214291"/>
                <a:gd name="connsiteY100" fmla="*/ 557432 h 3214907"/>
                <a:gd name="connsiteX101" fmla="*/ 754820 w 3214291"/>
                <a:gd name="connsiteY101" fmla="*/ 527099 h 3214907"/>
                <a:gd name="connsiteX102" fmla="*/ 793682 w 3214291"/>
                <a:gd name="connsiteY102" fmla="*/ 399347 h 3214907"/>
                <a:gd name="connsiteX103" fmla="*/ 755347 w 3214291"/>
                <a:gd name="connsiteY103" fmla="*/ 277925 h 3214907"/>
                <a:gd name="connsiteX104" fmla="*/ 774251 w 3214291"/>
                <a:gd name="connsiteY104" fmla="*/ 224995 h 3214907"/>
                <a:gd name="connsiteX105" fmla="*/ 896200 w 3214291"/>
                <a:gd name="connsiteY105" fmla="*/ 155096 h 3214907"/>
                <a:gd name="connsiteX106" fmla="*/ 907191 w 3214291"/>
                <a:gd name="connsiteY106" fmla="*/ 150700 h 3214907"/>
                <a:gd name="connsiteX107" fmla="*/ 1035119 w 3214291"/>
                <a:gd name="connsiteY107" fmla="*/ 310544 h 3214907"/>
                <a:gd name="connsiteX108" fmla="*/ 1097632 w 3214291"/>
                <a:gd name="connsiteY108" fmla="*/ 328920 h 3214907"/>
                <a:gd name="connsiteX109" fmla="*/ 1219669 w 3214291"/>
                <a:gd name="connsiteY109" fmla="*/ 276166 h 3214907"/>
                <a:gd name="connsiteX110" fmla="*/ 1227758 w 3214291"/>
                <a:gd name="connsiteY110" fmla="*/ 148326 h 3214907"/>
                <a:gd name="connsiteX111" fmla="*/ 1227846 w 3214291"/>
                <a:gd name="connsiteY111" fmla="*/ 37631 h 3214907"/>
                <a:gd name="connsiteX112" fmla="*/ 1383294 w 3214291"/>
                <a:gd name="connsiteY112" fmla="*/ 11078 h 3214907"/>
                <a:gd name="connsiteX113" fmla="*/ 1415737 w 3214291"/>
                <a:gd name="connsiteY113" fmla="*/ 8968 h 3214907"/>
                <a:gd name="connsiteX114" fmla="*/ 1485109 w 3214291"/>
                <a:gd name="connsiteY114" fmla="*/ 198794 h 3214907"/>
                <a:gd name="connsiteX115" fmla="*/ 1529334 w 3214291"/>
                <a:gd name="connsiteY115" fmla="*/ 229831 h 3214907"/>
                <a:gd name="connsiteX116" fmla="*/ 1666758 w 3214291"/>
                <a:gd name="connsiteY116" fmla="*/ 223237 h 3214907"/>
                <a:gd name="connsiteX117" fmla="*/ 1721182 w 3214291"/>
                <a:gd name="connsiteY117" fmla="*/ 99617 h 3214907"/>
                <a:gd name="connsiteX118" fmla="*/ 1753362 w 3214291"/>
                <a:gd name="connsiteY118" fmla="*/ 264 h 3214907"/>
                <a:gd name="connsiteX119" fmla="*/ 1779651 w 3214291"/>
                <a:gd name="connsiteY119" fmla="*/ 0 h 3214907"/>
                <a:gd name="connsiteX120" fmla="*/ 1603893 w 3214291"/>
                <a:gd name="connsiteY120" fmla="*/ 1891929 h 3214907"/>
                <a:gd name="connsiteX121" fmla="*/ 1892281 w 3214291"/>
                <a:gd name="connsiteY121" fmla="*/ 1604420 h 3214907"/>
                <a:gd name="connsiteX122" fmla="*/ 1607762 w 3214291"/>
                <a:gd name="connsiteY122" fmla="*/ 1326408 h 3214907"/>
                <a:gd name="connsiteX123" fmla="*/ 1323243 w 3214291"/>
                <a:gd name="connsiteY123" fmla="*/ 1604069 h 3214907"/>
                <a:gd name="connsiteX124" fmla="*/ 1603893 w 3214291"/>
                <a:gd name="connsiteY124" fmla="*/ 1891929 h 3214907"/>
                <a:gd name="connsiteX125" fmla="*/ 1579099 w 3214291"/>
                <a:gd name="connsiteY125" fmla="*/ 2795602 h 3214907"/>
                <a:gd name="connsiteX126" fmla="*/ 1745449 w 3214291"/>
                <a:gd name="connsiteY126" fmla="*/ 2767203 h 3214907"/>
                <a:gd name="connsiteX127" fmla="*/ 1862386 w 3214291"/>
                <a:gd name="connsiteY127" fmla="*/ 2571838 h 3214907"/>
                <a:gd name="connsiteX128" fmla="*/ 1735338 w 3214291"/>
                <a:gd name="connsiteY128" fmla="*/ 2305167 h 3214907"/>
                <a:gd name="connsiteX129" fmla="*/ 1441763 w 3214291"/>
                <a:gd name="connsiteY129" fmla="*/ 2294089 h 3214907"/>
                <a:gd name="connsiteX130" fmla="*/ 1308120 w 3214291"/>
                <a:gd name="connsiteY130" fmla="*/ 2584323 h 3214907"/>
                <a:gd name="connsiteX131" fmla="*/ 1413803 w 3214291"/>
                <a:gd name="connsiteY131" fmla="*/ 2760785 h 3214907"/>
                <a:gd name="connsiteX132" fmla="*/ 1579099 w 3214291"/>
                <a:gd name="connsiteY132" fmla="*/ 2795602 h 3214907"/>
                <a:gd name="connsiteX133" fmla="*/ 949833 w 3214291"/>
                <a:gd name="connsiteY133" fmla="*/ 1372567 h 3214907"/>
                <a:gd name="connsiteX134" fmla="*/ 1103698 w 3214291"/>
                <a:gd name="connsiteY134" fmla="*/ 1151265 h 3214907"/>
                <a:gd name="connsiteX135" fmla="*/ 917565 w 3214291"/>
                <a:gd name="connsiteY135" fmla="*/ 872021 h 3214907"/>
                <a:gd name="connsiteX136" fmla="*/ 687734 w 3214291"/>
                <a:gd name="connsiteY136" fmla="*/ 891276 h 3214907"/>
                <a:gd name="connsiteX137" fmla="*/ 543628 w 3214291"/>
                <a:gd name="connsiteY137" fmla="*/ 1115128 h 3214907"/>
                <a:gd name="connsiteX138" fmla="*/ 670677 w 3214291"/>
                <a:gd name="connsiteY138" fmla="*/ 1362720 h 3214907"/>
                <a:gd name="connsiteX139" fmla="*/ 949833 w 3214291"/>
                <a:gd name="connsiteY139" fmla="*/ 1372567 h 3214907"/>
                <a:gd name="connsiteX140" fmla="*/ 515405 w 3214291"/>
                <a:gd name="connsiteY140" fmla="*/ 1994183 h 3214907"/>
                <a:gd name="connsiteX141" fmla="*/ 539936 w 3214291"/>
                <a:gd name="connsiteY141" fmla="*/ 2091075 h 3214907"/>
                <a:gd name="connsiteX142" fmla="*/ 638058 w 3214291"/>
                <a:gd name="connsiteY142" fmla="*/ 2276768 h 3214907"/>
                <a:gd name="connsiteX143" fmla="*/ 918708 w 3214291"/>
                <a:gd name="connsiteY143" fmla="*/ 2308596 h 3214907"/>
                <a:gd name="connsiteX144" fmla="*/ 1081894 w 3214291"/>
                <a:gd name="connsiteY144" fmla="*/ 2018186 h 3214907"/>
                <a:gd name="connsiteX145" fmla="*/ 973133 w 3214291"/>
                <a:gd name="connsiteY145" fmla="*/ 1822909 h 3214907"/>
                <a:gd name="connsiteX146" fmla="*/ 618099 w 3214291"/>
                <a:gd name="connsiteY146" fmla="*/ 1839790 h 3214907"/>
                <a:gd name="connsiteX147" fmla="*/ 515405 w 3214291"/>
                <a:gd name="connsiteY147" fmla="*/ 1994183 h 3214907"/>
                <a:gd name="connsiteX148" fmla="*/ 2380781 w 3214291"/>
                <a:gd name="connsiteY148" fmla="*/ 1836186 h 3214907"/>
                <a:gd name="connsiteX149" fmla="*/ 2257777 w 3214291"/>
                <a:gd name="connsiteY149" fmla="*/ 1849902 h 3214907"/>
                <a:gd name="connsiteX150" fmla="*/ 2111033 w 3214291"/>
                <a:gd name="connsiteY150" fmla="*/ 2083425 h 3214907"/>
                <a:gd name="connsiteX151" fmla="*/ 2305256 w 3214291"/>
                <a:gd name="connsiteY151" fmla="*/ 2357042 h 3214907"/>
                <a:gd name="connsiteX152" fmla="*/ 2524184 w 3214291"/>
                <a:gd name="connsiteY152" fmla="*/ 2334270 h 3214907"/>
                <a:gd name="connsiteX153" fmla="*/ 2666004 w 3214291"/>
                <a:gd name="connsiteY153" fmla="*/ 2109626 h 3214907"/>
                <a:gd name="connsiteX154" fmla="*/ 2544230 w 3214291"/>
                <a:gd name="connsiteY154" fmla="*/ 1863002 h 3214907"/>
                <a:gd name="connsiteX155" fmla="*/ 2380781 w 3214291"/>
                <a:gd name="connsiteY155" fmla="*/ 1836186 h 3214907"/>
                <a:gd name="connsiteX156" fmla="*/ 1901249 w 3214291"/>
                <a:gd name="connsiteY156" fmla="*/ 614494 h 3214907"/>
                <a:gd name="connsiteX157" fmla="*/ 1780443 w 3214291"/>
                <a:gd name="connsiteY157" fmla="*/ 450957 h 3214907"/>
                <a:gd name="connsiteX158" fmla="*/ 1493462 w 3214291"/>
                <a:gd name="connsiteY158" fmla="*/ 444803 h 3214907"/>
                <a:gd name="connsiteX159" fmla="*/ 1363336 w 3214291"/>
                <a:gd name="connsiteY159" fmla="*/ 686415 h 3214907"/>
                <a:gd name="connsiteX160" fmla="*/ 1491176 w 3214291"/>
                <a:gd name="connsiteY160" fmla="*/ 919939 h 3214907"/>
                <a:gd name="connsiteX161" fmla="*/ 1744833 w 3214291"/>
                <a:gd name="connsiteY161" fmla="*/ 947899 h 3214907"/>
                <a:gd name="connsiteX162" fmla="*/ 1901249 w 3214291"/>
                <a:gd name="connsiteY162" fmla="*/ 614494 h 3214907"/>
                <a:gd name="connsiteX163" fmla="*/ 2588720 w 3214291"/>
                <a:gd name="connsiteY163" fmla="*/ 1382239 h 3214907"/>
                <a:gd name="connsiteX164" fmla="*/ 2688863 w 3214291"/>
                <a:gd name="connsiteY164" fmla="*/ 1186610 h 3214907"/>
                <a:gd name="connsiteX165" fmla="*/ 2557331 w 3214291"/>
                <a:gd name="connsiteY165" fmla="*/ 921961 h 3214907"/>
                <a:gd name="connsiteX166" fmla="*/ 2307893 w 3214291"/>
                <a:gd name="connsiteY166" fmla="*/ 903585 h 3214907"/>
                <a:gd name="connsiteX167" fmla="*/ 2129057 w 3214291"/>
                <a:gd name="connsiteY167" fmla="*/ 1222482 h 3214907"/>
                <a:gd name="connsiteX168" fmla="*/ 2221816 w 3214291"/>
                <a:gd name="connsiteY168" fmla="*/ 1388130 h 3214907"/>
                <a:gd name="connsiteX169" fmla="*/ 2588720 w 3214291"/>
                <a:gd name="connsiteY169" fmla="*/ 1382239 h 321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3214291" h="3214907">
                  <a:moveTo>
                    <a:pt x="1779651" y="0"/>
                  </a:moveTo>
                  <a:cubicBezTo>
                    <a:pt x="1830998" y="9584"/>
                    <a:pt x="1882345" y="19167"/>
                    <a:pt x="1939935" y="29982"/>
                  </a:cubicBezTo>
                  <a:cubicBezTo>
                    <a:pt x="1939935" y="98122"/>
                    <a:pt x="1941254" y="168021"/>
                    <a:pt x="1939319" y="237920"/>
                  </a:cubicBezTo>
                  <a:cubicBezTo>
                    <a:pt x="1938528" y="265791"/>
                    <a:pt x="1945562" y="281354"/>
                    <a:pt x="1974576" y="287157"/>
                  </a:cubicBezTo>
                  <a:cubicBezTo>
                    <a:pt x="1997349" y="291641"/>
                    <a:pt x="2019242" y="300961"/>
                    <a:pt x="2041310" y="308786"/>
                  </a:cubicBezTo>
                  <a:cubicBezTo>
                    <a:pt x="2116396" y="335251"/>
                    <a:pt x="2116221" y="335339"/>
                    <a:pt x="2166161" y="270803"/>
                  </a:cubicBezTo>
                  <a:cubicBezTo>
                    <a:pt x="2200099" y="227017"/>
                    <a:pt x="2234389" y="183408"/>
                    <a:pt x="2270174" y="137600"/>
                  </a:cubicBezTo>
                  <a:cubicBezTo>
                    <a:pt x="2326181" y="165120"/>
                    <a:pt x="2379638" y="191409"/>
                    <a:pt x="2436612" y="219368"/>
                  </a:cubicBezTo>
                  <a:cubicBezTo>
                    <a:pt x="2414368" y="289882"/>
                    <a:pt x="2394585" y="358462"/>
                    <a:pt x="2370758" y="425636"/>
                  </a:cubicBezTo>
                  <a:cubicBezTo>
                    <a:pt x="2360120" y="455705"/>
                    <a:pt x="2366362" y="473554"/>
                    <a:pt x="2391684" y="491226"/>
                  </a:cubicBezTo>
                  <a:cubicBezTo>
                    <a:pt x="2427556" y="516284"/>
                    <a:pt x="2460704" y="564994"/>
                    <a:pt x="2495960" y="565961"/>
                  </a:cubicBezTo>
                  <a:cubicBezTo>
                    <a:pt x="2533768" y="567016"/>
                    <a:pt x="2572893" y="524461"/>
                    <a:pt x="2611316" y="500810"/>
                  </a:cubicBezTo>
                  <a:cubicBezTo>
                    <a:pt x="2644814" y="480236"/>
                    <a:pt x="2679896" y="441110"/>
                    <a:pt x="2711284" y="443924"/>
                  </a:cubicBezTo>
                  <a:cubicBezTo>
                    <a:pt x="2742321" y="446737"/>
                    <a:pt x="2769841" y="491402"/>
                    <a:pt x="2798416" y="518219"/>
                  </a:cubicBezTo>
                  <a:cubicBezTo>
                    <a:pt x="2813187" y="532198"/>
                    <a:pt x="2826727" y="547409"/>
                    <a:pt x="2843169" y="564466"/>
                  </a:cubicBezTo>
                  <a:cubicBezTo>
                    <a:pt x="2790767" y="634277"/>
                    <a:pt x="2738277" y="704264"/>
                    <a:pt x="2684116" y="776361"/>
                  </a:cubicBezTo>
                  <a:cubicBezTo>
                    <a:pt x="2711108" y="819619"/>
                    <a:pt x="2736694" y="863668"/>
                    <a:pt x="2765972" y="905168"/>
                  </a:cubicBezTo>
                  <a:cubicBezTo>
                    <a:pt x="2772303" y="914136"/>
                    <a:pt x="2793229" y="919148"/>
                    <a:pt x="2805538" y="916686"/>
                  </a:cubicBezTo>
                  <a:cubicBezTo>
                    <a:pt x="2868666" y="903937"/>
                    <a:pt x="2931355" y="889078"/>
                    <a:pt x="2993693" y="872900"/>
                  </a:cubicBezTo>
                  <a:cubicBezTo>
                    <a:pt x="3020686" y="865867"/>
                    <a:pt x="3036160" y="869647"/>
                    <a:pt x="3047326" y="898310"/>
                  </a:cubicBezTo>
                  <a:cubicBezTo>
                    <a:pt x="3064647" y="942975"/>
                    <a:pt x="3086891" y="985794"/>
                    <a:pt x="3108169" y="1031777"/>
                  </a:cubicBezTo>
                  <a:cubicBezTo>
                    <a:pt x="3044600" y="1074860"/>
                    <a:pt x="2983582" y="1117854"/>
                    <a:pt x="2920893" y="1157947"/>
                  </a:cubicBezTo>
                  <a:cubicBezTo>
                    <a:pt x="2898648" y="1172191"/>
                    <a:pt x="2891351" y="1186522"/>
                    <a:pt x="2898648" y="1211756"/>
                  </a:cubicBezTo>
                  <a:cubicBezTo>
                    <a:pt x="2909287" y="1248244"/>
                    <a:pt x="2918519" y="1285260"/>
                    <a:pt x="2926080" y="1322539"/>
                  </a:cubicBezTo>
                  <a:cubicBezTo>
                    <a:pt x="2931092" y="1347245"/>
                    <a:pt x="2943665" y="1354015"/>
                    <a:pt x="2968195" y="1355334"/>
                  </a:cubicBezTo>
                  <a:cubicBezTo>
                    <a:pt x="3042578" y="1359379"/>
                    <a:pt x="3116697" y="1366764"/>
                    <a:pt x="3195916" y="1373271"/>
                  </a:cubicBezTo>
                  <a:cubicBezTo>
                    <a:pt x="3202071" y="1433410"/>
                    <a:pt x="3207962" y="1491000"/>
                    <a:pt x="3214292" y="1553073"/>
                  </a:cubicBezTo>
                  <a:cubicBezTo>
                    <a:pt x="3138590" y="1574351"/>
                    <a:pt x="3066142" y="1596419"/>
                    <a:pt x="2992814" y="1614532"/>
                  </a:cubicBezTo>
                  <a:cubicBezTo>
                    <a:pt x="2962305" y="1622005"/>
                    <a:pt x="2949995" y="1633962"/>
                    <a:pt x="2949028" y="1667022"/>
                  </a:cubicBezTo>
                  <a:cubicBezTo>
                    <a:pt x="2944983" y="1801720"/>
                    <a:pt x="2943753" y="1801632"/>
                    <a:pt x="3067812" y="1857463"/>
                  </a:cubicBezTo>
                  <a:cubicBezTo>
                    <a:pt x="3107641" y="1875399"/>
                    <a:pt x="3147295" y="1893424"/>
                    <a:pt x="3190201" y="1912855"/>
                  </a:cubicBezTo>
                  <a:cubicBezTo>
                    <a:pt x="3176222" y="1966224"/>
                    <a:pt x="3164528" y="2017395"/>
                    <a:pt x="3148262" y="2067160"/>
                  </a:cubicBezTo>
                  <a:cubicBezTo>
                    <a:pt x="3145272" y="2076303"/>
                    <a:pt x="3123555" y="2084656"/>
                    <a:pt x="3110631" y="2084393"/>
                  </a:cubicBezTo>
                  <a:cubicBezTo>
                    <a:pt x="3044776" y="2083161"/>
                    <a:pt x="2978834" y="2080084"/>
                    <a:pt x="2913067" y="2075248"/>
                  </a:cubicBezTo>
                  <a:cubicBezTo>
                    <a:pt x="2887130" y="2073314"/>
                    <a:pt x="2873854" y="2082106"/>
                    <a:pt x="2862248" y="2104967"/>
                  </a:cubicBezTo>
                  <a:cubicBezTo>
                    <a:pt x="2801933" y="2223838"/>
                    <a:pt x="2801405" y="2223487"/>
                    <a:pt x="2900231" y="2313872"/>
                  </a:cubicBezTo>
                  <a:cubicBezTo>
                    <a:pt x="2933642" y="2344469"/>
                    <a:pt x="2966789" y="2375330"/>
                    <a:pt x="3003013" y="2408741"/>
                  </a:cubicBezTo>
                  <a:cubicBezTo>
                    <a:pt x="2970042" y="2461846"/>
                    <a:pt x="2937950" y="2513545"/>
                    <a:pt x="2904539" y="2567442"/>
                  </a:cubicBezTo>
                  <a:cubicBezTo>
                    <a:pt x="2830156" y="2537108"/>
                    <a:pt x="2758147" y="2509061"/>
                    <a:pt x="2687281" y="2478288"/>
                  </a:cubicBezTo>
                  <a:cubicBezTo>
                    <a:pt x="2661784" y="2467209"/>
                    <a:pt x="2644814" y="2469056"/>
                    <a:pt x="2626438" y="2490773"/>
                  </a:cubicBezTo>
                  <a:cubicBezTo>
                    <a:pt x="2599094" y="2523041"/>
                    <a:pt x="2568673" y="2552759"/>
                    <a:pt x="2536669" y="2586609"/>
                  </a:cubicBezTo>
                  <a:cubicBezTo>
                    <a:pt x="2580015" y="2666092"/>
                    <a:pt x="2623185" y="2745310"/>
                    <a:pt x="2667410" y="2826288"/>
                  </a:cubicBezTo>
                  <a:cubicBezTo>
                    <a:pt x="2617646" y="2864710"/>
                    <a:pt x="2569288" y="2902077"/>
                    <a:pt x="2518821" y="2941027"/>
                  </a:cubicBezTo>
                  <a:cubicBezTo>
                    <a:pt x="2459560" y="2888361"/>
                    <a:pt x="2400828" y="2837805"/>
                    <a:pt x="2344293" y="2785052"/>
                  </a:cubicBezTo>
                  <a:cubicBezTo>
                    <a:pt x="2325038" y="2767115"/>
                    <a:pt x="2309827" y="2763774"/>
                    <a:pt x="2287231" y="2777666"/>
                  </a:cubicBezTo>
                  <a:cubicBezTo>
                    <a:pt x="2252414" y="2799031"/>
                    <a:pt x="2200715" y="2809406"/>
                    <a:pt x="2184273" y="2839740"/>
                  </a:cubicBezTo>
                  <a:cubicBezTo>
                    <a:pt x="2168271" y="2869194"/>
                    <a:pt x="2187614" y="2917815"/>
                    <a:pt x="2191483" y="2957996"/>
                  </a:cubicBezTo>
                  <a:cubicBezTo>
                    <a:pt x="2192186" y="2965294"/>
                    <a:pt x="2193241" y="2972503"/>
                    <a:pt x="2193945" y="2979801"/>
                  </a:cubicBezTo>
                  <a:cubicBezTo>
                    <a:pt x="2198165" y="3021565"/>
                    <a:pt x="2202297" y="3063328"/>
                    <a:pt x="2206430" y="3105004"/>
                  </a:cubicBezTo>
                  <a:cubicBezTo>
                    <a:pt x="2156138" y="3124698"/>
                    <a:pt x="2106286" y="3145800"/>
                    <a:pt x="2055026" y="3162593"/>
                  </a:cubicBezTo>
                  <a:cubicBezTo>
                    <a:pt x="2046849" y="3165231"/>
                    <a:pt x="2027682" y="3150987"/>
                    <a:pt x="2021352" y="3140085"/>
                  </a:cubicBezTo>
                  <a:cubicBezTo>
                    <a:pt x="1987501" y="3081880"/>
                    <a:pt x="1955146" y="3022795"/>
                    <a:pt x="1924460" y="2962832"/>
                  </a:cubicBezTo>
                  <a:cubicBezTo>
                    <a:pt x="1913206" y="2940851"/>
                    <a:pt x="1900194" y="2933114"/>
                    <a:pt x="1876190" y="2937774"/>
                  </a:cubicBezTo>
                  <a:cubicBezTo>
                    <a:pt x="1843131" y="2944280"/>
                    <a:pt x="1809809" y="2950083"/>
                    <a:pt x="1776310" y="2952809"/>
                  </a:cubicBezTo>
                  <a:cubicBezTo>
                    <a:pt x="1746768" y="2955271"/>
                    <a:pt x="1738239" y="2970130"/>
                    <a:pt x="1734283" y="2997562"/>
                  </a:cubicBezTo>
                  <a:cubicBezTo>
                    <a:pt x="1724348" y="3067109"/>
                    <a:pt x="1710895" y="3136128"/>
                    <a:pt x="1698674" y="3205324"/>
                  </a:cubicBezTo>
                  <a:cubicBezTo>
                    <a:pt x="1698234" y="3207961"/>
                    <a:pt x="1695948" y="3210247"/>
                    <a:pt x="1693223" y="3214907"/>
                  </a:cubicBezTo>
                  <a:cubicBezTo>
                    <a:pt x="1634842" y="3214907"/>
                    <a:pt x="1575230" y="3214907"/>
                    <a:pt x="1509727" y="3214907"/>
                  </a:cubicBezTo>
                  <a:cubicBezTo>
                    <a:pt x="1494956" y="3143602"/>
                    <a:pt x="1478251" y="3071417"/>
                    <a:pt x="1465766" y="2998441"/>
                  </a:cubicBezTo>
                  <a:cubicBezTo>
                    <a:pt x="1460930" y="2970218"/>
                    <a:pt x="1448269" y="2959843"/>
                    <a:pt x="1421892" y="2954040"/>
                  </a:cubicBezTo>
                  <a:cubicBezTo>
                    <a:pt x="1298008" y="2926696"/>
                    <a:pt x="1298096" y="2925992"/>
                    <a:pt x="1239540" y="3036072"/>
                  </a:cubicBezTo>
                  <a:cubicBezTo>
                    <a:pt x="1217647" y="3077308"/>
                    <a:pt x="1195754" y="3118544"/>
                    <a:pt x="1172366" y="3162681"/>
                  </a:cubicBezTo>
                  <a:cubicBezTo>
                    <a:pt x="1141505" y="3153097"/>
                    <a:pt x="1112403" y="3144481"/>
                    <a:pt x="1083564" y="3134985"/>
                  </a:cubicBezTo>
                  <a:cubicBezTo>
                    <a:pt x="1054550" y="3125402"/>
                    <a:pt x="1025887" y="3114851"/>
                    <a:pt x="993091" y="3103421"/>
                  </a:cubicBezTo>
                  <a:cubicBezTo>
                    <a:pt x="1003994" y="3026488"/>
                    <a:pt x="1012874" y="2951050"/>
                    <a:pt x="1026326" y="2876404"/>
                  </a:cubicBezTo>
                  <a:cubicBezTo>
                    <a:pt x="1031338" y="2848796"/>
                    <a:pt x="1022282" y="2837542"/>
                    <a:pt x="1000301" y="2825232"/>
                  </a:cubicBezTo>
                  <a:cubicBezTo>
                    <a:pt x="888551" y="2762631"/>
                    <a:pt x="888814" y="2762104"/>
                    <a:pt x="792979" y="2848444"/>
                  </a:cubicBezTo>
                  <a:cubicBezTo>
                    <a:pt x="760359" y="2877810"/>
                    <a:pt x="728091" y="2907528"/>
                    <a:pt x="692834" y="2939708"/>
                  </a:cubicBezTo>
                  <a:cubicBezTo>
                    <a:pt x="641663" y="2899879"/>
                    <a:pt x="591283" y="2860577"/>
                    <a:pt x="539320" y="2820133"/>
                  </a:cubicBezTo>
                  <a:cubicBezTo>
                    <a:pt x="580644" y="2743200"/>
                    <a:pt x="620649" y="2668729"/>
                    <a:pt x="661709" y="2592236"/>
                  </a:cubicBezTo>
                  <a:cubicBezTo>
                    <a:pt x="627507" y="2555309"/>
                    <a:pt x="595064" y="2517677"/>
                    <a:pt x="559279" y="2483563"/>
                  </a:cubicBezTo>
                  <a:cubicBezTo>
                    <a:pt x="551542" y="2476178"/>
                    <a:pt x="529824" y="2476793"/>
                    <a:pt x="517867" y="2481717"/>
                  </a:cubicBezTo>
                  <a:cubicBezTo>
                    <a:pt x="450342" y="2509501"/>
                    <a:pt x="383872" y="2539746"/>
                    <a:pt x="313182" y="2570871"/>
                  </a:cubicBezTo>
                  <a:cubicBezTo>
                    <a:pt x="277837" y="2517414"/>
                    <a:pt x="243459" y="2465451"/>
                    <a:pt x="206971" y="2410411"/>
                  </a:cubicBezTo>
                  <a:cubicBezTo>
                    <a:pt x="261132" y="2360031"/>
                    <a:pt x="314061" y="2309563"/>
                    <a:pt x="368661" y="2261030"/>
                  </a:cubicBezTo>
                  <a:cubicBezTo>
                    <a:pt x="387917" y="2243885"/>
                    <a:pt x="395302" y="2229554"/>
                    <a:pt x="380355" y="2205551"/>
                  </a:cubicBezTo>
                  <a:cubicBezTo>
                    <a:pt x="368046" y="2185856"/>
                    <a:pt x="360045" y="2163435"/>
                    <a:pt x="350286" y="2142158"/>
                  </a:cubicBezTo>
                  <a:cubicBezTo>
                    <a:pt x="322238" y="2080700"/>
                    <a:pt x="322326" y="2081315"/>
                    <a:pt x="252867" y="2088261"/>
                  </a:cubicBezTo>
                  <a:cubicBezTo>
                    <a:pt x="194750" y="2094064"/>
                    <a:pt x="136457" y="2098109"/>
                    <a:pt x="74383" y="2103208"/>
                  </a:cubicBezTo>
                  <a:cubicBezTo>
                    <a:pt x="58821" y="2045882"/>
                    <a:pt x="42643" y="1991458"/>
                    <a:pt x="30509" y="1936066"/>
                  </a:cubicBezTo>
                  <a:cubicBezTo>
                    <a:pt x="28487" y="1926922"/>
                    <a:pt x="42115" y="1908722"/>
                    <a:pt x="52754" y="1903535"/>
                  </a:cubicBezTo>
                  <a:cubicBezTo>
                    <a:pt x="107882" y="1876366"/>
                    <a:pt x="164065" y="1851308"/>
                    <a:pt x="220687" y="1827218"/>
                  </a:cubicBezTo>
                  <a:cubicBezTo>
                    <a:pt x="242756" y="1817810"/>
                    <a:pt x="252955" y="1805412"/>
                    <a:pt x="248646" y="1780706"/>
                  </a:cubicBezTo>
                  <a:cubicBezTo>
                    <a:pt x="245130" y="1760572"/>
                    <a:pt x="244514" y="1739910"/>
                    <a:pt x="243371" y="1719424"/>
                  </a:cubicBezTo>
                  <a:cubicBezTo>
                    <a:pt x="239239" y="1644953"/>
                    <a:pt x="239327" y="1645041"/>
                    <a:pt x="164944" y="1624906"/>
                  </a:cubicBezTo>
                  <a:cubicBezTo>
                    <a:pt x="111399" y="1610487"/>
                    <a:pt x="57854" y="1595892"/>
                    <a:pt x="0" y="1580241"/>
                  </a:cubicBezTo>
                  <a:cubicBezTo>
                    <a:pt x="3781" y="1523795"/>
                    <a:pt x="6242" y="1468491"/>
                    <a:pt x="12485" y="1413627"/>
                  </a:cubicBezTo>
                  <a:cubicBezTo>
                    <a:pt x="13540" y="1404659"/>
                    <a:pt x="29982" y="1392086"/>
                    <a:pt x="40796" y="1390328"/>
                  </a:cubicBezTo>
                  <a:cubicBezTo>
                    <a:pt x="102958" y="1380392"/>
                    <a:pt x="165383" y="1371512"/>
                    <a:pt x="228072" y="1366061"/>
                  </a:cubicBezTo>
                  <a:cubicBezTo>
                    <a:pt x="253922" y="1363775"/>
                    <a:pt x="263417" y="1352960"/>
                    <a:pt x="267462" y="1329661"/>
                  </a:cubicBezTo>
                  <a:cubicBezTo>
                    <a:pt x="275287" y="1285172"/>
                    <a:pt x="302016" y="1234528"/>
                    <a:pt x="288476" y="1198568"/>
                  </a:cubicBezTo>
                  <a:cubicBezTo>
                    <a:pt x="275903" y="1165069"/>
                    <a:pt x="221303" y="1147308"/>
                    <a:pt x="185078" y="1122866"/>
                  </a:cubicBezTo>
                  <a:cubicBezTo>
                    <a:pt x="155975" y="1103259"/>
                    <a:pt x="126521" y="1084180"/>
                    <a:pt x="93023" y="1062111"/>
                  </a:cubicBezTo>
                  <a:cubicBezTo>
                    <a:pt x="116674" y="1004257"/>
                    <a:pt x="140149" y="946844"/>
                    <a:pt x="164768" y="886880"/>
                  </a:cubicBezTo>
                  <a:cubicBezTo>
                    <a:pt x="235106" y="902091"/>
                    <a:pt x="302280" y="915807"/>
                    <a:pt x="369013" y="931545"/>
                  </a:cubicBezTo>
                  <a:cubicBezTo>
                    <a:pt x="393280" y="937260"/>
                    <a:pt x="409106" y="934710"/>
                    <a:pt x="422646" y="910531"/>
                  </a:cubicBezTo>
                  <a:cubicBezTo>
                    <a:pt x="444803" y="871054"/>
                    <a:pt x="471092" y="833862"/>
                    <a:pt x="497557" y="792627"/>
                  </a:cubicBezTo>
                  <a:cubicBezTo>
                    <a:pt x="448759" y="728970"/>
                    <a:pt x="400050" y="665402"/>
                    <a:pt x="349758" y="599811"/>
                  </a:cubicBezTo>
                  <a:cubicBezTo>
                    <a:pt x="392049" y="552684"/>
                    <a:pt x="433725" y="506349"/>
                    <a:pt x="477071" y="458079"/>
                  </a:cubicBezTo>
                  <a:cubicBezTo>
                    <a:pt x="534045" y="493864"/>
                    <a:pt x="590140" y="525692"/>
                    <a:pt x="642278" y="563059"/>
                  </a:cubicBezTo>
                  <a:cubicBezTo>
                    <a:pt x="672348" y="584601"/>
                    <a:pt x="693362" y="583018"/>
                    <a:pt x="717276" y="557432"/>
                  </a:cubicBezTo>
                  <a:cubicBezTo>
                    <a:pt x="728179" y="545827"/>
                    <a:pt x="742159" y="537034"/>
                    <a:pt x="754820" y="527099"/>
                  </a:cubicBezTo>
                  <a:cubicBezTo>
                    <a:pt x="817948" y="477686"/>
                    <a:pt x="817948" y="477686"/>
                    <a:pt x="793682" y="399347"/>
                  </a:cubicBezTo>
                  <a:cubicBezTo>
                    <a:pt x="781109" y="358814"/>
                    <a:pt x="769679" y="317842"/>
                    <a:pt x="755347" y="277925"/>
                  </a:cubicBezTo>
                  <a:cubicBezTo>
                    <a:pt x="746555" y="253306"/>
                    <a:pt x="748753" y="238096"/>
                    <a:pt x="774251" y="224995"/>
                  </a:cubicBezTo>
                  <a:cubicBezTo>
                    <a:pt x="815926" y="203718"/>
                    <a:pt x="855580" y="178572"/>
                    <a:pt x="896200" y="155096"/>
                  </a:cubicBezTo>
                  <a:cubicBezTo>
                    <a:pt x="898662" y="153690"/>
                    <a:pt x="901563" y="152898"/>
                    <a:pt x="907191" y="150700"/>
                  </a:cubicBezTo>
                  <a:cubicBezTo>
                    <a:pt x="949570" y="203366"/>
                    <a:pt x="993531" y="256120"/>
                    <a:pt x="1035119" y="310544"/>
                  </a:cubicBezTo>
                  <a:cubicBezTo>
                    <a:pt x="1052791" y="333668"/>
                    <a:pt x="1068969" y="341933"/>
                    <a:pt x="1097632" y="328920"/>
                  </a:cubicBezTo>
                  <a:cubicBezTo>
                    <a:pt x="1138692" y="310193"/>
                    <a:pt x="1196457" y="306852"/>
                    <a:pt x="1219669" y="276166"/>
                  </a:cubicBezTo>
                  <a:cubicBezTo>
                    <a:pt x="1241122" y="247679"/>
                    <a:pt x="1226967" y="192024"/>
                    <a:pt x="1227758" y="148326"/>
                  </a:cubicBezTo>
                  <a:cubicBezTo>
                    <a:pt x="1228373" y="112014"/>
                    <a:pt x="1227846" y="75614"/>
                    <a:pt x="1227846" y="37631"/>
                  </a:cubicBezTo>
                  <a:cubicBezTo>
                    <a:pt x="1282534" y="28223"/>
                    <a:pt x="1332826" y="19431"/>
                    <a:pt x="1383294" y="11078"/>
                  </a:cubicBezTo>
                  <a:cubicBezTo>
                    <a:pt x="1393141" y="9408"/>
                    <a:pt x="1403428" y="9672"/>
                    <a:pt x="1415737" y="8968"/>
                  </a:cubicBezTo>
                  <a:cubicBezTo>
                    <a:pt x="1439301" y="72888"/>
                    <a:pt x="1463480" y="135402"/>
                    <a:pt x="1485109" y="198794"/>
                  </a:cubicBezTo>
                  <a:cubicBezTo>
                    <a:pt x="1493022" y="222006"/>
                    <a:pt x="1504540" y="231062"/>
                    <a:pt x="1529334" y="229831"/>
                  </a:cubicBezTo>
                  <a:cubicBezTo>
                    <a:pt x="1576109" y="227545"/>
                    <a:pt x="1633875" y="244866"/>
                    <a:pt x="1666758" y="223237"/>
                  </a:cubicBezTo>
                  <a:cubicBezTo>
                    <a:pt x="1698410" y="202311"/>
                    <a:pt x="1705181" y="142787"/>
                    <a:pt x="1721182" y="99617"/>
                  </a:cubicBezTo>
                  <a:cubicBezTo>
                    <a:pt x="1733315" y="66997"/>
                    <a:pt x="1742723" y="33411"/>
                    <a:pt x="1753362" y="264"/>
                  </a:cubicBezTo>
                  <a:cubicBezTo>
                    <a:pt x="1762067" y="0"/>
                    <a:pt x="1770859" y="0"/>
                    <a:pt x="1779651" y="0"/>
                  </a:cubicBezTo>
                  <a:close/>
                  <a:moveTo>
                    <a:pt x="1603893" y="1891929"/>
                  </a:moveTo>
                  <a:cubicBezTo>
                    <a:pt x="1761978" y="1892193"/>
                    <a:pt x="1892808" y="1761715"/>
                    <a:pt x="1892281" y="1604420"/>
                  </a:cubicBezTo>
                  <a:cubicBezTo>
                    <a:pt x="1891841" y="1457325"/>
                    <a:pt x="1758374" y="1326935"/>
                    <a:pt x="1607762" y="1326408"/>
                  </a:cubicBezTo>
                  <a:cubicBezTo>
                    <a:pt x="1458028" y="1325880"/>
                    <a:pt x="1324649" y="1456094"/>
                    <a:pt x="1323243" y="1604069"/>
                  </a:cubicBezTo>
                  <a:cubicBezTo>
                    <a:pt x="1321748" y="1763122"/>
                    <a:pt x="1447038" y="1891665"/>
                    <a:pt x="1603893" y="1891929"/>
                  </a:cubicBezTo>
                  <a:close/>
                  <a:moveTo>
                    <a:pt x="1579099" y="2795602"/>
                  </a:moveTo>
                  <a:cubicBezTo>
                    <a:pt x="1639502" y="2785667"/>
                    <a:pt x="1694014" y="2781886"/>
                    <a:pt x="1745449" y="2767203"/>
                  </a:cubicBezTo>
                  <a:cubicBezTo>
                    <a:pt x="1840846" y="2740035"/>
                    <a:pt x="1881114" y="2669433"/>
                    <a:pt x="1862386" y="2571838"/>
                  </a:cubicBezTo>
                  <a:cubicBezTo>
                    <a:pt x="1843307" y="2472133"/>
                    <a:pt x="1796620" y="2384562"/>
                    <a:pt x="1735338" y="2305167"/>
                  </a:cubicBezTo>
                  <a:cubicBezTo>
                    <a:pt x="1654449" y="2200187"/>
                    <a:pt x="1529774" y="2194472"/>
                    <a:pt x="1441763" y="2294089"/>
                  </a:cubicBezTo>
                  <a:cubicBezTo>
                    <a:pt x="1368875" y="2376561"/>
                    <a:pt x="1321220" y="2473364"/>
                    <a:pt x="1308120" y="2584323"/>
                  </a:cubicBezTo>
                  <a:cubicBezTo>
                    <a:pt x="1298360" y="2667322"/>
                    <a:pt x="1334848" y="2733617"/>
                    <a:pt x="1413803" y="2760785"/>
                  </a:cubicBezTo>
                  <a:cubicBezTo>
                    <a:pt x="1468316" y="2779424"/>
                    <a:pt x="1527136" y="2785139"/>
                    <a:pt x="1579099" y="2795602"/>
                  </a:cubicBezTo>
                  <a:close/>
                  <a:moveTo>
                    <a:pt x="949833" y="1372567"/>
                  </a:moveTo>
                  <a:cubicBezTo>
                    <a:pt x="1067562" y="1353664"/>
                    <a:pt x="1128932" y="1267763"/>
                    <a:pt x="1103698" y="1151265"/>
                  </a:cubicBezTo>
                  <a:cubicBezTo>
                    <a:pt x="1078465" y="1034855"/>
                    <a:pt x="1010412" y="943766"/>
                    <a:pt x="917565" y="872021"/>
                  </a:cubicBezTo>
                  <a:cubicBezTo>
                    <a:pt x="835973" y="808980"/>
                    <a:pt x="753677" y="811970"/>
                    <a:pt x="687734" y="891276"/>
                  </a:cubicBezTo>
                  <a:cubicBezTo>
                    <a:pt x="631288" y="959153"/>
                    <a:pt x="580820" y="1035206"/>
                    <a:pt x="543628" y="1115128"/>
                  </a:cubicBezTo>
                  <a:cubicBezTo>
                    <a:pt x="493073" y="1223889"/>
                    <a:pt x="553476" y="1334497"/>
                    <a:pt x="670677" y="1362720"/>
                  </a:cubicBezTo>
                  <a:cubicBezTo>
                    <a:pt x="724398" y="1375557"/>
                    <a:pt x="912378" y="1378546"/>
                    <a:pt x="949833" y="1372567"/>
                  </a:cubicBezTo>
                  <a:close/>
                  <a:moveTo>
                    <a:pt x="515405" y="1994183"/>
                  </a:moveTo>
                  <a:cubicBezTo>
                    <a:pt x="523230" y="2026627"/>
                    <a:pt x="526132" y="2061357"/>
                    <a:pt x="539936" y="2091075"/>
                  </a:cubicBezTo>
                  <a:cubicBezTo>
                    <a:pt x="569302" y="2154555"/>
                    <a:pt x="599723" y="2218475"/>
                    <a:pt x="638058" y="2276768"/>
                  </a:cubicBezTo>
                  <a:cubicBezTo>
                    <a:pt x="704000" y="2377001"/>
                    <a:pt x="832280" y="2392299"/>
                    <a:pt x="918708" y="2308596"/>
                  </a:cubicBezTo>
                  <a:cubicBezTo>
                    <a:pt x="1000828" y="2229026"/>
                    <a:pt x="1057539" y="2130904"/>
                    <a:pt x="1081894" y="2018186"/>
                  </a:cubicBezTo>
                  <a:cubicBezTo>
                    <a:pt x="1101412" y="1927714"/>
                    <a:pt x="1059649" y="1851836"/>
                    <a:pt x="973133" y="1822909"/>
                  </a:cubicBezTo>
                  <a:cubicBezTo>
                    <a:pt x="853821" y="1782992"/>
                    <a:pt x="733278" y="1787300"/>
                    <a:pt x="618099" y="1839790"/>
                  </a:cubicBezTo>
                  <a:cubicBezTo>
                    <a:pt x="554883" y="1868453"/>
                    <a:pt x="519186" y="1920504"/>
                    <a:pt x="515405" y="1994183"/>
                  </a:cubicBezTo>
                  <a:close/>
                  <a:moveTo>
                    <a:pt x="2380781" y="1836186"/>
                  </a:moveTo>
                  <a:cubicBezTo>
                    <a:pt x="2333303" y="1841285"/>
                    <a:pt x="2295056" y="1843044"/>
                    <a:pt x="2257777" y="1849902"/>
                  </a:cubicBezTo>
                  <a:cubicBezTo>
                    <a:pt x="2139344" y="1871882"/>
                    <a:pt x="2077798" y="1967543"/>
                    <a:pt x="2111033" y="2083425"/>
                  </a:cubicBezTo>
                  <a:cubicBezTo>
                    <a:pt x="2143477" y="2196406"/>
                    <a:pt x="2208716" y="2289077"/>
                    <a:pt x="2305256" y="2357042"/>
                  </a:cubicBezTo>
                  <a:cubicBezTo>
                    <a:pt x="2384738" y="2413049"/>
                    <a:pt x="2463253" y="2409180"/>
                    <a:pt x="2524184" y="2334270"/>
                  </a:cubicBezTo>
                  <a:cubicBezTo>
                    <a:pt x="2579751" y="2265954"/>
                    <a:pt x="2628900" y="2189461"/>
                    <a:pt x="2666004" y="2109626"/>
                  </a:cubicBezTo>
                  <a:cubicBezTo>
                    <a:pt x="2715768" y="2002712"/>
                    <a:pt x="2659233" y="1894479"/>
                    <a:pt x="2544230" y="1863002"/>
                  </a:cubicBezTo>
                  <a:cubicBezTo>
                    <a:pt x="2488399" y="1847703"/>
                    <a:pt x="2429403" y="1843835"/>
                    <a:pt x="2380781" y="1836186"/>
                  </a:cubicBezTo>
                  <a:close/>
                  <a:moveTo>
                    <a:pt x="1901249" y="614494"/>
                  </a:moveTo>
                  <a:cubicBezTo>
                    <a:pt x="1902304" y="527011"/>
                    <a:pt x="1862123" y="471707"/>
                    <a:pt x="1780443" y="450957"/>
                  </a:cubicBezTo>
                  <a:cubicBezTo>
                    <a:pt x="1685573" y="426867"/>
                    <a:pt x="1589297" y="424405"/>
                    <a:pt x="1493462" y="444803"/>
                  </a:cubicBezTo>
                  <a:cubicBezTo>
                    <a:pt x="1362896" y="472587"/>
                    <a:pt x="1311285" y="562796"/>
                    <a:pt x="1363336" y="686415"/>
                  </a:cubicBezTo>
                  <a:cubicBezTo>
                    <a:pt x="1397625" y="767832"/>
                    <a:pt x="1441939" y="846348"/>
                    <a:pt x="1491176" y="919939"/>
                  </a:cubicBezTo>
                  <a:cubicBezTo>
                    <a:pt x="1558612" y="1020787"/>
                    <a:pt x="1653745" y="1028788"/>
                    <a:pt x="1744833" y="947899"/>
                  </a:cubicBezTo>
                  <a:cubicBezTo>
                    <a:pt x="1845329" y="858657"/>
                    <a:pt x="1893863" y="744357"/>
                    <a:pt x="1901249" y="614494"/>
                  </a:cubicBezTo>
                  <a:close/>
                  <a:moveTo>
                    <a:pt x="2588720" y="1382239"/>
                  </a:moveTo>
                  <a:cubicBezTo>
                    <a:pt x="2673829" y="1349268"/>
                    <a:pt x="2708734" y="1275676"/>
                    <a:pt x="2688863" y="1186610"/>
                  </a:cubicBezTo>
                  <a:cubicBezTo>
                    <a:pt x="2666883" y="1088048"/>
                    <a:pt x="2619493" y="1000037"/>
                    <a:pt x="2557331" y="921961"/>
                  </a:cubicBezTo>
                  <a:cubicBezTo>
                    <a:pt x="2494026" y="842391"/>
                    <a:pt x="2385969" y="833071"/>
                    <a:pt x="2307893" y="903585"/>
                  </a:cubicBezTo>
                  <a:cubicBezTo>
                    <a:pt x="2213815" y="988519"/>
                    <a:pt x="2151038" y="1095961"/>
                    <a:pt x="2129057" y="1222482"/>
                  </a:cubicBezTo>
                  <a:cubicBezTo>
                    <a:pt x="2116045" y="1297745"/>
                    <a:pt x="2150159" y="1361225"/>
                    <a:pt x="2221816" y="1388130"/>
                  </a:cubicBezTo>
                  <a:cubicBezTo>
                    <a:pt x="2276768" y="1408704"/>
                    <a:pt x="2528492" y="1405538"/>
                    <a:pt x="2588720" y="138223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9" name="그래픽 5">
              <a:extLst>
                <a:ext uri="{FF2B5EF4-FFF2-40B4-BE49-F238E27FC236}">
                  <a16:creationId xmlns:a16="http://schemas.microsoft.com/office/drawing/2014/main" xmlns="" id="{2CB477F3-DE88-4A38-9E10-35C7B1101DE9}"/>
                </a:ext>
              </a:extLst>
            </p:cNvPr>
            <p:cNvSpPr/>
            <p:nvPr/>
          </p:nvSpPr>
          <p:spPr>
            <a:xfrm flipH="1">
              <a:off x="3897329" y="2870289"/>
              <a:ext cx="1464640" cy="1460202"/>
            </a:xfrm>
            <a:custGeom>
              <a:avLst/>
              <a:gdLst>
                <a:gd name="connsiteX0" fmla="*/ 2629724 w 2636466"/>
                <a:gd name="connsiteY0" fmla="*/ 1216867 h 2628477"/>
                <a:gd name="connsiteX1" fmla="*/ 2617293 w 2636466"/>
                <a:gd name="connsiteY1" fmla="*/ 1201132 h 2628477"/>
                <a:gd name="connsiteX2" fmla="*/ 2439991 w 2636466"/>
                <a:gd name="connsiteY2" fmla="*/ 1156224 h 2628477"/>
                <a:gd name="connsiteX3" fmla="*/ 2411007 w 2636466"/>
                <a:gd name="connsiteY3" fmla="*/ 1114275 h 2628477"/>
                <a:gd name="connsiteX4" fmla="*/ 2408332 w 2636466"/>
                <a:gd name="connsiteY4" fmla="*/ 1100082 h 2628477"/>
                <a:gd name="connsiteX5" fmla="*/ 2423438 w 2636466"/>
                <a:gd name="connsiteY5" fmla="*/ 1058824 h 2628477"/>
                <a:gd name="connsiteX6" fmla="*/ 2430802 w 2636466"/>
                <a:gd name="connsiteY6" fmla="*/ 1053349 h 2628477"/>
                <a:gd name="connsiteX7" fmla="*/ 2571410 w 2636466"/>
                <a:gd name="connsiteY7" fmla="*/ 952550 h 2628477"/>
                <a:gd name="connsiteX8" fmla="*/ 2580977 w 2636466"/>
                <a:gd name="connsiteY8" fmla="*/ 935934 h 2628477"/>
                <a:gd name="connsiteX9" fmla="*/ 2568924 w 2636466"/>
                <a:gd name="connsiteY9" fmla="*/ 903583 h 2628477"/>
                <a:gd name="connsiteX10" fmla="*/ 2533551 w 2636466"/>
                <a:gd name="connsiteY10" fmla="*/ 882026 h 2628477"/>
                <a:gd name="connsiteX11" fmla="*/ 2371921 w 2636466"/>
                <a:gd name="connsiteY11" fmla="*/ 882435 h 2628477"/>
                <a:gd name="connsiteX12" fmla="*/ 2323835 w 2636466"/>
                <a:gd name="connsiteY12" fmla="*/ 848259 h 2628477"/>
                <a:gd name="connsiteX13" fmla="*/ 2314143 w 2636466"/>
                <a:gd name="connsiteY13" fmla="*/ 824121 h 2628477"/>
                <a:gd name="connsiteX14" fmla="*/ 2316755 w 2636466"/>
                <a:gd name="connsiteY14" fmla="*/ 800550 h 2628477"/>
                <a:gd name="connsiteX15" fmla="*/ 2436876 w 2636466"/>
                <a:gd name="connsiteY15" fmla="*/ 656952 h 2628477"/>
                <a:gd name="connsiteX16" fmla="*/ 2442509 w 2636466"/>
                <a:gd name="connsiteY16" fmla="*/ 645466 h 2628477"/>
                <a:gd name="connsiteX17" fmla="*/ 2441911 w 2636466"/>
                <a:gd name="connsiteY17" fmla="*/ 631021 h 2628477"/>
                <a:gd name="connsiteX18" fmla="*/ 2418529 w 2636466"/>
                <a:gd name="connsiteY18" fmla="*/ 594642 h 2628477"/>
                <a:gd name="connsiteX19" fmla="*/ 2403171 w 2636466"/>
                <a:gd name="connsiteY19" fmla="*/ 589512 h 2628477"/>
                <a:gd name="connsiteX20" fmla="*/ 2232352 w 2636466"/>
                <a:gd name="connsiteY20" fmla="*/ 633665 h 2628477"/>
                <a:gd name="connsiteX21" fmla="*/ 2176682 w 2636466"/>
                <a:gd name="connsiteY21" fmla="*/ 616419 h 2628477"/>
                <a:gd name="connsiteX22" fmla="*/ 2160884 w 2636466"/>
                <a:gd name="connsiteY22" fmla="*/ 592722 h 2628477"/>
                <a:gd name="connsiteX23" fmla="*/ 2157202 w 2636466"/>
                <a:gd name="connsiteY23" fmla="*/ 567294 h 2628477"/>
                <a:gd name="connsiteX24" fmla="*/ 2236475 w 2636466"/>
                <a:gd name="connsiteY24" fmla="*/ 401164 h 2628477"/>
                <a:gd name="connsiteX25" fmla="*/ 2239873 w 2636466"/>
                <a:gd name="connsiteY25" fmla="*/ 387349 h 2628477"/>
                <a:gd name="connsiteX26" fmla="*/ 2239716 w 2636466"/>
                <a:gd name="connsiteY26" fmla="*/ 377876 h 2628477"/>
                <a:gd name="connsiteX27" fmla="*/ 2202833 w 2636466"/>
                <a:gd name="connsiteY27" fmla="*/ 342473 h 2628477"/>
                <a:gd name="connsiteX28" fmla="*/ 2187665 w 2636466"/>
                <a:gd name="connsiteY28" fmla="*/ 342473 h 2628477"/>
                <a:gd name="connsiteX29" fmla="*/ 2026412 w 2636466"/>
                <a:gd name="connsiteY29" fmla="*/ 432571 h 2628477"/>
                <a:gd name="connsiteX30" fmla="*/ 1981725 w 2636466"/>
                <a:gd name="connsiteY30" fmla="*/ 429613 h 2628477"/>
                <a:gd name="connsiteX31" fmla="*/ 1968507 w 2636466"/>
                <a:gd name="connsiteY31" fmla="*/ 419008 h 2628477"/>
                <a:gd name="connsiteX32" fmla="*/ 1957713 w 2636466"/>
                <a:gd name="connsiteY32" fmla="*/ 407741 h 2628477"/>
                <a:gd name="connsiteX33" fmla="*/ 1945723 w 2636466"/>
                <a:gd name="connsiteY33" fmla="*/ 375705 h 2628477"/>
                <a:gd name="connsiteX34" fmla="*/ 1978452 w 2636466"/>
                <a:gd name="connsiteY34" fmla="*/ 208033 h 2628477"/>
                <a:gd name="connsiteX35" fmla="*/ 1979113 w 2636466"/>
                <a:gd name="connsiteY35" fmla="*/ 189812 h 2628477"/>
                <a:gd name="connsiteX36" fmla="*/ 1972504 w 2636466"/>
                <a:gd name="connsiteY36" fmla="*/ 174391 h 2628477"/>
                <a:gd name="connsiteX37" fmla="*/ 1934300 w 2636466"/>
                <a:gd name="connsiteY37" fmla="*/ 153904 h 2628477"/>
                <a:gd name="connsiteX38" fmla="*/ 1918470 w 2636466"/>
                <a:gd name="connsiteY38" fmla="*/ 156548 h 2628477"/>
                <a:gd name="connsiteX39" fmla="*/ 1825602 w 2636466"/>
                <a:gd name="connsiteY39" fmla="*/ 243814 h 2628477"/>
                <a:gd name="connsiteX40" fmla="*/ 1769775 w 2636466"/>
                <a:gd name="connsiteY40" fmla="*/ 295645 h 2628477"/>
                <a:gd name="connsiteX41" fmla="*/ 1754417 w 2636466"/>
                <a:gd name="connsiteY41" fmla="*/ 297974 h 2628477"/>
                <a:gd name="connsiteX42" fmla="*/ 1715426 w 2636466"/>
                <a:gd name="connsiteY42" fmla="*/ 282522 h 2628477"/>
                <a:gd name="connsiteX43" fmla="*/ 1697236 w 2636466"/>
                <a:gd name="connsiteY43" fmla="*/ 258983 h 2628477"/>
                <a:gd name="connsiteX44" fmla="*/ 1691288 w 2636466"/>
                <a:gd name="connsiteY44" fmla="*/ 167657 h 2628477"/>
                <a:gd name="connsiteX45" fmla="*/ 1686914 w 2636466"/>
                <a:gd name="connsiteY45" fmla="*/ 107675 h 2628477"/>
                <a:gd name="connsiteX46" fmla="*/ 1675962 w 2636466"/>
                <a:gd name="connsiteY46" fmla="*/ 54585 h 2628477"/>
                <a:gd name="connsiteX47" fmla="*/ 1667906 w 2636466"/>
                <a:gd name="connsiteY47" fmla="*/ 47567 h 2628477"/>
                <a:gd name="connsiteX48" fmla="*/ 1631181 w 2636466"/>
                <a:gd name="connsiteY48" fmla="*/ 38032 h 2628477"/>
                <a:gd name="connsiteX49" fmla="*/ 1608019 w 2636466"/>
                <a:gd name="connsiteY49" fmla="*/ 46686 h 2628477"/>
                <a:gd name="connsiteX50" fmla="*/ 1504388 w 2636466"/>
                <a:gd name="connsiteY50" fmla="*/ 210865 h 2628477"/>
                <a:gd name="connsiteX51" fmla="*/ 1481383 w 2636466"/>
                <a:gd name="connsiteY51" fmla="*/ 220998 h 2628477"/>
                <a:gd name="connsiteX52" fmla="*/ 1443808 w 2636466"/>
                <a:gd name="connsiteY52" fmla="*/ 216184 h 2628477"/>
                <a:gd name="connsiteX53" fmla="*/ 1410607 w 2636466"/>
                <a:gd name="connsiteY53" fmla="*/ 189214 h 2628477"/>
                <a:gd name="connsiteX54" fmla="*/ 1352671 w 2636466"/>
                <a:gd name="connsiteY54" fmla="*/ 12164 h 2628477"/>
                <a:gd name="connsiteX55" fmla="*/ 1336149 w 2636466"/>
                <a:gd name="connsiteY55" fmla="*/ 79 h 2628477"/>
                <a:gd name="connsiteX56" fmla="*/ 1299329 w 2636466"/>
                <a:gd name="connsiteY56" fmla="*/ 79 h 2628477"/>
                <a:gd name="connsiteX57" fmla="*/ 1283752 w 2636466"/>
                <a:gd name="connsiteY57" fmla="*/ 11629 h 2628477"/>
                <a:gd name="connsiteX58" fmla="*/ 1225186 w 2636466"/>
                <a:gd name="connsiteY58" fmla="*/ 192644 h 2628477"/>
                <a:gd name="connsiteX59" fmla="*/ 1201395 w 2636466"/>
                <a:gd name="connsiteY59" fmla="*/ 214484 h 2628477"/>
                <a:gd name="connsiteX60" fmla="*/ 1165236 w 2636466"/>
                <a:gd name="connsiteY60" fmla="*/ 219236 h 2628477"/>
                <a:gd name="connsiteX61" fmla="*/ 1122531 w 2636466"/>
                <a:gd name="connsiteY61" fmla="*/ 196578 h 2628477"/>
                <a:gd name="connsiteX62" fmla="*/ 1025887 w 2636466"/>
                <a:gd name="connsiteY62" fmla="*/ 43445 h 2628477"/>
                <a:gd name="connsiteX63" fmla="*/ 1010183 w 2636466"/>
                <a:gd name="connsiteY63" fmla="*/ 36868 h 2628477"/>
                <a:gd name="connsiteX64" fmla="*/ 968328 w 2636466"/>
                <a:gd name="connsiteY64" fmla="*/ 47536 h 2628477"/>
                <a:gd name="connsiteX65" fmla="*/ 960209 w 2636466"/>
                <a:gd name="connsiteY65" fmla="*/ 54554 h 2628477"/>
                <a:gd name="connsiteX66" fmla="*/ 940540 w 2636466"/>
                <a:gd name="connsiteY66" fmla="*/ 242178 h 2628477"/>
                <a:gd name="connsiteX67" fmla="*/ 936826 w 2636466"/>
                <a:gd name="connsiteY67" fmla="*/ 269211 h 2628477"/>
                <a:gd name="connsiteX68" fmla="*/ 929211 w 2636466"/>
                <a:gd name="connsiteY68" fmla="*/ 278809 h 2628477"/>
                <a:gd name="connsiteX69" fmla="*/ 883076 w 2636466"/>
                <a:gd name="connsiteY69" fmla="*/ 297659 h 2628477"/>
                <a:gd name="connsiteX70" fmla="*/ 865515 w 2636466"/>
                <a:gd name="connsiteY70" fmla="*/ 294733 h 2628477"/>
                <a:gd name="connsiteX71" fmla="*/ 730729 w 2636466"/>
                <a:gd name="connsiteY71" fmla="*/ 167657 h 2628477"/>
                <a:gd name="connsiteX72" fmla="*/ 686766 w 2636466"/>
                <a:gd name="connsiteY72" fmla="*/ 161898 h 2628477"/>
                <a:gd name="connsiteX73" fmla="*/ 666090 w 2636466"/>
                <a:gd name="connsiteY73" fmla="*/ 173321 h 2628477"/>
                <a:gd name="connsiteX74" fmla="*/ 657184 w 2636466"/>
                <a:gd name="connsiteY74" fmla="*/ 189875 h 2628477"/>
                <a:gd name="connsiteX75" fmla="*/ 658034 w 2636466"/>
                <a:gd name="connsiteY75" fmla="*/ 206711 h 2628477"/>
                <a:gd name="connsiteX76" fmla="*/ 691675 w 2636466"/>
                <a:gd name="connsiteY76" fmla="*/ 381590 h 2628477"/>
                <a:gd name="connsiteX77" fmla="*/ 681636 w 2636466"/>
                <a:gd name="connsiteY77" fmla="*/ 405539 h 2628477"/>
                <a:gd name="connsiteX78" fmla="*/ 667695 w 2636466"/>
                <a:gd name="connsiteY78" fmla="*/ 419071 h 2628477"/>
                <a:gd name="connsiteX79" fmla="*/ 640820 w 2636466"/>
                <a:gd name="connsiteY79" fmla="*/ 439715 h 2628477"/>
                <a:gd name="connsiteX80" fmla="*/ 626343 w 2636466"/>
                <a:gd name="connsiteY80" fmla="*/ 440816 h 2628477"/>
                <a:gd name="connsiteX81" fmla="*/ 448853 w 2636466"/>
                <a:gd name="connsiteY81" fmla="*/ 342630 h 2628477"/>
                <a:gd name="connsiteX82" fmla="*/ 432834 w 2636466"/>
                <a:gd name="connsiteY82" fmla="*/ 343385 h 2628477"/>
                <a:gd name="connsiteX83" fmla="*/ 398564 w 2636466"/>
                <a:gd name="connsiteY83" fmla="*/ 375736 h 2628477"/>
                <a:gd name="connsiteX84" fmla="*/ 396424 w 2636466"/>
                <a:gd name="connsiteY84" fmla="*/ 387443 h 2628477"/>
                <a:gd name="connsiteX85" fmla="*/ 403284 w 2636466"/>
                <a:gd name="connsiteY85" fmla="*/ 408339 h 2628477"/>
                <a:gd name="connsiteX86" fmla="*/ 480417 w 2636466"/>
                <a:gd name="connsiteY86" fmla="*/ 570316 h 2628477"/>
                <a:gd name="connsiteX87" fmla="*/ 477711 w 2636466"/>
                <a:gd name="connsiteY87" fmla="*/ 590362 h 2628477"/>
                <a:gd name="connsiteX88" fmla="*/ 462416 w 2636466"/>
                <a:gd name="connsiteY88" fmla="*/ 611321 h 2628477"/>
                <a:gd name="connsiteX89" fmla="*/ 451779 w 2636466"/>
                <a:gd name="connsiteY89" fmla="*/ 626143 h 2628477"/>
                <a:gd name="connsiteX90" fmla="*/ 416911 w 2636466"/>
                <a:gd name="connsiteY90" fmla="*/ 637661 h 2628477"/>
                <a:gd name="connsiteX91" fmla="*/ 251001 w 2636466"/>
                <a:gd name="connsiteY91" fmla="*/ 593949 h 2628477"/>
                <a:gd name="connsiteX92" fmla="*/ 207604 w 2636466"/>
                <a:gd name="connsiteY92" fmla="*/ 609968 h 2628477"/>
                <a:gd name="connsiteX93" fmla="*/ 194292 w 2636466"/>
                <a:gd name="connsiteY93" fmla="*/ 631084 h 2628477"/>
                <a:gd name="connsiteX94" fmla="*/ 193694 w 2636466"/>
                <a:gd name="connsiteY94" fmla="*/ 645560 h 2628477"/>
                <a:gd name="connsiteX95" fmla="*/ 201435 w 2636466"/>
                <a:gd name="connsiteY95" fmla="*/ 659092 h 2628477"/>
                <a:gd name="connsiteX96" fmla="*/ 322941 w 2636466"/>
                <a:gd name="connsiteY96" fmla="*/ 804201 h 2628477"/>
                <a:gd name="connsiteX97" fmla="*/ 324546 w 2636466"/>
                <a:gd name="connsiteY97" fmla="*/ 819558 h 2628477"/>
                <a:gd name="connsiteX98" fmla="*/ 312367 w 2636466"/>
                <a:gd name="connsiteY98" fmla="*/ 848353 h 2628477"/>
                <a:gd name="connsiteX99" fmla="*/ 306640 w 2636466"/>
                <a:gd name="connsiteY99" fmla="*/ 864371 h 2628477"/>
                <a:gd name="connsiteX100" fmla="*/ 278757 w 2636466"/>
                <a:gd name="connsiteY100" fmla="*/ 882970 h 2628477"/>
                <a:gd name="connsiteX101" fmla="*/ 102651 w 2636466"/>
                <a:gd name="connsiteY101" fmla="*/ 882120 h 2628477"/>
                <a:gd name="connsiteX102" fmla="*/ 67405 w 2636466"/>
                <a:gd name="connsiteY102" fmla="*/ 903772 h 2628477"/>
                <a:gd name="connsiteX103" fmla="*/ 57114 w 2636466"/>
                <a:gd name="connsiteY103" fmla="*/ 928979 h 2628477"/>
                <a:gd name="connsiteX104" fmla="*/ 64919 w 2636466"/>
                <a:gd name="connsiteY104" fmla="*/ 952330 h 2628477"/>
                <a:gd name="connsiteX105" fmla="*/ 211884 w 2636466"/>
                <a:gd name="connsiteY105" fmla="*/ 1058195 h 2628477"/>
                <a:gd name="connsiteX106" fmla="*/ 227902 w 2636466"/>
                <a:gd name="connsiteY106" fmla="*/ 1102756 h 2628477"/>
                <a:gd name="connsiteX107" fmla="*/ 198823 w 2636466"/>
                <a:gd name="connsiteY107" fmla="*/ 1156255 h 2628477"/>
                <a:gd name="connsiteX108" fmla="*/ 20420 w 2636466"/>
                <a:gd name="connsiteY108" fmla="*/ 1201100 h 2628477"/>
                <a:gd name="connsiteX109" fmla="*/ 6542 w 2636466"/>
                <a:gd name="connsiteY109" fmla="*/ 1219510 h 2628477"/>
                <a:gd name="connsiteX110" fmla="*/ 625 w 2636466"/>
                <a:gd name="connsiteY110" fmla="*/ 1261743 h 2628477"/>
                <a:gd name="connsiteX111" fmla="*/ 9185 w 2636466"/>
                <a:gd name="connsiteY111" fmla="*/ 1274016 h 2628477"/>
                <a:gd name="connsiteX112" fmla="*/ 180414 w 2636466"/>
                <a:gd name="connsiteY112" fmla="*/ 1341362 h 2628477"/>
                <a:gd name="connsiteX113" fmla="*/ 208516 w 2636466"/>
                <a:gd name="connsiteY113" fmla="*/ 1383217 h 2628477"/>
                <a:gd name="connsiteX114" fmla="*/ 210814 w 2636466"/>
                <a:gd name="connsiteY114" fmla="*/ 1402445 h 2628477"/>
                <a:gd name="connsiteX115" fmla="*/ 195267 w 2636466"/>
                <a:gd name="connsiteY115" fmla="*/ 1434985 h 2628477"/>
                <a:gd name="connsiteX116" fmla="*/ 188533 w 2636466"/>
                <a:gd name="connsiteY116" fmla="*/ 1440933 h 2628477"/>
                <a:gd name="connsiteX117" fmla="*/ 41001 w 2636466"/>
                <a:gd name="connsiteY117" fmla="*/ 1522094 h 2628477"/>
                <a:gd name="connsiteX118" fmla="*/ 22623 w 2636466"/>
                <a:gd name="connsiteY118" fmla="*/ 1554036 h 2628477"/>
                <a:gd name="connsiteX119" fmla="*/ 22277 w 2636466"/>
                <a:gd name="connsiteY119" fmla="*/ 1560456 h 2628477"/>
                <a:gd name="connsiteX120" fmla="*/ 58184 w 2636466"/>
                <a:gd name="connsiteY120" fmla="*/ 1603224 h 2628477"/>
                <a:gd name="connsiteX121" fmla="*/ 231647 w 2636466"/>
                <a:gd name="connsiteY121" fmla="*/ 1624529 h 2628477"/>
                <a:gd name="connsiteX122" fmla="*/ 256854 w 2636466"/>
                <a:gd name="connsiteY122" fmla="*/ 1645457 h 2628477"/>
                <a:gd name="connsiteX123" fmla="*/ 264690 w 2636466"/>
                <a:gd name="connsiteY123" fmla="*/ 1669122 h 2628477"/>
                <a:gd name="connsiteX124" fmla="*/ 259529 w 2636466"/>
                <a:gd name="connsiteY124" fmla="*/ 1712865 h 2628477"/>
                <a:gd name="connsiteX125" fmla="*/ 256697 w 2636466"/>
                <a:gd name="connsiteY125" fmla="*/ 1717240 h 2628477"/>
                <a:gd name="connsiteX126" fmla="*/ 251567 w 2636466"/>
                <a:gd name="connsiteY126" fmla="*/ 1721268 h 2628477"/>
                <a:gd name="connsiteX127" fmla="*/ 114861 w 2636466"/>
                <a:gd name="connsiteY127" fmla="*/ 1851522 h 2628477"/>
                <a:gd name="connsiteX128" fmla="*/ 123642 w 2636466"/>
                <a:gd name="connsiteY128" fmla="*/ 1877548 h 2628477"/>
                <a:gd name="connsiteX129" fmla="*/ 133555 w 2636466"/>
                <a:gd name="connsiteY129" fmla="*/ 1897500 h 2628477"/>
                <a:gd name="connsiteX130" fmla="*/ 155395 w 2636466"/>
                <a:gd name="connsiteY130" fmla="*/ 1909238 h 2628477"/>
                <a:gd name="connsiteX131" fmla="*/ 345222 w 2636466"/>
                <a:gd name="connsiteY131" fmla="*/ 1884345 h 2628477"/>
                <a:gd name="connsiteX132" fmla="*/ 371783 w 2636466"/>
                <a:gd name="connsiteY132" fmla="*/ 1897343 h 2628477"/>
                <a:gd name="connsiteX133" fmla="*/ 392490 w 2636466"/>
                <a:gd name="connsiteY133" fmla="*/ 1930795 h 2628477"/>
                <a:gd name="connsiteX134" fmla="*/ 392805 w 2636466"/>
                <a:gd name="connsiteY134" fmla="*/ 1957104 h 2628477"/>
                <a:gd name="connsiteX135" fmla="*/ 297167 w 2636466"/>
                <a:gd name="connsiteY135" fmla="*/ 2107279 h 2628477"/>
                <a:gd name="connsiteX136" fmla="*/ 299150 w 2636466"/>
                <a:gd name="connsiteY136" fmla="*/ 2154075 h 2628477"/>
                <a:gd name="connsiteX137" fmla="*/ 317025 w 2636466"/>
                <a:gd name="connsiteY137" fmla="*/ 2175034 h 2628477"/>
                <a:gd name="connsiteX138" fmla="*/ 336536 w 2636466"/>
                <a:gd name="connsiteY138" fmla="*/ 2180415 h 2628477"/>
                <a:gd name="connsiteX139" fmla="*/ 359698 w 2636466"/>
                <a:gd name="connsiteY139" fmla="*/ 2171194 h 2628477"/>
                <a:gd name="connsiteX140" fmla="*/ 518024 w 2636466"/>
                <a:gd name="connsiteY140" fmla="*/ 2107657 h 2628477"/>
                <a:gd name="connsiteX141" fmla="*/ 543609 w 2636466"/>
                <a:gd name="connsiteY141" fmla="*/ 2112629 h 2628477"/>
                <a:gd name="connsiteX142" fmla="*/ 569981 w 2636466"/>
                <a:gd name="connsiteY142" fmla="*/ 2136200 h 2628477"/>
                <a:gd name="connsiteX143" fmla="*/ 578100 w 2636466"/>
                <a:gd name="connsiteY143" fmla="*/ 2173649 h 2628477"/>
                <a:gd name="connsiteX144" fmla="*/ 520510 w 2636466"/>
                <a:gd name="connsiteY144" fmla="*/ 2349378 h 2628477"/>
                <a:gd name="connsiteX145" fmla="*/ 519849 w 2636466"/>
                <a:gd name="connsiteY145" fmla="*/ 2365711 h 2628477"/>
                <a:gd name="connsiteX146" fmla="*/ 532185 w 2636466"/>
                <a:gd name="connsiteY146" fmla="*/ 2375403 h 2628477"/>
                <a:gd name="connsiteX147" fmla="*/ 554529 w 2636466"/>
                <a:gd name="connsiteY147" fmla="*/ 2391547 h 2628477"/>
                <a:gd name="connsiteX148" fmla="*/ 589901 w 2636466"/>
                <a:gd name="connsiteY148" fmla="*/ 2391327 h 2628477"/>
                <a:gd name="connsiteX149" fmla="*/ 742562 w 2636466"/>
                <a:gd name="connsiteY149" fmla="*/ 2279923 h 2628477"/>
                <a:gd name="connsiteX150" fmla="*/ 764056 w 2636466"/>
                <a:gd name="connsiteY150" fmla="*/ 2278476 h 2628477"/>
                <a:gd name="connsiteX151" fmla="*/ 790397 w 2636466"/>
                <a:gd name="connsiteY151" fmla="*/ 2293204 h 2628477"/>
                <a:gd name="connsiteX152" fmla="*/ 813338 w 2636466"/>
                <a:gd name="connsiteY152" fmla="*/ 2339748 h 2628477"/>
                <a:gd name="connsiteX153" fmla="*/ 804652 w 2636466"/>
                <a:gd name="connsiteY153" fmla="*/ 2470191 h 2628477"/>
                <a:gd name="connsiteX154" fmla="*/ 802292 w 2636466"/>
                <a:gd name="connsiteY154" fmla="*/ 2526239 h 2628477"/>
                <a:gd name="connsiteX155" fmla="*/ 810286 w 2636466"/>
                <a:gd name="connsiteY155" fmla="*/ 2533666 h 2628477"/>
                <a:gd name="connsiteX156" fmla="*/ 849277 w 2636466"/>
                <a:gd name="connsiteY156" fmla="*/ 2549307 h 2628477"/>
                <a:gd name="connsiteX157" fmla="*/ 877191 w 2636466"/>
                <a:gd name="connsiteY157" fmla="*/ 2541911 h 2628477"/>
                <a:gd name="connsiteX158" fmla="*/ 999074 w 2636466"/>
                <a:gd name="connsiteY158" fmla="*/ 2393971 h 2628477"/>
                <a:gd name="connsiteX159" fmla="*/ 1020662 w 2636466"/>
                <a:gd name="connsiteY159" fmla="*/ 2386355 h 2628477"/>
                <a:gd name="connsiteX160" fmla="*/ 1066420 w 2636466"/>
                <a:gd name="connsiteY160" fmla="*/ 2398093 h 2628477"/>
                <a:gd name="connsiteX161" fmla="*/ 1079606 w 2636466"/>
                <a:gd name="connsiteY161" fmla="*/ 2411971 h 2628477"/>
                <a:gd name="connsiteX162" fmla="*/ 1086498 w 2636466"/>
                <a:gd name="connsiteY162" fmla="*/ 2452033 h 2628477"/>
                <a:gd name="connsiteX163" fmla="*/ 1115167 w 2636466"/>
                <a:gd name="connsiteY163" fmla="*/ 2604411 h 2628477"/>
                <a:gd name="connsiteX164" fmla="*/ 1134741 w 2636466"/>
                <a:gd name="connsiteY164" fmla="*/ 2623355 h 2628477"/>
                <a:gd name="connsiteX165" fmla="*/ 1176471 w 2636466"/>
                <a:gd name="connsiteY165" fmla="*/ 2628328 h 2628477"/>
                <a:gd name="connsiteX166" fmla="*/ 1190349 w 2636466"/>
                <a:gd name="connsiteY166" fmla="*/ 2622915 h 2628477"/>
                <a:gd name="connsiteX167" fmla="*/ 1192331 w 2636466"/>
                <a:gd name="connsiteY167" fmla="*/ 2619485 h 2628477"/>
                <a:gd name="connsiteX168" fmla="*/ 1276262 w 2636466"/>
                <a:gd name="connsiteY168" fmla="*/ 2439602 h 2628477"/>
                <a:gd name="connsiteX169" fmla="*/ 1291997 w 2636466"/>
                <a:gd name="connsiteY169" fmla="*/ 2426448 h 2628477"/>
                <a:gd name="connsiteX170" fmla="*/ 1344615 w 2636466"/>
                <a:gd name="connsiteY170" fmla="*/ 2426511 h 2628477"/>
                <a:gd name="connsiteX171" fmla="*/ 1358052 w 2636466"/>
                <a:gd name="connsiteY171" fmla="*/ 2435008 h 2628477"/>
                <a:gd name="connsiteX172" fmla="*/ 1378193 w 2636466"/>
                <a:gd name="connsiteY172" fmla="*/ 2477838 h 2628477"/>
                <a:gd name="connsiteX173" fmla="*/ 1446168 w 2636466"/>
                <a:gd name="connsiteY173" fmla="*/ 2623041 h 2628477"/>
                <a:gd name="connsiteX174" fmla="*/ 1460078 w 2636466"/>
                <a:gd name="connsiteY174" fmla="*/ 2628328 h 2628477"/>
                <a:gd name="connsiteX175" fmla="*/ 1501807 w 2636466"/>
                <a:gd name="connsiteY175" fmla="*/ 2623324 h 2628477"/>
                <a:gd name="connsiteX176" fmla="*/ 1521539 w 2636466"/>
                <a:gd name="connsiteY176" fmla="*/ 2604442 h 2628477"/>
                <a:gd name="connsiteX177" fmla="*/ 1549862 w 2636466"/>
                <a:gd name="connsiteY177" fmla="*/ 2451907 h 2628477"/>
                <a:gd name="connsiteX178" fmla="*/ 1556911 w 2636466"/>
                <a:gd name="connsiteY178" fmla="*/ 2411720 h 2628477"/>
                <a:gd name="connsiteX179" fmla="*/ 1569531 w 2636466"/>
                <a:gd name="connsiteY179" fmla="*/ 2398502 h 2628477"/>
                <a:gd name="connsiteX180" fmla="*/ 1610410 w 2636466"/>
                <a:gd name="connsiteY180" fmla="*/ 2388243 h 2628477"/>
                <a:gd name="connsiteX181" fmla="*/ 1640622 w 2636466"/>
                <a:gd name="connsiteY181" fmla="*/ 2397621 h 2628477"/>
                <a:gd name="connsiteX182" fmla="*/ 1760868 w 2636466"/>
                <a:gd name="connsiteY182" fmla="*/ 2544145 h 2628477"/>
                <a:gd name="connsiteX183" fmla="*/ 1783684 w 2636466"/>
                <a:gd name="connsiteY183" fmla="*/ 2550786 h 2628477"/>
                <a:gd name="connsiteX184" fmla="*/ 1826389 w 2636466"/>
                <a:gd name="connsiteY184" fmla="*/ 2533572 h 2628477"/>
                <a:gd name="connsiteX185" fmla="*/ 1834257 w 2636466"/>
                <a:gd name="connsiteY185" fmla="*/ 2525987 h 2628477"/>
                <a:gd name="connsiteX186" fmla="*/ 1832777 w 2636466"/>
                <a:gd name="connsiteY186" fmla="*/ 2492314 h 2628477"/>
                <a:gd name="connsiteX187" fmla="*/ 1826672 w 2636466"/>
                <a:gd name="connsiteY187" fmla="*/ 2392145 h 2628477"/>
                <a:gd name="connsiteX188" fmla="*/ 1823651 w 2636466"/>
                <a:gd name="connsiteY188" fmla="*/ 2341384 h 2628477"/>
                <a:gd name="connsiteX189" fmla="*/ 1821700 w 2636466"/>
                <a:gd name="connsiteY189" fmla="*/ 2323163 h 2628477"/>
                <a:gd name="connsiteX190" fmla="*/ 1835358 w 2636466"/>
                <a:gd name="connsiteY190" fmla="*/ 2299183 h 2628477"/>
                <a:gd name="connsiteX191" fmla="*/ 1865317 w 2636466"/>
                <a:gd name="connsiteY191" fmla="*/ 2282850 h 2628477"/>
                <a:gd name="connsiteX192" fmla="*/ 1901319 w 2636466"/>
                <a:gd name="connsiteY192" fmla="*/ 2284738 h 2628477"/>
                <a:gd name="connsiteX193" fmla="*/ 2050581 w 2636466"/>
                <a:gd name="connsiteY193" fmla="*/ 2394663 h 2628477"/>
                <a:gd name="connsiteX194" fmla="*/ 2077708 w 2636466"/>
                <a:gd name="connsiteY194" fmla="*/ 2394694 h 2628477"/>
                <a:gd name="connsiteX195" fmla="*/ 2104269 w 2636466"/>
                <a:gd name="connsiteY195" fmla="*/ 2375372 h 2628477"/>
                <a:gd name="connsiteX196" fmla="*/ 2116133 w 2636466"/>
                <a:gd name="connsiteY196" fmla="*/ 2364861 h 2628477"/>
                <a:gd name="connsiteX197" fmla="*/ 2114308 w 2636466"/>
                <a:gd name="connsiteY197" fmla="*/ 2344783 h 2628477"/>
                <a:gd name="connsiteX198" fmla="*/ 2063169 w 2636466"/>
                <a:gd name="connsiteY198" fmla="*/ 2186804 h 2628477"/>
                <a:gd name="connsiteX199" fmla="*/ 2055113 w 2636466"/>
                <a:gd name="connsiteY199" fmla="*/ 2164743 h 2628477"/>
                <a:gd name="connsiteX200" fmla="*/ 2060022 w 2636466"/>
                <a:gd name="connsiteY200" fmla="*/ 2142683 h 2628477"/>
                <a:gd name="connsiteX201" fmla="*/ 2090926 w 2636466"/>
                <a:gd name="connsiteY201" fmla="*/ 2114360 h 2628477"/>
                <a:gd name="connsiteX202" fmla="*/ 2119690 w 2636466"/>
                <a:gd name="connsiteY202" fmla="*/ 2108097 h 2628477"/>
                <a:gd name="connsiteX203" fmla="*/ 2287739 w 2636466"/>
                <a:gd name="connsiteY203" fmla="*/ 2175600 h 2628477"/>
                <a:gd name="connsiteX204" fmla="*/ 2326825 w 2636466"/>
                <a:gd name="connsiteY204" fmla="*/ 2165939 h 2628477"/>
                <a:gd name="connsiteX205" fmla="*/ 2333088 w 2636466"/>
                <a:gd name="connsiteY205" fmla="*/ 2159204 h 2628477"/>
                <a:gd name="connsiteX206" fmla="*/ 2346620 w 2636466"/>
                <a:gd name="connsiteY206" fmla="*/ 2143847 h 2628477"/>
                <a:gd name="connsiteX207" fmla="*/ 2345927 w 2636466"/>
                <a:gd name="connsiteY207" fmla="*/ 2117570 h 2628477"/>
                <a:gd name="connsiteX208" fmla="*/ 2249692 w 2636466"/>
                <a:gd name="connsiteY208" fmla="*/ 1966765 h 2628477"/>
                <a:gd name="connsiteX209" fmla="*/ 2241667 w 2636466"/>
                <a:gd name="connsiteY209" fmla="*/ 1953359 h 2628477"/>
                <a:gd name="connsiteX210" fmla="*/ 2242706 w 2636466"/>
                <a:gd name="connsiteY210" fmla="*/ 1932746 h 2628477"/>
                <a:gd name="connsiteX211" fmla="*/ 2264200 w 2636466"/>
                <a:gd name="connsiteY211" fmla="*/ 1898287 h 2628477"/>
                <a:gd name="connsiteX212" fmla="*/ 2292712 w 2636466"/>
                <a:gd name="connsiteY212" fmla="*/ 1884503 h 2628477"/>
                <a:gd name="connsiteX213" fmla="*/ 2464380 w 2636466"/>
                <a:gd name="connsiteY213" fmla="*/ 1906815 h 2628477"/>
                <a:gd name="connsiteX214" fmla="*/ 2509823 w 2636466"/>
                <a:gd name="connsiteY214" fmla="*/ 1882929 h 2628477"/>
                <a:gd name="connsiteX215" fmla="*/ 2515456 w 2636466"/>
                <a:gd name="connsiteY215" fmla="*/ 1870530 h 2628477"/>
                <a:gd name="connsiteX216" fmla="*/ 2521498 w 2636466"/>
                <a:gd name="connsiteY216" fmla="*/ 1851459 h 2628477"/>
                <a:gd name="connsiteX217" fmla="*/ 2387153 w 2636466"/>
                <a:gd name="connsiteY217" fmla="*/ 1722527 h 2628477"/>
                <a:gd name="connsiteX218" fmla="*/ 2380261 w 2636466"/>
                <a:gd name="connsiteY218" fmla="*/ 1713149 h 2628477"/>
                <a:gd name="connsiteX219" fmla="*/ 2370977 w 2636466"/>
                <a:gd name="connsiteY219" fmla="*/ 1673150 h 2628477"/>
                <a:gd name="connsiteX220" fmla="*/ 2372299 w 2636466"/>
                <a:gd name="connsiteY220" fmla="*/ 1669500 h 2628477"/>
                <a:gd name="connsiteX221" fmla="*/ 2377901 w 2636466"/>
                <a:gd name="connsiteY221" fmla="*/ 1652034 h 2628477"/>
                <a:gd name="connsiteX222" fmla="*/ 2411322 w 2636466"/>
                <a:gd name="connsiteY222" fmla="*/ 1623868 h 2628477"/>
                <a:gd name="connsiteX223" fmla="*/ 2595075 w 2636466"/>
                <a:gd name="connsiteY223" fmla="*/ 1601241 h 2628477"/>
                <a:gd name="connsiteX224" fmla="*/ 2606688 w 2636466"/>
                <a:gd name="connsiteY224" fmla="*/ 1593720 h 2628477"/>
                <a:gd name="connsiteX225" fmla="*/ 2613894 w 2636466"/>
                <a:gd name="connsiteY225" fmla="*/ 1545948 h 2628477"/>
                <a:gd name="connsiteX226" fmla="*/ 2606688 w 2636466"/>
                <a:gd name="connsiteY226" fmla="*/ 1528766 h 2628477"/>
                <a:gd name="connsiteX227" fmla="*/ 2447796 w 2636466"/>
                <a:gd name="connsiteY227" fmla="*/ 1440807 h 2628477"/>
                <a:gd name="connsiteX228" fmla="*/ 2438827 w 2636466"/>
                <a:gd name="connsiteY228" fmla="*/ 1433506 h 2628477"/>
                <a:gd name="connsiteX229" fmla="*/ 2425420 w 2636466"/>
                <a:gd name="connsiteY229" fmla="*/ 1405938 h 2628477"/>
                <a:gd name="connsiteX230" fmla="*/ 2427749 w 2636466"/>
                <a:gd name="connsiteY230" fmla="*/ 1382839 h 2628477"/>
                <a:gd name="connsiteX231" fmla="*/ 2427718 w 2636466"/>
                <a:gd name="connsiteY231" fmla="*/ 1374972 h 2628477"/>
                <a:gd name="connsiteX232" fmla="*/ 2449054 w 2636466"/>
                <a:gd name="connsiteY232" fmla="*/ 1344006 h 2628477"/>
                <a:gd name="connsiteX233" fmla="*/ 2627301 w 2636466"/>
                <a:gd name="connsiteY233" fmla="*/ 1273796 h 2628477"/>
                <a:gd name="connsiteX234" fmla="*/ 2636144 w 2636466"/>
                <a:gd name="connsiteY234" fmla="*/ 1257526 h 2628477"/>
                <a:gd name="connsiteX235" fmla="*/ 2629724 w 2636466"/>
                <a:gd name="connsiteY235" fmla="*/ 1216867 h 2628477"/>
                <a:gd name="connsiteX236" fmla="*/ 1949940 w 2636466"/>
                <a:gd name="connsiteY236" fmla="*/ 885110 h 2628477"/>
                <a:gd name="connsiteX237" fmla="*/ 2012880 w 2636466"/>
                <a:gd name="connsiteY237" fmla="*/ 948050 h 2628477"/>
                <a:gd name="connsiteX238" fmla="*/ 1949940 w 2636466"/>
                <a:gd name="connsiteY238" fmla="*/ 1010990 h 2628477"/>
                <a:gd name="connsiteX239" fmla="*/ 1887000 w 2636466"/>
                <a:gd name="connsiteY239" fmla="*/ 948050 h 2628477"/>
                <a:gd name="connsiteX240" fmla="*/ 1949940 w 2636466"/>
                <a:gd name="connsiteY240" fmla="*/ 885110 h 2628477"/>
                <a:gd name="connsiteX241" fmla="*/ 1317393 w 2636466"/>
                <a:gd name="connsiteY241" fmla="*/ 409913 h 2628477"/>
                <a:gd name="connsiteX242" fmla="*/ 1789443 w 2636466"/>
                <a:gd name="connsiteY242" fmla="*/ 745068 h 2628477"/>
                <a:gd name="connsiteX243" fmla="*/ 1317393 w 2636466"/>
                <a:gd name="connsiteY243" fmla="*/ 1080224 h 2628477"/>
                <a:gd name="connsiteX244" fmla="*/ 845343 w 2636466"/>
                <a:gd name="connsiteY244" fmla="*/ 745068 h 2628477"/>
                <a:gd name="connsiteX245" fmla="*/ 1317393 w 2636466"/>
                <a:gd name="connsiteY245" fmla="*/ 409913 h 2628477"/>
                <a:gd name="connsiteX246" fmla="*/ 684846 w 2636466"/>
                <a:gd name="connsiteY246" fmla="*/ 885110 h 2628477"/>
                <a:gd name="connsiteX247" fmla="*/ 747786 w 2636466"/>
                <a:gd name="connsiteY247" fmla="*/ 948050 h 2628477"/>
                <a:gd name="connsiteX248" fmla="*/ 684846 w 2636466"/>
                <a:gd name="connsiteY248" fmla="*/ 1010990 h 2628477"/>
                <a:gd name="connsiteX249" fmla="*/ 621906 w 2636466"/>
                <a:gd name="connsiteY249" fmla="*/ 948050 h 2628477"/>
                <a:gd name="connsiteX250" fmla="*/ 684846 w 2636466"/>
                <a:gd name="connsiteY250" fmla="*/ 885110 h 2628477"/>
                <a:gd name="connsiteX251" fmla="*/ 1053926 w 2636466"/>
                <a:gd name="connsiteY251" fmla="*/ 2005473 h 2628477"/>
                <a:gd name="connsiteX252" fmla="*/ 536654 w 2636466"/>
                <a:gd name="connsiteY252" fmla="*/ 1745468 h 2628477"/>
                <a:gd name="connsiteX253" fmla="*/ 611553 w 2636466"/>
                <a:gd name="connsiteY253" fmla="*/ 1171393 h 2628477"/>
                <a:gd name="connsiteX254" fmla="*/ 1128825 w 2636466"/>
                <a:gd name="connsiteY254" fmla="*/ 1431398 h 2628477"/>
                <a:gd name="connsiteX255" fmla="*/ 1053926 w 2636466"/>
                <a:gd name="connsiteY255" fmla="*/ 2005473 h 2628477"/>
                <a:gd name="connsiteX256" fmla="*/ 1318967 w 2636466"/>
                <a:gd name="connsiteY256" fmla="*/ 2109293 h 2628477"/>
                <a:gd name="connsiteX257" fmla="*/ 1254453 w 2636466"/>
                <a:gd name="connsiteY257" fmla="*/ 2044779 h 2628477"/>
                <a:gd name="connsiteX258" fmla="*/ 1318967 w 2636466"/>
                <a:gd name="connsiteY258" fmla="*/ 1980266 h 2628477"/>
                <a:gd name="connsiteX259" fmla="*/ 1383480 w 2636466"/>
                <a:gd name="connsiteY259" fmla="*/ 2044779 h 2628477"/>
                <a:gd name="connsiteX260" fmla="*/ 1318967 w 2636466"/>
                <a:gd name="connsiteY260" fmla="*/ 2109293 h 2628477"/>
                <a:gd name="connsiteX261" fmla="*/ 1318967 w 2636466"/>
                <a:gd name="connsiteY261" fmla="*/ 1442129 h 2628477"/>
                <a:gd name="connsiteX262" fmla="*/ 1188366 w 2636466"/>
                <a:gd name="connsiteY262" fmla="*/ 1311528 h 2628477"/>
                <a:gd name="connsiteX263" fmla="*/ 1318967 w 2636466"/>
                <a:gd name="connsiteY263" fmla="*/ 1180928 h 2628477"/>
                <a:gd name="connsiteX264" fmla="*/ 1449567 w 2636466"/>
                <a:gd name="connsiteY264" fmla="*/ 1311528 h 2628477"/>
                <a:gd name="connsiteX265" fmla="*/ 1318967 w 2636466"/>
                <a:gd name="connsiteY265" fmla="*/ 1442129 h 2628477"/>
                <a:gd name="connsiteX266" fmla="*/ 2098730 w 2636466"/>
                <a:gd name="connsiteY266" fmla="*/ 1745500 h 2628477"/>
                <a:gd name="connsiteX267" fmla="*/ 1581458 w 2636466"/>
                <a:gd name="connsiteY267" fmla="*/ 2005505 h 2628477"/>
                <a:gd name="connsiteX268" fmla="*/ 1506559 w 2636466"/>
                <a:gd name="connsiteY268" fmla="*/ 1431429 h 2628477"/>
                <a:gd name="connsiteX269" fmla="*/ 2023832 w 2636466"/>
                <a:gd name="connsiteY269" fmla="*/ 1171424 h 2628477"/>
                <a:gd name="connsiteX270" fmla="*/ 2098730 w 2636466"/>
                <a:gd name="connsiteY270" fmla="*/ 1745500 h 262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2636466" h="2628477">
                  <a:moveTo>
                    <a:pt x="2629724" y="1216867"/>
                  </a:moveTo>
                  <a:cubicBezTo>
                    <a:pt x="2631643" y="1206828"/>
                    <a:pt x="2626168" y="1203335"/>
                    <a:pt x="2617293" y="1201132"/>
                  </a:cubicBezTo>
                  <a:cubicBezTo>
                    <a:pt x="2558129" y="1186372"/>
                    <a:pt x="2499092" y="1171235"/>
                    <a:pt x="2439991" y="1156224"/>
                  </a:cubicBezTo>
                  <a:cubicBezTo>
                    <a:pt x="2418214" y="1150622"/>
                    <a:pt x="2411479" y="1134761"/>
                    <a:pt x="2411007" y="1114275"/>
                  </a:cubicBezTo>
                  <a:cubicBezTo>
                    <a:pt x="2410913" y="1109523"/>
                    <a:pt x="2409339" y="1104802"/>
                    <a:pt x="2408332" y="1100082"/>
                  </a:cubicBezTo>
                  <a:cubicBezTo>
                    <a:pt x="2402384" y="1070311"/>
                    <a:pt x="2398073" y="1076762"/>
                    <a:pt x="2423438" y="1058824"/>
                  </a:cubicBezTo>
                  <a:cubicBezTo>
                    <a:pt x="2425924" y="1057062"/>
                    <a:pt x="2428316" y="1055111"/>
                    <a:pt x="2430802" y="1053349"/>
                  </a:cubicBezTo>
                  <a:cubicBezTo>
                    <a:pt x="2477755" y="1019833"/>
                    <a:pt x="2523985" y="985342"/>
                    <a:pt x="2571410" y="952550"/>
                  </a:cubicBezTo>
                  <a:cubicBezTo>
                    <a:pt x="2577232" y="948522"/>
                    <a:pt x="2582928" y="944211"/>
                    <a:pt x="2580977" y="935934"/>
                  </a:cubicBezTo>
                  <a:cubicBezTo>
                    <a:pt x="2578333" y="924668"/>
                    <a:pt x="2576319" y="913118"/>
                    <a:pt x="2568924" y="903583"/>
                  </a:cubicBezTo>
                  <a:cubicBezTo>
                    <a:pt x="2565305" y="882844"/>
                    <a:pt x="2551363" y="881648"/>
                    <a:pt x="2533551" y="882026"/>
                  </a:cubicBezTo>
                  <a:cubicBezTo>
                    <a:pt x="2479706" y="883127"/>
                    <a:pt x="2425798" y="882435"/>
                    <a:pt x="2371921" y="882435"/>
                  </a:cubicBezTo>
                  <a:cubicBezTo>
                    <a:pt x="2336266" y="882435"/>
                    <a:pt x="2336266" y="882404"/>
                    <a:pt x="2323835" y="848259"/>
                  </a:cubicBezTo>
                  <a:cubicBezTo>
                    <a:pt x="2321695" y="839793"/>
                    <a:pt x="2318706" y="831611"/>
                    <a:pt x="2314143" y="824121"/>
                  </a:cubicBezTo>
                  <a:cubicBezTo>
                    <a:pt x="2308856" y="815435"/>
                    <a:pt x="2310052" y="808418"/>
                    <a:pt x="2316755" y="800550"/>
                  </a:cubicBezTo>
                  <a:cubicBezTo>
                    <a:pt x="2357194" y="753030"/>
                    <a:pt x="2395933" y="704063"/>
                    <a:pt x="2436876" y="656952"/>
                  </a:cubicBezTo>
                  <a:cubicBezTo>
                    <a:pt x="2439865" y="653491"/>
                    <a:pt x="2441376" y="649651"/>
                    <a:pt x="2442509" y="645466"/>
                  </a:cubicBezTo>
                  <a:cubicBezTo>
                    <a:pt x="2446537" y="640462"/>
                    <a:pt x="2444963" y="635742"/>
                    <a:pt x="2441911" y="631021"/>
                  </a:cubicBezTo>
                  <a:cubicBezTo>
                    <a:pt x="2434075" y="618937"/>
                    <a:pt x="2426144" y="606884"/>
                    <a:pt x="2418529" y="594642"/>
                  </a:cubicBezTo>
                  <a:cubicBezTo>
                    <a:pt x="2414658" y="588411"/>
                    <a:pt x="2410378" y="587593"/>
                    <a:pt x="2403171" y="589512"/>
                  </a:cubicBezTo>
                  <a:cubicBezTo>
                    <a:pt x="2346305" y="604523"/>
                    <a:pt x="2289187" y="618559"/>
                    <a:pt x="2232352" y="633665"/>
                  </a:cubicBezTo>
                  <a:cubicBezTo>
                    <a:pt x="2198018" y="642791"/>
                    <a:pt x="2198176" y="643420"/>
                    <a:pt x="2176682" y="616419"/>
                  </a:cubicBezTo>
                  <a:cubicBezTo>
                    <a:pt x="2173629" y="607041"/>
                    <a:pt x="2167776" y="599205"/>
                    <a:pt x="2160884" y="592722"/>
                  </a:cubicBezTo>
                  <a:cubicBezTo>
                    <a:pt x="2152355" y="584697"/>
                    <a:pt x="2152135" y="577522"/>
                    <a:pt x="2157202" y="567294"/>
                  </a:cubicBezTo>
                  <a:cubicBezTo>
                    <a:pt x="2184360" y="512285"/>
                    <a:pt x="2209316" y="456205"/>
                    <a:pt x="2236475" y="401164"/>
                  </a:cubicBezTo>
                  <a:cubicBezTo>
                    <a:pt x="2238615" y="396790"/>
                    <a:pt x="2240566" y="392416"/>
                    <a:pt x="2239873" y="387349"/>
                  </a:cubicBezTo>
                  <a:cubicBezTo>
                    <a:pt x="2241321" y="384170"/>
                    <a:pt x="2243146" y="381149"/>
                    <a:pt x="2239716" y="377876"/>
                  </a:cubicBezTo>
                  <a:cubicBezTo>
                    <a:pt x="2227348" y="366138"/>
                    <a:pt x="2214949" y="354431"/>
                    <a:pt x="2202833" y="342473"/>
                  </a:cubicBezTo>
                  <a:cubicBezTo>
                    <a:pt x="2197483" y="337186"/>
                    <a:pt x="2192826" y="339609"/>
                    <a:pt x="2187665" y="342473"/>
                  </a:cubicBezTo>
                  <a:cubicBezTo>
                    <a:pt x="2133851" y="372401"/>
                    <a:pt x="2079565" y="401542"/>
                    <a:pt x="2026412" y="432571"/>
                  </a:cubicBezTo>
                  <a:cubicBezTo>
                    <a:pt x="2009261" y="442579"/>
                    <a:pt x="1995886" y="445443"/>
                    <a:pt x="1981725" y="429613"/>
                  </a:cubicBezTo>
                  <a:cubicBezTo>
                    <a:pt x="1978011" y="425459"/>
                    <a:pt x="1972945" y="422532"/>
                    <a:pt x="1968507" y="419008"/>
                  </a:cubicBezTo>
                  <a:cubicBezTo>
                    <a:pt x="1965864" y="414319"/>
                    <a:pt x="1962371" y="410165"/>
                    <a:pt x="1957713" y="407741"/>
                  </a:cubicBezTo>
                  <a:cubicBezTo>
                    <a:pt x="1943772" y="400566"/>
                    <a:pt x="1942702" y="389835"/>
                    <a:pt x="1945723" y="375705"/>
                  </a:cubicBezTo>
                  <a:cubicBezTo>
                    <a:pt x="1957524" y="320003"/>
                    <a:pt x="1967280" y="263892"/>
                    <a:pt x="1978452" y="208033"/>
                  </a:cubicBezTo>
                  <a:cubicBezTo>
                    <a:pt x="1979679" y="201959"/>
                    <a:pt x="1980529" y="195948"/>
                    <a:pt x="1979113" y="189812"/>
                  </a:cubicBezTo>
                  <a:cubicBezTo>
                    <a:pt x="1979428" y="183612"/>
                    <a:pt x="1979805" y="177948"/>
                    <a:pt x="1972504" y="174391"/>
                  </a:cubicBezTo>
                  <a:cubicBezTo>
                    <a:pt x="1959507" y="168097"/>
                    <a:pt x="1946762" y="161205"/>
                    <a:pt x="1934300" y="153904"/>
                  </a:cubicBezTo>
                  <a:cubicBezTo>
                    <a:pt x="1927691" y="150034"/>
                    <a:pt x="1923726" y="151513"/>
                    <a:pt x="1918470" y="156548"/>
                  </a:cubicBezTo>
                  <a:cubicBezTo>
                    <a:pt x="1887818" y="185972"/>
                    <a:pt x="1857450" y="215743"/>
                    <a:pt x="1825602" y="243814"/>
                  </a:cubicBezTo>
                  <a:cubicBezTo>
                    <a:pt x="1806531" y="260619"/>
                    <a:pt x="1789947" y="280005"/>
                    <a:pt x="1769775" y="295645"/>
                  </a:cubicBezTo>
                  <a:cubicBezTo>
                    <a:pt x="1764393" y="299799"/>
                    <a:pt x="1760271" y="300460"/>
                    <a:pt x="1754417" y="297974"/>
                  </a:cubicBezTo>
                  <a:cubicBezTo>
                    <a:pt x="1741546" y="292498"/>
                    <a:pt x="1728801" y="286425"/>
                    <a:pt x="1715426" y="282522"/>
                  </a:cubicBezTo>
                  <a:cubicBezTo>
                    <a:pt x="1702838" y="278840"/>
                    <a:pt x="1698086" y="271162"/>
                    <a:pt x="1697236" y="258983"/>
                  </a:cubicBezTo>
                  <a:cubicBezTo>
                    <a:pt x="1695096" y="228551"/>
                    <a:pt x="1694058" y="197962"/>
                    <a:pt x="1691288" y="167657"/>
                  </a:cubicBezTo>
                  <a:cubicBezTo>
                    <a:pt x="1689463" y="147673"/>
                    <a:pt x="1692044" y="127407"/>
                    <a:pt x="1686914" y="107675"/>
                  </a:cubicBezTo>
                  <a:cubicBezTo>
                    <a:pt x="1682351" y="90178"/>
                    <a:pt x="1675176" y="73247"/>
                    <a:pt x="1675962" y="54585"/>
                  </a:cubicBezTo>
                  <a:cubicBezTo>
                    <a:pt x="1676183" y="49770"/>
                    <a:pt x="1672060" y="48543"/>
                    <a:pt x="1667906" y="47567"/>
                  </a:cubicBezTo>
                  <a:cubicBezTo>
                    <a:pt x="1655601" y="44641"/>
                    <a:pt x="1643108" y="42123"/>
                    <a:pt x="1631181" y="38032"/>
                  </a:cubicBezTo>
                  <a:cubicBezTo>
                    <a:pt x="1620323" y="34287"/>
                    <a:pt x="1614155" y="36773"/>
                    <a:pt x="1608019" y="46686"/>
                  </a:cubicBezTo>
                  <a:cubicBezTo>
                    <a:pt x="1573779" y="101570"/>
                    <a:pt x="1538596" y="155919"/>
                    <a:pt x="1504388" y="210865"/>
                  </a:cubicBezTo>
                  <a:cubicBezTo>
                    <a:pt x="1498409" y="220495"/>
                    <a:pt x="1491328" y="222446"/>
                    <a:pt x="1481383" y="220998"/>
                  </a:cubicBezTo>
                  <a:cubicBezTo>
                    <a:pt x="1468890" y="219142"/>
                    <a:pt x="1456365" y="217379"/>
                    <a:pt x="1443808" y="216184"/>
                  </a:cubicBezTo>
                  <a:cubicBezTo>
                    <a:pt x="1423856" y="214295"/>
                    <a:pt x="1417153" y="209134"/>
                    <a:pt x="1410607" y="189214"/>
                  </a:cubicBezTo>
                  <a:cubicBezTo>
                    <a:pt x="1391222" y="130239"/>
                    <a:pt x="1371679" y="71296"/>
                    <a:pt x="1352671" y="12164"/>
                  </a:cubicBezTo>
                  <a:cubicBezTo>
                    <a:pt x="1349807" y="3226"/>
                    <a:pt x="1345874" y="-613"/>
                    <a:pt x="1336149" y="79"/>
                  </a:cubicBezTo>
                  <a:cubicBezTo>
                    <a:pt x="1323939" y="992"/>
                    <a:pt x="1311540" y="992"/>
                    <a:pt x="1299329" y="79"/>
                  </a:cubicBezTo>
                  <a:cubicBezTo>
                    <a:pt x="1289983" y="-613"/>
                    <a:pt x="1286395" y="3258"/>
                    <a:pt x="1283752" y="11629"/>
                  </a:cubicBezTo>
                  <a:cubicBezTo>
                    <a:pt x="1264524" y="72051"/>
                    <a:pt x="1245044" y="132410"/>
                    <a:pt x="1225186" y="192644"/>
                  </a:cubicBezTo>
                  <a:cubicBezTo>
                    <a:pt x="1221536" y="203721"/>
                    <a:pt x="1216941" y="214484"/>
                    <a:pt x="1201395" y="214484"/>
                  </a:cubicBezTo>
                  <a:cubicBezTo>
                    <a:pt x="1189310" y="214484"/>
                    <a:pt x="1176565" y="215397"/>
                    <a:pt x="1165236" y="219236"/>
                  </a:cubicBezTo>
                  <a:cubicBezTo>
                    <a:pt x="1141854" y="227135"/>
                    <a:pt x="1132822" y="213320"/>
                    <a:pt x="1122531" y="196578"/>
                  </a:cubicBezTo>
                  <a:cubicBezTo>
                    <a:pt x="1090904" y="145187"/>
                    <a:pt x="1057986" y="94552"/>
                    <a:pt x="1025887" y="43445"/>
                  </a:cubicBezTo>
                  <a:cubicBezTo>
                    <a:pt x="1021827" y="36962"/>
                    <a:pt x="1018113" y="34413"/>
                    <a:pt x="1010183" y="36868"/>
                  </a:cubicBezTo>
                  <a:cubicBezTo>
                    <a:pt x="996462" y="41147"/>
                    <a:pt x="982332" y="44231"/>
                    <a:pt x="968328" y="47536"/>
                  </a:cubicBezTo>
                  <a:cubicBezTo>
                    <a:pt x="964174" y="48511"/>
                    <a:pt x="960209" y="49707"/>
                    <a:pt x="960209" y="54554"/>
                  </a:cubicBezTo>
                  <a:cubicBezTo>
                    <a:pt x="960272" y="71359"/>
                    <a:pt x="941075" y="218575"/>
                    <a:pt x="940540" y="242178"/>
                  </a:cubicBezTo>
                  <a:cubicBezTo>
                    <a:pt x="940320" y="251304"/>
                    <a:pt x="938840" y="260242"/>
                    <a:pt x="936826" y="269211"/>
                  </a:cubicBezTo>
                  <a:cubicBezTo>
                    <a:pt x="935725" y="274057"/>
                    <a:pt x="933711" y="276984"/>
                    <a:pt x="929211" y="278809"/>
                  </a:cubicBezTo>
                  <a:cubicBezTo>
                    <a:pt x="913790" y="284977"/>
                    <a:pt x="898370" y="291177"/>
                    <a:pt x="883076" y="297659"/>
                  </a:cubicBezTo>
                  <a:cubicBezTo>
                    <a:pt x="876373" y="300492"/>
                    <a:pt x="871495" y="300177"/>
                    <a:pt x="865515" y="294733"/>
                  </a:cubicBezTo>
                  <a:cubicBezTo>
                    <a:pt x="837035" y="268738"/>
                    <a:pt x="747849" y="183329"/>
                    <a:pt x="730729" y="167657"/>
                  </a:cubicBezTo>
                  <a:cubicBezTo>
                    <a:pt x="710840" y="149436"/>
                    <a:pt x="710620" y="149562"/>
                    <a:pt x="686766" y="161898"/>
                  </a:cubicBezTo>
                  <a:cubicBezTo>
                    <a:pt x="679779" y="165517"/>
                    <a:pt x="673328" y="170332"/>
                    <a:pt x="666090" y="173321"/>
                  </a:cubicBezTo>
                  <a:cubicBezTo>
                    <a:pt x="658065" y="176657"/>
                    <a:pt x="655831" y="182039"/>
                    <a:pt x="657184" y="189875"/>
                  </a:cubicBezTo>
                  <a:cubicBezTo>
                    <a:pt x="655736" y="195571"/>
                    <a:pt x="656995" y="201109"/>
                    <a:pt x="658034" y="206711"/>
                  </a:cubicBezTo>
                  <a:cubicBezTo>
                    <a:pt x="668734" y="265119"/>
                    <a:pt x="680315" y="323339"/>
                    <a:pt x="691675" y="381590"/>
                  </a:cubicBezTo>
                  <a:cubicBezTo>
                    <a:pt x="693847" y="392762"/>
                    <a:pt x="691455" y="400000"/>
                    <a:pt x="681636" y="405539"/>
                  </a:cubicBezTo>
                  <a:cubicBezTo>
                    <a:pt x="675940" y="408749"/>
                    <a:pt x="670936" y="413123"/>
                    <a:pt x="667695" y="419071"/>
                  </a:cubicBezTo>
                  <a:cubicBezTo>
                    <a:pt x="658695" y="425900"/>
                    <a:pt x="649317" y="432288"/>
                    <a:pt x="640820" y="439715"/>
                  </a:cubicBezTo>
                  <a:cubicBezTo>
                    <a:pt x="635690" y="444215"/>
                    <a:pt x="632417" y="444215"/>
                    <a:pt x="626343" y="440816"/>
                  </a:cubicBezTo>
                  <a:cubicBezTo>
                    <a:pt x="567337" y="407804"/>
                    <a:pt x="508016" y="375327"/>
                    <a:pt x="448853" y="342630"/>
                  </a:cubicBezTo>
                  <a:cubicBezTo>
                    <a:pt x="443157" y="339483"/>
                    <a:pt x="439034" y="338350"/>
                    <a:pt x="432834" y="343385"/>
                  </a:cubicBezTo>
                  <a:cubicBezTo>
                    <a:pt x="420530" y="353361"/>
                    <a:pt x="410365" y="365383"/>
                    <a:pt x="398564" y="375736"/>
                  </a:cubicBezTo>
                  <a:cubicBezTo>
                    <a:pt x="394284" y="379481"/>
                    <a:pt x="395448" y="383258"/>
                    <a:pt x="396424" y="387443"/>
                  </a:cubicBezTo>
                  <a:cubicBezTo>
                    <a:pt x="397242" y="394902"/>
                    <a:pt x="399791" y="401762"/>
                    <a:pt x="403284" y="408339"/>
                  </a:cubicBezTo>
                  <a:cubicBezTo>
                    <a:pt x="417225" y="434585"/>
                    <a:pt x="467577" y="543062"/>
                    <a:pt x="480417" y="570316"/>
                  </a:cubicBezTo>
                  <a:cubicBezTo>
                    <a:pt x="484099" y="578152"/>
                    <a:pt x="483564" y="583816"/>
                    <a:pt x="477711" y="590362"/>
                  </a:cubicBezTo>
                  <a:cubicBezTo>
                    <a:pt x="471983" y="596750"/>
                    <a:pt x="465343" y="602761"/>
                    <a:pt x="462416" y="611321"/>
                  </a:cubicBezTo>
                  <a:cubicBezTo>
                    <a:pt x="459804" y="616986"/>
                    <a:pt x="454391" y="620951"/>
                    <a:pt x="451779" y="626143"/>
                  </a:cubicBezTo>
                  <a:cubicBezTo>
                    <a:pt x="443692" y="642350"/>
                    <a:pt x="431607" y="641627"/>
                    <a:pt x="416911" y="637661"/>
                  </a:cubicBezTo>
                  <a:cubicBezTo>
                    <a:pt x="361681" y="622776"/>
                    <a:pt x="306262" y="608677"/>
                    <a:pt x="251001" y="593949"/>
                  </a:cubicBezTo>
                  <a:cubicBezTo>
                    <a:pt x="223244" y="586554"/>
                    <a:pt x="223307" y="586208"/>
                    <a:pt x="207604" y="609968"/>
                  </a:cubicBezTo>
                  <a:cubicBezTo>
                    <a:pt x="203009" y="616891"/>
                    <a:pt x="198792" y="624066"/>
                    <a:pt x="194292" y="631084"/>
                  </a:cubicBezTo>
                  <a:cubicBezTo>
                    <a:pt x="191239" y="635836"/>
                    <a:pt x="189634" y="640557"/>
                    <a:pt x="193694" y="645560"/>
                  </a:cubicBezTo>
                  <a:cubicBezTo>
                    <a:pt x="195047" y="650753"/>
                    <a:pt x="197974" y="655001"/>
                    <a:pt x="201435" y="659092"/>
                  </a:cubicBezTo>
                  <a:cubicBezTo>
                    <a:pt x="242158" y="707273"/>
                    <a:pt x="282093" y="756146"/>
                    <a:pt x="322941" y="804201"/>
                  </a:cubicBezTo>
                  <a:cubicBezTo>
                    <a:pt x="327378" y="809425"/>
                    <a:pt x="327756" y="813767"/>
                    <a:pt x="324546" y="819558"/>
                  </a:cubicBezTo>
                  <a:cubicBezTo>
                    <a:pt x="319479" y="828684"/>
                    <a:pt x="314255" y="837842"/>
                    <a:pt x="312367" y="848353"/>
                  </a:cubicBezTo>
                  <a:cubicBezTo>
                    <a:pt x="310448" y="853703"/>
                    <a:pt x="308339" y="858958"/>
                    <a:pt x="306640" y="864371"/>
                  </a:cubicBezTo>
                  <a:cubicBezTo>
                    <a:pt x="302297" y="878155"/>
                    <a:pt x="294272" y="883285"/>
                    <a:pt x="278757" y="882970"/>
                  </a:cubicBezTo>
                  <a:cubicBezTo>
                    <a:pt x="220066" y="881806"/>
                    <a:pt x="161343" y="883190"/>
                    <a:pt x="102651" y="882120"/>
                  </a:cubicBezTo>
                  <a:cubicBezTo>
                    <a:pt x="84808" y="881806"/>
                    <a:pt x="70866" y="882970"/>
                    <a:pt x="67405" y="903772"/>
                  </a:cubicBezTo>
                  <a:cubicBezTo>
                    <a:pt x="60639" y="910852"/>
                    <a:pt x="60544" y="920577"/>
                    <a:pt x="57114" y="928979"/>
                  </a:cubicBezTo>
                  <a:cubicBezTo>
                    <a:pt x="52897" y="939333"/>
                    <a:pt x="55698" y="946760"/>
                    <a:pt x="64919" y="952330"/>
                  </a:cubicBezTo>
                  <a:cubicBezTo>
                    <a:pt x="114389" y="986978"/>
                    <a:pt x="162979" y="1022791"/>
                    <a:pt x="211884" y="1058195"/>
                  </a:cubicBezTo>
                  <a:cubicBezTo>
                    <a:pt x="238413" y="1077423"/>
                    <a:pt x="234731" y="1070059"/>
                    <a:pt x="227902" y="1102756"/>
                  </a:cubicBezTo>
                  <a:cubicBezTo>
                    <a:pt x="222929" y="1123149"/>
                    <a:pt x="226486" y="1148199"/>
                    <a:pt x="198823" y="1156255"/>
                  </a:cubicBezTo>
                  <a:cubicBezTo>
                    <a:pt x="139377" y="1171298"/>
                    <a:pt x="79993" y="1186561"/>
                    <a:pt x="20420" y="1201100"/>
                  </a:cubicBezTo>
                  <a:cubicBezTo>
                    <a:pt x="9594" y="1203744"/>
                    <a:pt x="4591" y="1208401"/>
                    <a:pt x="6542" y="1219510"/>
                  </a:cubicBezTo>
                  <a:cubicBezTo>
                    <a:pt x="-1766" y="1232696"/>
                    <a:pt x="-67" y="1247298"/>
                    <a:pt x="625" y="1261743"/>
                  </a:cubicBezTo>
                  <a:cubicBezTo>
                    <a:pt x="909" y="1267470"/>
                    <a:pt x="3930" y="1271593"/>
                    <a:pt x="9185" y="1274016"/>
                  </a:cubicBezTo>
                  <a:cubicBezTo>
                    <a:pt x="66429" y="1296077"/>
                    <a:pt x="123516" y="1318452"/>
                    <a:pt x="180414" y="1341362"/>
                  </a:cubicBezTo>
                  <a:cubicBezTo>
                    <a:pt x="208862" y="1352817"/>
                    <a:pt x="208894" y="1352754"/>
                    <a:pt x="208516" y="1383217"/>
                  </a:cubicBezTo>
                  <a:cubicBezTo>
                    <a:pt x="208327" y="1389731"/>
                    <a:pt x="209995" y="1396057"/>
                    <a:pt x="210814" y="1402445"/>
                  </a:cubicBezTo>
                  <a:cubicBezTo>
                    <a:pt x="212639" y="1416638"/>
                    <a:pt x="211537" y="1429384"/>
                    <a:pt x="195267" y="1434985"/>
                  </a:cubicBezTo>
                  <a:cubicBezTo>
                    <a:pt x="192341" y="1435992"/>
                    <a:pt x="190610" y="1438730"/>
                    <a:pt x="188533" y="1440933"/>
                  </a:cubicBezTo>
                  <a:cubicBezTo>
                    <a:pt x="140384" y="1469886"/>
                    <a:pt x="90535" y="1495691"/>
                    <a:pt x="41001" y="1522094"/>
                  </a:cubicBezTo>
                  <a:cubicBezTo>
                    <a:pt x="27092" y="1529521"/>
                    <a:pt x="17399" y="1536791"/>
                    <a:pt x="22623" y="1554036"/>
                  </a:cubicBezTo>
                  <a:cubicBezTo>
                    <a:pt x="23441" y="1556239"/>
                    <a:pt x="22340" y="1558348"/>
                    <a:pt x="22277" y="1560456"/>
                  </a:cubicBezTo>
                  <a:cubicBezTo>
                    <a:pt x="21490" y="1590793"/>
                    <a:pt x="28508" y="1599542"/>
                    <a:pt x="58184" y="1603224"/>
                  </a:cubicBezTo>
                  <a:cubicBezTo>
                    <a:pt x="115994" y="1610399"/>
                    <a:pt x="173742" y="1618046"/>
                    <a:pt x="231647" y="1624529"/>
                  </a:cubicBezTo>
                  <a:cubicBezTo>
                    <a:pt x="245682" y="1626103"/>
                    <a:pt x="254274" y="1630823"/>
                    <a:pt x="256854" y="1645457"/>
                  </a:cubicBezTo>
                  <a:cubicBezTo>
                    <a:pt x="258270" y="1653576"/>
                    <a:pt x="261354" y="1661538"/>
                    <a:pt x="264690" y="1669122"/>
                  </a:cubicBezTo>
                  <a:cubicBezTo>
                    <a:pt x="271645" y="1684889"/>
                    <a:pt x="274824" y="1699837"/>
                    <a:pt x="259529" y="1712865"/>
                  </a:cubicBezTo>
                  <a:cubicBezTo>
                    <a:pt x="258302" y="1713904"/>
                    <a:pt x="257861" y="1715886"/>
                    <a:pt x="256697" y="1717240"/>
                  </a:cubicBezTo>
                  <a:cubicBezTo>
                    <a:pt x="254997" y="1718593"/>
                    <a:pt x="253172" y="1719789"/>
                    <a:pt x="251567" y="1721268"/>
                  </a:cubicBezTo>
                  <a:cubicBezTo>
                    <a:pt x="226895" y="1744209"/>
                    <a:pt x="133271" y="1828518"/>
                    <a:pt x="114861" y="1851522"/>
                  </a:cubicBezTo>
                  <a:cubicBezTo>
                    <a:pt x="116120" y="1860774"/>
                    <a:pt x="120274" y="1869020"/>
                    <a:pt x="123642" y="1877548"/>
                  </a:cubicBezTo>
                  <a:cubicBezTo>
                    <a:pt x="127009" y="1884157"/>
                    <a:pt x="130565" y="1890702"/>
                    <a:pt x="133555" y="1897500"/>
                  </a:cubicBezTo>
                  <a:cubicBezTo>
                    <a:pt x="137866" y="1907319"/>
                    <a:pt x="144443" y="1910843"/>
                    <a:pt x="155395" y="1909238"/>
                  </a:cubicBezTo>
                  <a:cubicBezTo>
                    <a:pt x="183057" y="1905241"/>
                    <a:pt x="309724" y="1889444"/>
                    <a:pt x="345222" y="1884345"/>
                  </a:cubicBezTo>
                  <a:cubicBezTo>
                    <a:pt x="357653" y="1882552"/>
                    <a:pt x="365992" y="1885573"/>
                    <a:pt x="371783" y="1897343"/>
                  </a:cubicBezTo>
                  <a:cubicBezTo>
                    <a:pt x="377542" y="1909081"/>
                    <a:pt x="385094" y="1919970"/>
                    <a:pt x="392490" y="1930795"/>
                  </a:cubicBezTo>
                  <a:cubicBezTo>
                    <a:pt x="398689" y="1939890"/>
                    <a:pt x="400074" y="1948230"/>
                    <a:pt x="392805" y="1957104"/>
                  </a:cubicBezTo>
                  <a:cubicBezTo>
                    <a:pt x="360862" y="2007141"/>
                    <a:pt x="328826" y="2057116"/>
                    <a:pt x="297167" y="2107279"/>
                  </a:cubicBezTo>
                  <a:cubicBezTo>
                    <a:pt x="280803" y="2133179"/>
                    <a:pt x="277561" y="2126602"/>
                    <a:pt x="299150" y="2154075"/>
                  </a:cubicBezTo>
                  <a:cubicBezTo>
                    <a:pt x="304594" y="2161502"/>
                    <a:pt x="311612" y="2167544"/>
                    <a:pt x="317025" y="2175034"/>
                  </a:cubicBezTo>
                  <a:cubicBezTo>
                    <a:pt x="321997" y="2181926"/>
                    <a:pt x="328323" y="2183971"/>
                    <a:pt x="336536" y="2180415"/>
                  </a:cubicBezTo>
                  <a:cubicBezTo>
                    <a:pt x="344152" y="2177111"/>
                    <a:pt x="351988" y="2174279"/>
                    <a:pt x="359698" y="2171194"/>
                  </a:cubicBezTo>
                  <a:cubicBezTo>
                    <a:pt x="412505" y="2150047"/>
                    <a:pt x="465343" y="2129056"/>
                    <a:pt x="518024" y="2107657"/>
                  </a:cubicBezTo>
                  <a:cubicBezTo>
                    <a:pt x="528346" y="2103471"/>
                    <a:pt x="536245" y="2103723"/>
                    <a:pt x="543609" y="2112629"/>
                  </a:cubicBezTo>
                  <a:cubicBezTo>
                    <a:pt x="551162" y="2121787"/>
                    <a:pt x="560666" y="2129056"/>
                    <a:pt x="569981" y="2136200"/>
                  </a:cubicBezTo>
                  <a:cubicBezTo>
                    <a:pt x="583733" y="2146774"/>
                    <a:pt x="586565" y="2158732"/>
                    <a:pt x="578100" y="2173649"/>
                  </a:cubicBezTo>
                  <a:cubicBezTo>
                    <a:pt x="558463" y="2232089"/>
                    <a:pt x="540588" y="2291095"/>
                    <a:pt x="520510" y="2349378"/>
                  </a:cubicBezTo>
                  <a:cubicBezTo>
                    <a:pt x="518685" y="2354665"/>
                    <a:pt x="516230" y="2360140"/>
                    <a:pt x="519849" y="2365711"/>
                  </a:cubicBezTo>
                  <a:cubicBezTo>
                    <a:pt x="523342" y="2369739"/>
                    <a:pt x="528157" y="2372099"/>
                    <a:pt x="532185" y="2375403"/>
                  </a:cubicBezTo>
                  <a:cubicBezTo>
                    <a:pt x="539266" y="2381288"/>
                    <a:pt x="547165" y="2386040"/>
                    <a:pt x="554529" y="2391547"/>
                  </a:cubicBezTo>
                  <a:cubicBezTo>
                    <a:pt x="571365" y="2404104"/>
                    <a:pt x="572750" y="2403758"/>
                    <a:pt x="589901" y="2391327"/>
                  </a:cubicBezTo>
                  <a:cubicBezTo>
                    <a:pt x="640883" y="2354350"/>
                    <a:pt x="691644" y="2317027"/>
                    <a:pt x="742562" y="2279923"/>
                  </a:cubicBezTo>
                  <a:cubicBezTo>
                    <a:pt x="750021" y="2274479"/>
                    <a:pt x="756283" y="2273692"/>
                    <a:pt x="764056" y="2278476"/>
                  </a:cubicBezTo>
                  <a:cubicBezTo>
                    <a:pt x="772616" y="2283731"/>
                    <a:pt x="781585" y="2288357"/>
                    <a:pt x="790397" y="2293204"/>
                  </a:cubicBezTo>
                  <a:cubicBezTo>
                    <a:pt x="817681" y="2308183"/>
                    <a:pt x="817618" y="2308341"/>
                    <a:pt x="813338" y="2339748"/>
                  </a:cubicBezTo>
                  <a:cubicBezTo>
                    <a:pt x="810474" y="2364011"/>
                    <a:pt x="805817" y="2451089"/>
                    <a:pt x="804652" y="2470191"/>
                  </a:cubicBezTo>
                  <a:cubicBezTo>
                    <a:pt x="803520" y="2488821"/>
                    <a:pt x="800215" y="2507452"/>
                    <a:pt x="802292" y="2526239"/>
                  </a:cubicBezTo>
                  <a:cubicBezTo>
                    <a:pt x="803803" y="2529984"/>
                    <a:pt x="806981" y="2531872"/>
                    <a:pt x="810286" y="2533666"/>
                  </a:cubicBezTo>
                  <a:cubicBezTo>
                    <a:pt x="822905" y="2539866"/>
                    <a:pt x="836185" y="2544366"/>
                    <a:pt x="849277" y="2549307"/>
                  </a:cubicBezTo>
                  <a:cubicBezTo>
                    <a:pt x="864949" y="2555191"/>
                    <a:pt x="866648" y="2554657"/>
                    <a:pt x="877191" y="2541911"/>
                  </a:cubicBezTo>
                  <a:cubicBezTo>
                    <a:pt x="917850" y="2492629"/>
                    <a:pt x="958446" y="2443284"/>
                    <a:pt x="999074" y="2393971"/>
                  </a:cubicBezTo>
                  <a:cubicBezTo>
                    <a:pt x="1005116" y="2386638"/>
                    <a:pt x="1011442" y="2383397"/>
                    <a:pt x="1020662" y="2386355"/>
                  </a:cubicBezTo>
                  <a:cubicBezTo>
                    <a:pt x="1035674" y="2391138"/>
                    <a:pt x="1051094" y="2394506"/>
                    <a:pt x="1066420" y="2398093"/>
                  </a:cubicBezTo>
                  <a:cubicBezTo>
                    <a:pt x="1074350" y="2399950"/>
                    <a:pt x="1078316" y="2403915"/>
                    <a:pt x="1079606" y="2411971"/>
                  </a:cubicBezTo>
                  <a:cubicBezTo>
                    <a:pt x="1081746" y="2425346"/>
                    <a:pt x="1084578" y="2438627"/>
                    <a:pt x="1086498" y="2452033"/>
                  </a:cubicBezTo>
                  <a:cubicBezTo>
                    <a:pt x="1096033" y="2502825"/>
                    <a:pt x="1105852" y="2553586"/>
                    <a:pt x="1115167" y="2604411"/>
                  </a:cubicBezTo>
                  <a:cubicBezTo>
                    <a:pt x="1117338" y="2616212"/>
                    <a:pt x="1122972" y="2621939"/>
                    <a:pt x="1134741" y="2623355"/>
                  </a:cubicBezTo>
                  <a:cubicBezTo>
                    <a:pt x="1148651" y="2624992"/>
                    <a:pt x="1162529" y="2626849"/>
                    <a:pt x="1176471" y="2628328"/>
                  </a:cubicBezTo>
                  <a:cubicBezTo>
                    <a:pt x="1182072" y="2628926"/>
                    <a:pt x="1186950" y="2627856"/>
                    <a:pt x="1190349" y="2622915"/>
                  </a:cubicBezTo>
                  <a:cubicBezTo>
                    <a:pt x="1191073" y="2621782"/>
                    <a:pt x="1191765" y="2620681"/>
                    <a:pt x="1192331" y="2619485"/>
                  </a:cubicBezTo>
                  <a:cubicBezTo>
                    <a:pt x="1220277" y="2559503"/>
                    <a:pt x="1248222" y="2499521"/>
                    <a:pt x="1276262" y="2439602"/>
                  </a:cubicBezTo>
                  <a:cubicBezTo>
                    <a:pt x="1279598" y="2432458"/>
                    <a:pt x="1282619" y="2426353"/>
                    <a:pt x="1291997" y="2426448"/>
                  </a:cubicBezTo>
                  <a:cubicBezTo>
                    <a:pt x="1309526" y="2426668"/>
                    <a:pt x="1327086" y="2426479"/>
                    <a:pt x="1344615" y="2426511"/>
                  </a:cubicBezTo>
                  <a:cubicBezTo>
                    <a:pt x="1350972" y="2426511"/>
                    <a:pt x="1355724" y="2428934"/>
                    <a:pt x="1358052" y="2435008"/>
                  </a:cubicBezTo>
                  <a:cubicBezTo>
                    <a:pt x="1363749" y="2449767"/>
                    <a:pt x="1371616" y="2463488"/>
                    <a:pt x="1378193" y="2477838"/>
                  </a:cubicBezTo>
                  <a:cubicBezTo>
                    <a:pt x="1400474" y="2526396"/>
                    <a:pt x="1423384" y="2574703"/>
                    <a:pt x="1446168" y="2623041"/>
                  </a:cubicBezTo>
                  <a:cubicBezTo>
                    <a:pt x="1449599" y="2627982"/>
                    <a:pt x="1454508" y="2628894"/>
                    <a:pt x="1460078" y="2628328"/>
                  </a:cubicBezTo>
                  <a:cubicBezTo>
                    <a:pt x="1474019" y="2626849"/>
                    <a:pt x="1487929" y="2625055"/>
                    <a:pt x="1501807" y="2623324"/>
                  </a:cubicBezTo>
                  <a:cubicBezTo>
                    <a:pt x="1513451" y="2621845"/>
                    <a:pt x="1519525" y="2616275"/>
                    <a:pt x="1521539" y="2604442"/>
                  </a:cubicBezTo>
                  <a:cubicBezTo>
                    <a:pt x="1530288" y="2553492"/>
                    <a:pt x="1540988" y="2502857"/>
                    <a:pt x="1549862" y="2451907"/>
                  </a:cubicBezTo>
                  <a:cubicBezTo>
                    <a:pt x="1551908" y="2438438"/>
                    <a:pt x="1554362" y="2425063"/>
                    <a:pt x="1556911" y="2411720"/>
                  </a:cubicBezTo>
                  <a:cubicBezTo>
                    <a:pt x="1558296" y="2404419"/>
                    <a:pt x="1562167" y="2400233"/>
                    <a:pt x="1569531" y="2398502"/>
                  </a:cubicBezTo>
                  <a:cubicBezTo>
                    <a:pt x="1583189" y="2395261"/>
                    <a:pt x="1596847" y="2391957"/>
                    <a:pt x="1610410" y="2388243"/>
                  </a:cubicBezTo>
                  <a:cubicBezTo>
                    <a:pt x="1628411" y="2383302"/>
                    <a:pt x="1629166" y="2383648"/>
                    <a:pt x="1640622" y="2397621"/>
                  </a:cubicBezTo>
                  <a:cubicBezTo>
                    <a:pt x="1680588" y="2446557"/>
                    <a:pt x="1721342" y="2494832"/>
                    <a:pt x="1760868" y="2544145"/>
                  </a:cubicBezTo>
                  <a:cubicBezTo>
                    <a:pt x="1767225" y="2552107"/>
                    <a:pt x="1773928" y="2554845"/>
                    <a:pt x="1783684" y="2550786"/>
                  </a:cubicBezTo>
                  <a:cubicBezTo>
                    <a:pt x="1797846" y="2544869"/>
                    <a:pt x="1812574" y="2540306"/>
                    <a:pt x="1826389" y="2533572"/>
                  </a:cubicBezTo>
                  <a:cubicBezTo>
                    <a:pt x="1829693" y="2531746"/>
                    <a:pt x="1832840" y="2529764"/>
                    <a:pt x="1834257" y="2525987"/>
                  </a:cubicBezTo>
                  <a:cubicBezTo>
                    <a:pt x="1837655" y="2514595"/>
                    <a:pt x="1833124" y="2503549"/>
                    <a:pt x="1832777" y="2492314"/>
                  </a:cubicBezTo>
                  <a:cubicBezTo>
                    <a:pt x="1831739" y="2458862"/>
                    <a:pt x="1829442" y="2425441"/>
                    <a:pt x="1826672" y="2392145"/>
                  </a:cubicBezTo>
                  <a:cubicBezTo>
                    <a:pt x="1825256" y="2375215"/>
                    <a:pt x="1826704" y="2358189"/>
                    <a:pt x="1823651" y="2341384"/>
                  </a:cubicBezTo>
                  <a:cubicBezTo>
                    <a:pt x="1821606" y="2335436"/>
                    <a:pt x="1822329" y="2329205"/>
                    <a:pt x="1821700" y="2323163"/>
                  </a:cubicBezTo>
                  <a:cubicBezTo>
                    <a:pt x="1820504" y="2311708"/>
                    <a:pt x="1824658" y="2304439"/>
                    <a:pt x="1835358" y="2299183"/>
                  </a:cubicBezTo>
                  <a:cubicBezTo>
                    <a:pt x="1845523" y="2294179"/>
                    <a:pt x="1856348" y="2289711"/>
                    <a:pt x="1865317" y="2282850"/>
                  </a:cubicBezTo>
                  <a:cubicBezTo>
                    <a:pt x="1878535" y="2272748"/>
                    <a:pt x="1888637" y="2275045"/>
                    <a:pt x="1901319" y="2284738"/>
                  </a:cubicBezTo>
                  <a:cubicBezTo>
                    <a:pt x="1950444" y="2322188"/>
                    <a:pt x="2001268" y="2357434"/>
                    <a:pt x="2050581" y="2394663"/>
                  </a:cubicBezTo>
                  <a:cubicBezTo>
                    <a:pt x="2060274" y="2401964"/>
                    <a:pt x="2068488" y="2402153"/>
                    <a:pt x="2077708" y="2394694"/>
                  </a:cubicBezTo>
                  <a:cubicBezTo>
                    <a:pt x="2086205" y="2387803"/>
                    <a:pt x="2095615" y="2382075"/>
                    <a:pt x="2104269" y="2375372"/>
                  </a:cubicBezTo>
                  <a:cubicBezTo>
                    <a:pt x="2108392" y="2372068"/>
                    <a:pt x="2113144" y="2369424"/>
                    <a:pt x="2116133" y="2364861"/>
                  </a:cubicBezTo>
                  <a:cubicBezTo>
                    <a:pt x="2120256" y="2357749"/>
                    <a:pt x="2116448" y="2351234"/>
                    <a:pt x="2114308" y="2344783"/>
                  </a:cubicBezTo>
                  <a:cubicBezTo>
                    <a:pt x="2096811" y="2292260"/>
                    <a:pt x="2079439" y="2239736"/>
                    <a:pt x="2063169" y="2186804"/>
                  </a:cubicBezTo>
                  <a:cubicBezTo>
                    <a:pt x="2060085" y="2179597"/>
                    <a:pt x="2057316" y="2172265"/>
                    <a:pt x="2055113" y="2164743"/>
                  </a:cubicBezTo>
                  <a:cubicBezTo>
                    <a:pt x="2050676" y="2156026"/>
                    <a:pt x="2052784" y="2149071"/>
                    <a:pt x="2060022" y="2142683"/>
                  </a:cubicBezTo>
                  <a:cubicBezTo>
                    <a:pt x="2070502" y="2133430"/>
                    <a:pt x="2081988" y="2125185"/>
                    <a:pt x="2090926" y="2114360"/>
                  </a:cubicBezTo>
                  <a:cubicBezTo>
                    <a:pt x="2099108" y="2104447"/>
                    <a:pt x="2107636" y="2103156"/>
                    <a:pt x="2119690" y="2108097"/>
                  </a:cubicBezTo>
                  <a:cubicBezTo>
                    <a:pt x="2175517" y="2131039"/>
                    <a:pt x="2231691" y="2153099"/>
                    <a:pt x="2287739" y="2175600"/>
                  </a:cubicBezTo>
                  <a:cubicBezTo>
                    <a:pt x="2311027" y="2184947"/>
                    <a:pt x="2310996" y="2185010"/>
                    <a:pt x="2326825" y="2165939"/>
                  </a:cubicBezTo>
                  <a:cubicBezTo>
                    <a:pt x="2328776" y="2163579"/>
                    <a:pt x="2331105" y="2161565"/>
                    <a:pt x="2333088" y="2159204"/>
                  </a:cubicBezTo>
                  <a:cubicBezTo>
                    <a:pt x="2336990" y="2153540"/>
                    <a:pt x="2341522" y="2148442"/>
                    <a:pt x="2346620" y="2143847"/>
                  </a:cubicBezTo>
                  <a:cubicBezTo>
                    <a:pt x="2353512" y="2134878"/>
                    <a:pt x="2351938" y="2126916"/>
                    <a:pt x="2345927" y="2117570"/>
                  </a:cubicBezTo>
                  <a:cubicBezTo>
                    <a:pt x="2313733" y="2067375"/>
                    <a:pt x="2281917" y="2016929"/>
                    <a:pt x="2249692" y="1966765"/>
                  </a:cubicBezTo>
                  <a:cubicBezTo>
                    <a:pt x="2246576" y="1962580"/>
                    <a:pt x="2243996" y="1958048"/>
                    <a:pt x="2241667" y="1953359"/>
                  </a:cubicBezTo>
                  <a:cubicBezTo>
                    <a:pt x="2236758" y="1946247"/>
                    <a:pt x="2237922" y="1939544"/>
                    <a:pt x="2242706" y="1932746"/>
                  </a:cubicBezTo>
                  <a:cubicBezTo>
                    <a:pt x="2250542" y="1921669"/>
                    <a:pt x="2258441" y="1910403"/>
                    <a:pt x="2264200" y="1898287"/>
                  </a:cubicBezTo>
                  <a:cubicBezTo>
                    <a:pt x="2270494" y="1885006"/>
                    <a:pt x="2279463" y="1882583"/>
                    <a:pt x="2292712" y="1884503"/>
                  </a:cubicBezTo>
                  <a:cubicBezTo>
                    <a:pt x="2349829" y="1892811"/>
                    <a:pt x="2407136" y="1899703"/>
                    <a:pt x="2464380" y="1906815"/>
                  </a:cubicBezTo>
                  <a:cubicBezTo>
                    <a:pt x="2497424" y="1910937"/>
                    <a:pt x="2492955" y="1917231"/>
                    <a:pt x="2509823" y="1882929"/>
                  </a:cubicBezTo>
                  <a:cubicBezTo>
                    <a:pt x="2511743" y="1878807"/>
                    <a:pt x="2513599" y="1874684"/>
                    <a:pt x="2515456" y="1870530"/>
                  </a:cubicBezTo>
                  <a:cubicBezTo>
                    <a:pt x="2517691" y="1864236"/>
                    <a:pt x="2520428" y="1858099"/>
                    <a:pt x="2521498" y="1851459"/>
                  </a:cubicBezTo>
                  <a:cubicBezTo>
                    <a:pt x="2500256" y="1826283"/>
                    <a:pt x="2406979" y="1744209"/>
                    <a:pt x="2387153" y="1722527"/>
                  </a:cubicBezTo>
                  <a:cubicBezTo>
                    <a:pt x="2385076" y="1719254"/>
                    <a:pt x="2383502" y="1715729"/>
                    <a:pt x="2380261" y="1713149"/>
                  </a:cubicBezTo>
                  <a:cubicBezTo>
                    <a:pt x="2356627" y="1694235"/>
                    <a:pt x="2362386" y="1696186"/>
                    <a:pt x="2370977" y="1673150"/>
                  </a:cubicBezTo>
                  <a:cubicBezTo>
                    <a:pt x="2371450" y="1671923"/>
                    <a:pt x="2371953" y="1670727"/>
                    <a:pt x="2372299" y="1669500"/>
                  </a:cubicBezTo>
                  <a:cubicBezTo>
                    <a:pt x="2374282" y="1663741"/>
                    <a:pt x="2376170" y="1657919"/>
                    <a:pt x="2377901" y="1652034"/>
                  </a:cubicBezTo>
                  <a:cubicBezTo>
                    <a:pt x="2385359" y="1626543"/>
                    <a:pt x="2385391" y="1626826"/>
                    <a:pt x="2411322" y="1623868"/>
                  </a:cubicBezTo>
                  <a:cubicBezTo>
                    <a:pt x="2472625" y="1616850"/>
                    <a:pt x="2533803" y="1608668"/>
                    <a:pt x="2595075" y="1601241"/>
                  </a:cubicBezTo>
                  <a:cubicBezTo>
                    <a:pt x="2599638" y="1599731"/>
                    <a:pt x="2605209" y="1598409"/>
                    <a:pt x="2606688" y="1593720"/>
                  </a:cubicBezTo>
                  <a:cubicBezTo>
                    <a:pt x="2611503" y="1578237"/>
                    <a:pt x="2618017" y="1562848"/>
                    <a:pt x="2613894" y="1545948"/>
                  </a:cubicBezTo>
                  <a:cubicBezTo>
                    <a:pt x="2617419" y="1537703"/>
                    <a:pt x="2615122" y="1532857"/>
                    <a:pt x="2606688" y="1528766"/>
                  </a:cubicBezTo>
                  <a:cubicBezTo>
                    <a:pt x="2591016" y="1521182"/>
                    <a:pt x="2485434" y="1461766"/>
                    <a:pt x="2447796" y="1440807"/>
                  </a:cubicBezTo>
                  <a:cubicBezTo>
                    <a:pt x="2445058" y="1438069"/>
                    <a:pt x="2442446" y="1435080"/>
                    <a:pt x="2438827" y="1433506"/>
                  </a:cubicBezTo>
                  <a:cubicBezTo>
                    <a:pt x="2426302" y="1428156"/>
                    <a:pt x="2423690" y="1418180"/>
                    <a:pt x="2425420" y="1405938"/>
                  </a:cubicBezTo>
                  <a:cubicBezTo>
                    <a:pt x="2426522" y="1398291"/>
                    <a:pt x="2428221" y="1390675"/>
                    <a:pt x="2427749" y="1382839"/>
                  </a:cubicBezTo>
                  <a:cubicBezTo>
                    <a:pt x="2427718" y="1380227"/>
                    <a:pt x="2427718" y="1377584"/>
                    <a:pt x="2427718" y="1374972"/>
                  </a:cubicBezTo>
                  <a:cubicBezTo>
                    <a:pt x="2427718" y="1352597"/>
                    <a:pt x="2427655" y="1352502"/>
                    <a:pt x="2449054" y="1344006"/>
                  </a:cubicBezTo>
                  <a:cubicBezTo>
                    <a:pt x="2508438" y="1320466"/>
                    <a:pt x="2567759" y="1296863"/>
                    <a:pt x="2627301" y="1273796"/>
                  </a:cubicBezTo>
                  <a:cubicBezTo>
                    <a:pt x="2634381" y="1270617"/>
                    <a:pt x="2635577" y="1264418"/>
                    <a:pt x="2636144" y="1257526"/>
                  </a:cubicBezTo>
                  <a:cubicBezTo>
                    <a:pt x="2637308" y="1243459"/>
                    <a:pt x="2635357" y="1229895"/>
                    <a:pt x="2629724" y="1216867"/>
                  </a:cubicBezTo>
                  <a:close/>
                  <a:moveTo>
                    <a:pt x="1949940" y="885110"/>
                  </a:moveTo>
                  <a:cubicBezTo>
                    <a:pt x="1984715" y="885110"/>
                    <a:pt x="2012880" y="913276"/>
                    <a:pt x="2012880" y="948050"/>
                  </a:cubicBezTo>
                  <a:cubicBezTo>
                    <a:pt x="2012880" y="982824"/>
                    <a:pt x="1984715" y="1010990"/>
                    <a:pt x="1949940" y="1010990"/>
                  </a:cubicBezTo>
                  <a:cubicBezTo>
                    <a:pt x="1915166" y="1010990"/>
                    <a:pt x="1887000" y="982824"/>
                    <a:pt x="1887000" y="948050"/>
                  </a:cubicBezTo>
                  <a:cubicBezTo>
                    <a:pt x="1887000" y="913276"/>
                    <a:pt x="1915197" y="885110"/>
                    <a:pt x="1949940" y="885110"/>
                  </a:cubicBezTo>
                  <a:close/>
                  <a:moveTo>
                    <a:pt x="1317393" y="409913"/>
                  </a:moveTo>
                  <a:cubicBezTo>
                    <a:pt x="1578091" y="409913"/>
                    <a:pt x="1789443" y="559962"/>
                    <a:pt x="1789443" y="745068"/>
                  </a:cubicBezTo>
                  <a:cubicBezTo>
                    <a:pt x="1789443" y="930175"/>
                    <a:pt x="1578091" y="1080224"/>
                    <a:pt x="1317393" y="1080224"/>
                  </a:cubicBezTo>
                  <a:cubicBezTo>
                    <a:pt x="1056696" y="1080224"/>
                    <a:pt x="845343" y="930175"/>
                    <a:pt x="845343" y="745068"/>
                  </a:cubicBezTo>
                  <a:cubicBezTo>
                    <a:pt x="845343" y="559962"/>
                    <a:pt x="1056696" y="409913"/>
                    <a:pt x="1317393" y="409913"/>
                  </a:cubicBezTo>
                  <a:close/>
                  <a:moveTo>
                    <a:pt x="684846" y="885110"/>
                  </a:moveTo>
                  <a:cubicBezTo>
                    <a:pt x="719621" y="885110"/>
                    <a:pt x="747786" y="913276"/>
                    <a:pt x="747786" y="948050"/>
                  </a:cubicBezTo>
                  <a:cubicBezTo>
                    <a:pt x="747786" y="982824"/>
                    <a:pt x="719621" y="1010990"/>
                    <a:pt x="684846" y="1010990"/>
                  </a:cubicBezTo>
                  <a:cubicBezTo>
                    <a:pt x="650072" y="1010990"/>
                    <a:pt x="621906" y="982824"/>
                    <a:pt x="621906" y="948050"/>
                  </a:cubicBezTo>
                  <a:cubicBezTo>
                    <a:pt x="621906" y="913276"/>
                    <a:pt x="650103" y="885110"/>
                    <a:pt x="684846" y="885110"/>
                  </a:cubicBezTo>
                  <a:close/>
                  <a:moveTo>
                    <a:pt x="1053926" y="2005473"/>
                  </a:moveTo>
                  <a:cubicBezTo>
                    <a:pt x="890408" y="2092205"/>
                    <a:pt x="658820" y="1975797"/>
                    <a:pt x="536654" y="1745468"/>
                  </a:cubicBezTo>
                  <a:cubicBezTo>
                    <a:pt x="414487" y="1515139"/>
                    <a:pt x="448034" y="1258124"/>
                    <a:pt x="611553" y="1171393"/>
                  </a:cubicBezTo>
                  <a:cubicBezTo>
                    <a:pt x="775071" y="1084661"/>
                    <a:pt x="1006658" y="1201069"/>
                    <a:pt x="1128825" y="1431398"/>
                  </a:cubicBezTo>
                  <a:cubicBezTo>
                    <a:pt x="1250991" y="1661727"/>
                    <a:pt x="1217476" y="1918742"/>
                    <a:pt x="1053926" y="2005473"/>
                  </a:cubicBezTo>
                  <a:close/>
                  <a:moveTo>
                    <a:pt x="1318967" y="2109293"/>
                  </a:moveTo>
                  <a:cubicBezTo>
                    <a:pt x="1283343" y="2109293"/>
                    <a:pt x="1254453" y="2080404"/>
                    <a:pt x="1254453" y="2044779"/>
                  </a:cubicBezTo>
                  <a:cubicBezTo>
                    <a:pt x="1254453" y="2009155"/>
                    <a:pt x="1283343" y="1980266"/>
                    <a:pt x="1318967" y="1980266"/>
                  </a:cubicBezTo>
                  <a:cubicBezTo>
                    <a:pt x="1354591" y="1980266"/>
                    <a:pt x="1383480" y="2009155"/>
                    <a:pt x="1383480" y="2044779"/>
                  </a:cubicBezTo>
                  <a:cubicBezTo>
                    <a:pt x="1383480" y="2080404"/>
                    <a:pt x="1354591" y="2109293"/>
                    <a:pt x="1318967" y="2109293"/>
                  </a:cubicBezTo>
                  <a:close/>
                  <a:moveTo>
                    <a:pt x="1318967" y="1442129"/>
                  </a:moveTo>
                  <a:cubicBezTo>
                    <a:pt x="1246837" y="1442129"/>
                    <a:pt x="1188366" y="1383658"/>
                    <a:pt x="1188366" y="1311528"/>
                  </a:cubicBezTo>
                  <a:cubicBezTo>
                    <a:pt x="1188366" y="1239399"/>
                    <a:pt x="1246837" y="1180928"/>
                    <a:pt x="1318967" y="1180928"/>
                  </a:cubicBezTo>
                  <a:cubicBezTo>
                    <a:pt x="1391096" y="1180928"/>
                    <a:pt x="1449567" y="1239399"/>
                    <a:pt x="1449567" y="1311528"/>
                  </a:cubicBezTo>
                  <a:cubicBezTo>
                    <a:pt x="1449567" y="1383626"/>
                    <a:pt x="1391096" y="1442129"/>
                    <a:pt x="1318967" y="1442129"/>
                  </a:cubicBezTo>
                  <a:close/>
                  <a:moveTo>
                    <a:pt x="2098730" y="1745500"/>
                  </a:moveTo>
                  <a:cubicBezTo>
                    <a:pt x="1976564" y="1975829"/>
                    <a:pt x="1744976" y="2092205"/>
                    <a:pt x="1581458" y="2005505"/>
                  </a:cubicBezTo>
                  <a:cubicBezTo>
                    <a:pt x="1417940" y="1918774"/>
                    <a:pt x="1384393" y="1661758"/>
                    <a:pt x="1506559" y="1431429"/>
                  </a:cubicBezTo>
                  <a:cubicBezTo>
                    <a:pt x="1628726" y="1201100"/>
                    <a:pt x="1860314" y="1084724"/>
                    <a:pt x="2023832" y="1171424"/>
                  </a:cubicBezTo>
                  <a:cubicBezTo>
                    <a:pt x="2187350" y="1258155"/>
                    <a:pt x="2220897" y="1515171"/>
                    <a:pt x="2098730" y="174550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E7224668-2D2E-47DD-A47A-8FA8C0B5E291}"/>
                </a:ext>
              </a:extLst>
            </p:cNvPr>
            <p:cNvSpPr/>
            <p:nvPr/>
          </p:nvSpPr>
          <p:spPr>
            <a:xfrm flipH="1">
              <a:off x="3384452" y="3628349"/>
              <a:ext cx="967172" cy="964572"/>
            </a:xfrm>
            <a:custGeom>
              <a:avLst/>
              <a:gdLst>
                <a:gd name="connsiteX0" fmla="*/ 0 w 1919435"/>
                <a:gd name="connsiteY0" fmla="*/ 987194 h 1914275"/>
                <a:gd name="connsiteX1" fmla="*/ 37667 w 1919435"/>
                <a:gd name="connsiteY1" fmla="*/ 959846 h 1914275"/>
                <a:gd name="connsiteX2" fmla="*/ 169757 w 1919435"/>
                <a:gd name="connsiteY2" fmla="*/ 922696 h 1914275"/>
                <a:gd name="connsiteX3" fmla="*/ 215163 w 1919435"/>
                <a:gd name="connsiteY3" fmla="*/ 872130 h 1914275"/>
                <a:gd name="connsiteX4" fmla="*/ 217743 w 1919435"/>
                <a:gd name="connsiteY4" fmla="*/ 850459 h 1914275"/>
                <a:gd name="connsiteX5" fmla="*/ 189364 w 1919435"/>
                <a:gd name="connsiteY5" fmla="*/ 797830 h 1914275"/>
                <a:gd name="connsiteX6" fmla="*/ 69657 w 1919435"/>
                <a:gd name="connsiteY6" fmla="*/ 727657 h 1914275"/>
                <a:gd name="connsiteX7" fmla="*/ 43858 w 1919435"/>
                <a:gd name="connsiteY7" fmla="*/ 664708 h 1914275"/>
                <a:gd name="connsiteX8" fmla="*/ 46438 w 1919435"/>
                <a:gd name="connsiteY8" fmla="*/ 655936 h 1914275"/>
                <a:gd name="connsiteX9" fmla="*/ 114547 w 1919435"/>
                <a:gd name="connsiteY9" fmla="*/ 608982 h 1914275"/>
                <a:gd name="connsiteX10" fmla="*/ 241478 w 1919435"/>
                <a:gd name="connsiteY10" fmla="*/ 623429 h 1914275"/>
                <a:gd name="connsiteX11" fmla="*/ 306491 w 1919435"/>
                <a:gd name="connsiteY11" fmla="*/ 593503 h 1914275"/>
                <a:gd name="connsiteX12" fmla="*/ 301331 w 1919435"/>
                <a:gd name="connsiteY12" fmla="*/ 505271 h 1914275"/>
                <a:gd name="connsiteX13" fmla="*/ 222386 w 1919435"/>
                <a:gd name="connsiteY13" fmla="*/ 400527 h 1914275"/>
                <a:gd name="connsiteX14" fmla="*/ 222386 w 1919435"/>
                <a:gd name="connsiteY14" fmla="*/ 342222 h 1914275"/>
                <a:gd name="connsiteX15" fmla="*/ 248185 w 1919435"/>
                <a:gd name="connsiteY15" fmla="*/ 313327 h 1914275"/>
                <a:gd name="connsiteX16" fmla="*/ 303395 w 1919435"/>
                <a:gd name="connsiteY16" fmla="*/ 307135 h 1914275"/>
                <a:gd name="connsiteX17" fmla="*/ 420522 w 1919435"/>
                <a:gd name="connsiteY17" fmla="*/ 373180 h 1914275"/>
                <a:gd name="connsiteX18" fmla="*/ 525265 w 1919435"/>
                <a:gd name="connsiteY18" fmla="*/ 343770 h 1914275"/>
                <a:gd name="connsiteX19" fmla="*/ 527845 w 1919435"/>
                <a:gd name="connsiteY19" fmla="*/ 298364 h 1914275"/>
                <a:gd name="connsiteX20" fmla="*/ 493791 w 1919435"/>
                <a:gd name="connsiteY20" fmla="*/ 166789 h 1914275"/>
                <a:gd name="connsiteX21" fmla="*/ 518557 w 1919435"/>
                <a:gd name="connsiteY21" fmla="*/ 105904 h 1914275"/>
                <a:gd name="connsiteX22" fmla="*/ 537649 w 1919435"/>
                <a:gd name="connsiteY22" fmla="*/ 95585 h 1914275"/>
                <a:gd name="connsiteX23" fmla="*/ 608853 w 1919435"/>
                <a:gd name="connsiteY23" fmla="*/ 113128 h 1914275"/>
                <a:gd name="connsiteX24" fmla="*/ 690894 w 1919435"/>
                <a:gd name="connsiteY24" fmla="*/ 217355 h 1914275"/>
                <a:gd name="connsiteX25" fmla="*/ 802861 w 1919435"/>
                <a:gd name="connsiteY25" fmla="*/ 216839 h 1914275"/>
                <a:gd name="connsiteX26" fmla="*/ 816277 w 1919435"/>
                <a:gd name="connsiteY26" fmla="*/ 169369 h 1914275"/>
                <a:gd name="connsiteX27" fmla="*/ 832788 w 1919435"/>
                <a:gd name="connsiteY27" fmla="*/ 48631 h 1914275"/>
                <a:gd name="connsiteX28" fmla="*/ 877677 w 1919435"/>
                <a:gd name="connsiteY28" fmla="*/ 2193 h 1914275"/>
                <a:gd name="connsiteX29" fmla="*/ 917924 w 1919435"/>
                <a:gd name="connsiteY29" fmla="*/ 645 h 1914275"/>
                <a:gd name="connsiteX30" fmla="*/ 956106 w 1919435"/>
                <a:gd name="connsiteY30" fmla="*/ 31603 h 1914275"/>
                <a:gd name="connsiteX31" fmla="*/ 993772 w 1919435"/>
                <a:gd name="connsiteY31" fmla="*/ 163693 h 1914275"/>
                <a:gd name="connsiteX32" fmla="*/ 1089745 w 1919435"/>
                <a:gd name="connsiteY32" fmla="*/ 217871 h 1914275"/>
                <a:gd name="connsiteX33" fmla="*/ 1120703 w 1919435"/>
                <a:gd name="connsiteY33" fmla="*/ 191040 h 1914275"/>
                <a:gd name="connsiteX34" fmla="*/ 1192940 w 1919435"/>
                <a:gd name="connsiteY34" fmla="*/ 68754 h 1914275"/>
                <a:gd name="connsiteX35" fmla="*/ 1251245 w 1919435"/>
                <a:gd name="connsiteY35" fmla="*/ 44503 h 1914275"/>
                <a:gd name="connsiteX36" fmla="*/ 1309035 w 1919435"/>
                <a:gd name="connsiteY36" fmla="*/ 137895 h 1914275"/>
                <a:gd name="connsiteX37" fmla="*/ 1294587 w 1919435"/>
                <a:gd name="connsiteY37" fmla="*/ 255538 h 1914275"/>
                <a:gd name="connsiteX38" fmla="*/ 1294587 w 1919435"/>
                <a:gd name="connsiteY38" fmla="*/ 267921 h 1914275"/>
                <a:gd name="connsiteX39" fmla="*/ 1399331 w 1919435"/>
                <a:gd name="connsiteY39" fmla="*/ 314359 h 1914275"/>
                <a:gd name="connsiteX40" fmla="*/ 1514394 w 1919435"/>
                <a:gd name="connsiteY40" fmla="*/ 228191 h 1914275"/>
                <a:gd name="connsiteX41" fmla="*/ 1584050 w 1919435"/>
                <a:gd name="connsiteY41" fmla="*/ 229223 h 1914275"/>
                <a:gd name="connsiteX42" fmla="*/ 1594886 w 1919435"/>
                <a:gd name="connsiteY42" fmla="*/ 238510 h 1914275"/>
                <a:gd name="connsiteX43" fmla="*/ 1606754 w 1919435"/>
                <a:gd name="connsiteY43" fmla="*/ 317971 h 1914275"/>
                <a:gd name="connsiteX44" fmla="*/ 1543288 w 1919435"/>
                <a:gd name="connsiteY44" fmla="*/ 430970 h 1914275"/>
                <a:gd name="connsiteX45" fmla="*/ 1552060 w 1919435"/>
                <a:gd name="connsiteY45" fmla="*/ 504239 h 1914275"/>
                <a:gd name="connsiteX46" fmla="*/ 1619137 w 1919435"/>
                <a:gd name="connsiteY46" fmla="*/ 531069 h 1914275"/>
                <a:gd name="connsiteX47" fmla="*/ 1754839 w 1919435"/>
                <a:gd name="connsiteY47" fmla="*/ 495467 h 1914275"/>
                <a:gd name="connsiteX48" fmla="*/ 1812629 w 1919435"/>
                <a:gd name="connsiteY48" fmla="*/ 517654 h 1914275"/>
                <a:gd name="connsiteX49" fmla="*/ 1830172 w 1919435"/>
                <a:gd name="connsiteY49" fmla="*/ 552225 h 1914275"/>
                <a:gd name="connsiteX50" fmla="*/ 1815724 w 1919435"/>
                <a:gd name="connsiteY50" fmla="*/ 603306 h 1914275"/>
                <a:gd name="connsiteX51" fmla="*/ 1699630 w 1919435"/>
                <a:gd name="connsiteY51" fmla="*/ 695666 h 1914275"/>
                <a:gd name="connsiteX52" fmla="*/ 1678990 w 1919435"/>
                <a:gd name="connsiteY52" fmla="*/ 751908 h 1914275"/>
                <a:gd name="connsiteX53" fmla="*/ 1685182 w 1919435"/>
                <a:gd name="connsiteY53" fmla="*/ 774611 h 1914275"/>
                <a:gd name="connsiteX54" fmla="*/ 1732652 w 1919435"/>
                <a:gd name="connsiteY54" fmla="*/ 815373 h 1914275"/>
                <a:gd name="connsiteX55" fmla="*/ 1872998 w 1919435"/>
                <a:gd name="connsiteY55" fmla="*/ 834464 h 1914275"/>
                <a:gd name="connsiteX56" fmla="*/ 1918404 w 1919435"/>
                <a:gd name="connsiteY56" fmla="*/ 879354 h 1914275"/>
                <a:gd name="connsiteX57" fmla="*/ 1919952 w 1919435"/>
                <a:gd name="connsiteY57" fmla="*/ 919600 h 1914275"/>
                <a:gd name="connsiteX58" fmla="*/ 1886930 w 1919435"/>
                <a:gd name="connsiteY58" fmla="*/ 958299 h 1914275"/>
                <a:gd name="connsiteX59" fmla="*/ 1754839 w 1919435"/>
                <a:gd name="connsiteY59" fmla="*/ 995965 h 1914275"/>
                <a:gd name="connsiteX60" fmla="*/ 1701178 w 1919435"/>
                <a:gd name="connsiteY60" fmla="*/ 1085229 h 1914275"/>
                <a:gd name="connsiteX61" fmla="*/ 1728524 w 1919435"/>
                <a:gd name="connsiteY61" fmla="*/ 1121348 h 1914275"/>
                <a:gd name="connsiteX62" fmla="*/ 1849779 w 1919435"/>
                <a:gd name="connsiteY62" fmla="*/ 1192552 h 1914275"/>
                <a:gd name="connsiteX63" fmla="*/ 1876094 w 1919435"/>
                <a:gd name="connsiteY63" fmla="*/ 1253954 h 1914275"/>
                <a:gd name="connsiteX64" fmla="*/ 1875062 w 1919435"/>
                <a:gd name="connsiteY64" fmla="*/ 1260145 h 1914275"/>
                <a:gd name="connsiteX65" fmla="*/ 1802309 w 1919435"/>
                <a:gd name="connsiteY65" fmla="*/ 1312259 h 1914275"/>
                <a:gd name="connsiteX66" fmla="*/ 1675379 w 1919435"/>
                <a:gd name="connsiteY66" fmla="*/ 1296264 h 1914275"/>
                <a:gd name="connsiteX67" fmla="*/ 1611398 w 1919435"/>
                <a:gd name="connsiteY67" fmla="*/ 1329286 h 1914275"/>
                <a:gd name="connsiteX68" fmla="*/ 1610365 w 1919435"/>
                <a:gd name="connsiteY68" fmla="*/ 1405651 h 1914275"/>
                <a:gd name="connsiteX69" fmla="*/ 1692406 w 1919435"/>
                <a:gd name="connsiteY69" fmla="*/ 1514006 h 1914275"/>
                <a:gd name="connsiteX70" fmla="*/ 1692406 w 1919435"/>
                <a:gd name="connsiteY70" fmla="*/ 1584695 h 1914275"/>
                <a:gd name="connsiteX71" fmla="*/ 1689310 w 1919435"/>
                <a:gd name="connsiteY71" fmla="*/ 1588307 h 1914275"/>
                <a:gd name="connsiteX72" fmla="*/ 1600562 w 1919435"/>
                <a:gd name="connsiteY72" fmla="*/ 1605850 h 1914275"/>
                <a:gd name="connsiteX73" fmla="*/ 1490659 w 1919435"/>
                <a:gd name="connsiteY73" fmla="*/ 1543933 h 1914275"/>
                <a:gd name="connsiteX74" fmla="*/ 1415326 w 1919435"/>
                <a:gd name="connsiteY74" fmla="*/ 1554769 h 1914275"/>
                <a:gd name="connsiteX75" fmla="*/ 1391075 w 1919435"/>
                <a:gd name="connsiteY75" fmla="*/ 1622877 h 1914275"/>
                <a:gd name="connsiteX76" fmla="*/ 1426677 w 1919435"/>
                <a:gd name="connsiteY76" fmla="*/ 1760128 h 1914275"/>
                <a:gd name="connsiteX77" fmla="*/ 1406554 w 1919435"/>
                <a:gd name="connsiteY77" fmla="*/ 1811725 h 1914275"/>
                <a:gd name="connsiteX78" fmla="*/ 1370436 w 1919435"/>
                <a:gd name="connsiteY78" fmla="*/ 1830300 h 1914275"/>
                <a:gd name="connsiteX79" fmla="*/ 1316258 w 1919435"/>
                <a:gd name="connsiteY79" fmla="*/ 1815337 h 1914275"/>
                <a:gd name="connsiteX80" fmla="*/ 1231122 w 1919435"/>
                <a:gd name="connsiteY80" fmla="*/ 1707498 h 1914275"/>
                <a:gd name="connsiteX81" fmla="*/ 1121219 w 1919435"/>
                <a:gd name="connsiteY81" fmla="*/ 1698210 h 1914275"/>
                <a:gd name="connsiteX82" fmla="*/ 1106771 w 1919435"/>
                <a:gd name="connsiteY82" fmla="*/ 1727105 h 1914275"/>
                <a:gd name="connsiteX83" fmla="*/ 1087165 w 1919435"/>
                <a:gd name="connsiteY83" fmla="*/ 1868999 h 1914275"/>
                <a:gd name="connsiteX84" fmla="*/ 1050014 w 1919435"/>
                <a:gd name="connsiteY84" fmla="*/ 1919049 h 1914275"/>
                <a:gd name="connsiteX85" fmla="*/ 987581 w 1919435"/>
                <a:gd name="connsiteY85" fmla="*/ 1919049 h 1914275"/>
                <a:gd name="connsiteX86" fmla="*/ 960234 w 1919435"/>
                <a:gd name="connsiteY86" fmla="*/ 1880866 h 1914275"/>
                <a:gd name="connsiteX87" fmla="*/ 921535 w 1919435"/>
                <a:gd name="connsiteY87" fmla="*/ 1744132 h 1914275"/>
                <a:gd name="connsiteX88" fmla="*/ 875614 w 1919435"/>
                <a:gd name="connsiteY88" fmla="*/ 1703886 h 1914275"/>
                <a:gd name="connsiteX89" fmla="*/ 847751 w 1919435"/>
                <a:gd name="connsiteY89" fmla="*/ 1700790 h 1914275"/>
                <a:gd name="connsiteX90" fmla="*/ 800281 w 1919435"/>
                <a:gd name="connsiteY90" fmla="*/ 1727105 h 1914275"/>
                <a:gd name="connsiteX91" fmla="*/ 788414 w 1919435"/>
                <a:gd name="connsiteY91" fmla="*/ 1747228 h 1914275"/>
                <a:gd name="connsiteX92" fmla="*/ 723401 w 1919435"/>
                <a:gd name="connsiteY92" fmla="*/ 1857131 h 1914275"/>
                <a:gd name="connsiteX93" fmla="*/ 674383 w 1919435"/>
                <a:gd name="connsiteY93" fmla="*/ 1877254 h 1914275"/>
                <a:gd name="connsiteX94" fmla="*/ 634652 w 1919435"/>
                <a:gd name="connsiteY94" fmla="*/ 1863839 h 1914275"/>
                <a:gd name="connsiteX95" fmla="*/ 607822 w 1919435"/>
                <a:gd name="connsiteY95" fmla="*/ 1813789 h 1914275"/>
                <a:gd name="connsiteX96" fmla="*/ 624848 w 1919435"/>
                <a:gd name="connsiteY96" fmla="*/ 1672927 h 1914275"/>
                <a:gd name="connsiteX97" fmla="*/ 586150 w 1919435"/>
                <a:gd name="connsiteY97" fmla="*/ 1607398 h 1914275"/>
                <a:gd name="connsiteX98" fmla="*/ 514430 w 1919435"/>
                <a:gd name="connsiteY98" fmla="*/ 1611010 h 1914275"/>
                <a:gd name="connsiteX99" fmla="*/ 413814 w 1919435"/>
                <a:gd name="connsiteY99" fmla="*/ 1687375 h 1914275"/>
                <a:gd name="connsiteX100" fmla="*/ 324550 w 1919435"/>
                <a:gd name="connsiteY100" fmla="*/ 1682215 h 1914275"/>
                <a:gd name="connsiteX101" fmla="*/ 316810 w 1919435"/>
                <a:gd name="connsiteY101" fmla="*/ 1674475 h 1914275"/>
                <a:gd name="connsiteX102" fmla="*/ 309071 w 1919435"/>
                <a:gd name="connsiteY102" fmla="*/ 1612558 h 1914275"/>
                <a:gd name="connsiteX103" fmla="*/ 376148 w 1919435"/>
                <a:gd name="connsiteY103" fmla="*/ 1492851 h 1914275"/>
                <a:gd name="connsiteX104" fmla="*/ 387499 w 1919435"/>
                <a:gd name="connsiteY104" fmla="*/ 1456217 h 1914275"/>
                <a:gd name="connsiteX105" fmla="*/ 297203 w 1919435"/>
                <a:gd name="connsiteY105" fmla="*/ 1391720 h 1914275"/>
                <a:gd name="connsiteX106" fmla="*/ 158405 w 1919435"/>
                <a:gd name="connsiteY106" fmla="*/ 1427838 h 1914275"/>
                <a:gd name="connsiteX107" fmla="*/ 114031 w 1919435"/>
                <a:gd name="connsiteY107" fmla="*/ 1412875 h 1914275"/>
                <a:gd name="connsiteX108" fmla="*/ 91844 w 1919435"/>
                <a:gd name="connsiteY108" fmla="*/ 1373660 h 1914275"/>
                <a:gd name="connsiteX109" fmla="*/ 106808 w 1919435"/>
                <a:gd name="connsiteY109" fmla="*/ 1315871 h 1914275"/>
                <a:gd name="connsiteX110" fmla="*/ 209487 w 1919435"/>
                <a:gd name="connsiteY110" fmla="*/ 1234347 h 1914275"/>
                <a:gd name="connsiteX111" fmla="*/ 236834 w 1919435"/>
                <a:gd name="connsiteY111" fmla="*/ 1151274 h 1914275"/>
                <a:gd name="connsiteX112" fmla="*/ 181624 w 1919435"/>
                <a:gd name="connsiteY112" fmla="*/ 1104836 h 1914275"/>
                <a:gd name="connsiteX113" fmla="*/ 52114 w 1919435"/>
                <a:gd name="connsiteY113" fmla="*/ 1087293 h 1914275"/>
                <a:gd name="connsiteX114" fmla="*/ 1032 w 1919435"/>
                <a:gd name="connsiteY114" fmla="*/ 1051175 h 1914275"/>
                <a:gd name="connsiteX115" fmla="*/ 0 w 1919435"/>
                <a:gd name="connsiteY115" fmla="*/ 987194 h 1914275"/>
                <a:gd name="connsiteX116" fmla="*/ 1198616 w 1919435"/>
                <a:gd name="connsiteY116" fmla="*/ 960879 h 1914275"/>
                <a:gd name="connsiteX117" fmla="*/ 958686 w 1919435"/>
                <a:gd name="connsiteY117" fmla="*/ 720949 h 1914275"/>
                <a:gd name="connsiteX118" fmla="*/ 720304 w 1919435"/>
                <a:gd name="connsiteY118" fmla="*/ 959331 h 1914275"/>
                <a:gd name="connsiteX119" fmla="*/ 957654 w 1919435"/>
                <a:gd name="connsiteY119" fmla="*/ 1198744 h 1914275"/>
                <a:gd name="connsiteX120" fmla="*/ 1198616 w 1919435"/>
                <a:gd name="connsiteY120" fmla="*/ 960879 h 1914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1919435" h="1914275">
                  <a:moveTo>
                    <a:pt x="0" y="987194"/>
                  </a:moveTo>
                  <a:cubicBezTo>
                    <a:pt x="8256" y="971714"/>
                    <a:pt x="21155" y="963975"/>
                    <a:pt x="37667" y="959846"/>
                  </a:cubicBezTo>
                  <a:cubicBezTo>
                    <a:pt x="82041" y="947979"/>
                    <a:pt x="125383" y="934564"/>
                    <a:pt x="169757" y="922696"/>
                  </a:cubicBezTo>
                  <a:cubicBezTo>
                    <a:pt x="196587" y="915473"/>
                    <a:pt x="212583" y="900509"/>
                    <a:pt x="215163" y="872130"/>
                  </a:cubicBezTo>
                  <a:cubicBezTo>
                    <a:pt x="215679" y="864907"/>
                    <a:pt x="216710" y="857683"/>
                    <a:pt x="217743" y="850459"/>
                  </a:cubicBezTo>
                  <a:cubicBezTo>
                    <a:pt x="220323" y="826209"/>
                    <a:pt x="209487" y="809697"/>
                    <a:pt x="189364" y="797830"/>
                  </a:cubicBezTo>
                  <a:cubicBezTo>
                    <a:pt x="149118" y="774611"/>
                    <a:pt x="109388" y="750876"/>
                    <a:pt x="69657" y="727657"/>
                  </a:cubicBezTo>
                  <a:cubicBezTo>
                    <a:pt x="40246" y="710629"/>
                    <a:pt x="35087" y="697730"/>
                    <a:pt x="43858" y="664708"/>
                  </a:cubicBezTo>
                  <a:cubicBezTo>
                    <a:pt x="44890" y="661612"/>
                    <a:pt x="45406" y="658516"/>
                    <a:pt x="46438" y="655936"/>
                  </a:cubicBezTo>
                  <a:cubicBezTo>
                    <a:pt x="59337" y="613110"/>
                    <a:pt x="70689" y="604854"/>
                    <a:pt x="114547" y="608982"/>
                  </a:cubicBezTo>
                  <a:cubicBezTo>
                    <a:pt x="156857" y="613110"/>
                    <a:pt x="199167" y="617754"/>
                    <a:pt x="241478" y="623429"/>
                  </a:cubicBezTo>
                  <a:cubicBezTo>
                    <a:pt x="275016" y="627557"/>
                    <a:pt x="289463" y="621881"/>
                    <a:pt x="306491" y="593503"/>
                  </a:cubicBezTo>
                  <a:cubicBezTo>
                    <a:pt x="330741" y="554288"/>
                    <a:pt x="329710" y="541905"/>
                    <a:pt x="301331" y="505271"/>
                  </a:cubicBezTo>
                  <a:cubicBezTo>
                    <a:pt x="274500" y="470700"/>
                    <a:pt x="248185" y="435614"/>
                    <a:pt x="222386" y="400527"/>
                  </a:cubicBezTo>
                  <a:cubicBezTo>
                    <a:pt x="206907" y="379888"/>
                    <a:pt x="206907" y="362861"/>
                    <a:pt x="222386" y="342222"/>
                  </a:cubicBezTo>
                  <a:cubicBezTo>
                    <a:pt x="230126" y="331902"/>
                    <a:pt x="238382" y="321583"/>
                    <a:pt x="248185" y="313327"/>
                  </a:cubicBezTo>
                  <a:cubicBezTo>
                    <a:pt x="267792" y="296816"/>
                    <a:pt x="281208" y="294752"/>
                    <a:pt x="303395" y="307135"/>
                  </a:cubicBezTo>
                  <a:cubicBezTo>
                    <a:pt x="342609" y="328806"/>
                    <a:pt x="382856" y="348929"/>
                    <a:pt x="420522" y="373180"/>
                  </a:cubicBezTo>
                  <a:cubicBezTo>
                    <a:pt x="463864" y="401043"/>
                    <a:pt x="493791" y="382468"/>
                    <a:pt x="525265" y="343770"/>
                  </a:cubicBezTo>
                  <a:cubicBezTo>
                    <a:pt x="535585" y="330870"/>
                    <a:pt x="531973" y="313843"/>
                    <a:pt x="527845" y="298364"/>
                  </a:cubicBezTo>
                  <a:cubicBezTo>
                    <a:pt x="516493" y="254506"/>
                    <a:pt x="505142" y="210647"/>
                    <a:pt x="493791" y="166789"/>
                  </a:cubicBezTo>
                  <a:cubicBezTo>
                    <a:pt x="485535" y="135315"/>
                    <a:pt x="490694" y="122415"/>
                    <a:pt x="518557" y="105904"/>
                  </a:cubicBezTo>
                  <a:cubicBezTo>
                    <a:pt x="524749" y="102292"/>
                    <a:pt x="530941" y="98680"/>
                    <a:pt x="537649" y="95585"/>
                  </a:cubicBezTo>
                  <a:cubicBezTo>
                    <a:pt x="571187" y="80105"/>
                    <a:pt x="586150" y="83717"/>
                    <a:pt x="608853" y="113128"/>
                  </a:cubicBezTo>
                  <a:cubicBezTo>
                    <a:pt x="636200" y="147698"/>
                    <a:pt x="663547" y="182785"/>
                    <a:pt x="690894" y="217355"/>
                  </a:cubicBezTo>
                  <a:cubicBezTo>
                    <a:pt x="716693" y="249346"/>
                    <a:pt x="777062" y="249346"/>
                    <a:pt x="802861" y="216839"/>
                  </a:cubicBezTo>
                  <a:cubicBezTo>
                    <a:pt x="813697" y="202908"/>
                    <a:pt x="813697" y="185365"/>
                    <a:pt x="816277" y="169369"/>
                  </a:cubicBezTo>
                  <a:cubicBezTo>
                    <a:pt x="822468" y="129123"/>
                    <a:pt x="827628" y="88877"/>
                    <a:pt x="832788" y="48631"/>
                  </a:cubicBezTo>
                  <a:cubicBezTo>
                    <a:pt x="836916" y="16640"/>
                    <a:pt x="845687" y="7868"/>
                    <a:pt x="877677" y="2193"/>
                  </a:cubicBezTo>
                  <a:cubicBezTo>
                    <a:pt x="891093" y="-387"/>
                    <a:pt x="904509" y="-387"/>
                    <a:pt x="917924" y="645"/>
                  </a:cubicBezTo>
                  <a:cubicBezTo>
                    <a:pt x="937531" y="1677"/>
                    <a:pt x="950947" y="11996"/>
                    <a:pt x="956106" y="31603"/>
                  </a:cubicBezTo>
                  <a:cubicBezTo>
                    <a:pt x="968490" y="75461"/>
                    <a:pt x="981389" y="119835"/>
                    <a:pt x="993772" y="163693"/>
                  </a:cubicBezTo>
                  <a:cubicBezTo>
                    <a:pt x="1006672" y="208584"/>
                    <a:pt x="1043822" y="229739"/>
                    <a:pt x="1089745" y="217871"/>
                  </a:cubicBezTo>
                  <a:cubicBezTo>
                    <a:pt x="1104707" y="214259"/>
                    <a:pt x="1113479" y="203424"/>
                    <a:pt x="1120703" y="191040"/>
                  </a:cubicBezTo>
                  <a:cubicBezTo>
                    <a:pt x="1144438" y="150278"/>
                    <a:pt x="1168689" y="109516"/>
                    <a:pt x="1192940" y="68754"/>
                  </a:cubicBezTo>
                  <a:cubicBezTo>
                    <a:pt x="1208419" y="42439"/>
                    <a:pt x="1221835" y="36763"/>
                    <a:pt x="1251245" y="44503"/>
                  </a:cubicBezTo>
                  <a:cubicBezTo>
                    <a:pt x="1310067" y="59466"/>
                    <a:pt x="1317806" y="72366"/>
                    <a:pt x="1309035" y="137895"/>
                  </a:cubicBezTo>
                  <a:cubicBezTo>
                    <a:pt x="1303875" y="177109"/>
                    <a:pt x="1299231" y="216323"/>
                    <a:pt x="1294587" y="255538"/>
                  </a:cubicBezTo>
                  <a:cubicBezTo>
                    <a:pt x="1294071" y="259665"/>
                    <a:pt x="1294071" y="263793"/>
                    <a:pt x="1294587" y="267921"/>
                  </a:cubicBezTo>
                  <a:cubicBezTo>
                    <a:pt x="1301295" y="309715"/>
                    <a:pt x="1364760" y="338610"/>
                    <a:pt x="1399331" y="314359"/>
                  </a:cubicBezTo>
                  <a:cubicBezTo>
                    <a:pt x="1438545" y="286496"/>
                    <a:pt x="1476211" y="257085"/>
                    <a:pt x="1514394" y="228191"/>
                  </a:cubicBezTo>
                  <a:cubicBezTo>
                    <a:pt x="1542256" y="207036"/>
                    <a:pt x="1556188" y="207552"/>
                    <a:pt x="1584050" y="229223"/>
                  </a:cubicBezTo>
                  <a:cubicBezTo>
                    <a:pt x="1587663" y="232319"/>
                    <a:pt x="1591274" y="234898"/>
                    <a:pt x="1594886" y="238510"/>
                  </a:cubicBezTo>
                  <a:cubicBezTo>
                    <a:pt x="1627393" y="269469"/>
                    <a:pt x="1628941" y="278757"/>
                    <a:pt x="1606754" y="317971"/>
                  </a:cubicBezTo>
                  <a:cubicBezTo>
                    <a:pt x="1585599" y="355637"/>
                    <a:pt x="1565475" y="393819"/>
                    <a:pt x="1543288" y="430970"/>
                  </a:cubicBezTo>
                  <a:cubicBezTo>
                    <a:pt x="1527293" y="458317"/>
                    <a:pt x="1534517" y="481020"/>
                    <a:pt x="1552060" y="504239"/>
                  </a:cubicBezTo>
                  <a:cubicBezTo>
                    <a:pt x="1569604" y="527458"/>
                    <a:pt x="1589726" y="538809"/>
                    <a:pt x="1619137" y="531069"/>
                  </a:cubicBezTo>
                  <a:cubicBezTo>
                    <a:pt x="1664543" y="519202"/>
                    <a:pt x="1709949" y="507850"/>
                    <a:pt x="1754839" y="495467"/>
                  </a:cubicBezTo>
                  <a:cubicBezTo>
                    <a:pt x="1783734" y="487727"/>
                    <a:pt x="1796634" y="492371"/>
                    <a:pt x="1812629" y="517654"/>
                  </a:cubicBezTo>
                  <a:cubicBezTo>
                    <a:pt x="1819853" y="528490"/>
                    <a:pt x="1826044" y="539841"/>
                    <a:pt x="1830172" y="552225"/>
                  </a:cubicBezTo>
                  <a:cubicBezTo>
                    <a:pt x="1837912" y="574412"/>
                    <a:pt x="1834299" y="588343"/>
                    <a:pt x="1815724" y="603306"/>
                  </a:cubicBezTo>
                  <a:cubicBezTo>
                    <a:pt x="1777026" y="634265"/>
                    <a:pt x="1738844" y="665224"/>
                    <a:pt x="1699630" y="695666"/>
                  </a:cubicBezTo>
                  <a:cubicBezTo>
                    <a:pt x="1680022" y="710629"/>
                    <a:pt x="1674862" y="729205"/>
                    <a:pt x="1678990" y="751908"/>
                  </a:cubicBezTo>
                  <a:cubicBezTo>
                    <a:pt x="1680539" y="759647"/>
                    <a:pt x="1683119" y="766871"/>
                    <a:pt x="1685182" y="774611"/>
                  </a:cubicBezTo>
                  <a:cubicBezTo>
                    <a:pt x="1691890" y="798862"/>
                    <a:pt x="1707885" y="812277"/>
                    <a:pt x="1732652" y="815373"/>
                  </a:cubicBezTo>
                  <a:cubicBezTo>
                    <a:pt x="1779606" y="821565"/>
                    <a:pt x="1826560" y="828272"/>
                    <a:pt x="1872998" y="834464"/>
                  </a:cubicBezTo>
                  <a:cubicBezTo>
                    <a:pt x="1900861" y="838076"/>
                    <a:pt x="1915308" y="851491"/>
                    <a:pt x="1918404" y="879354"/>
                  </a:cubicBezTo>
                  <a:cubicBezTo>
                    <a:pt x="1919952" y="892770"/>
                    <a:pt x="1921500" y="906185"/>
                    <a:pt x="1919952" y="919600"/>
                  </a:cubicBezTo>
                  <a:cubicBezTo>
                    <a:pt x="1917372" y="940755"/>
                    <a:pt x="1906536" y="952623"/>
                    <a:pt x="1886930" y="958299"/>
                  </a:cubicBezTo>
                  <a:cubicBezTo>
                    <a:pt x="1843071" y="970682"/>
                    <a:pt x="1798697" y="983065"/>
                    <a:pt x="1754839" y="995965"/>
                  </a:cubicBezTo>
                  <a:cubicBezTo>
                    <a:pt x="1712013" y="1008348"/>
                    <a:pt x="1692406" y="1040855"/>
                    <a:pt x="1701178" y="1085229"/>
                  </a:cubicBezTo>
                  <a:cubicBezTo>
                    <a:pt x="1704273" y="1102256"/>
                    <a:pt x="1714077" y="1113092"/>
                    <a:pt x="1728524" y="1121348"/>
                  </a:cubicBezTo>
                  <a:cubicBezTo>
                    <a:pt x="1768771" y="1145083"/>
                    <a:pt x="1809016" y="1168817"/>
                    <a:pt x="1849779" y="1192552"/>
                  </a:cubicBezTo>
                  <a:cubicBezTo>
                    <a:pt x="1879706" y="1210096"/>
                    <a:pt x="1884350" y="1220415"/>
                    <a:pt x="1876094" y="1253954"/>
                  </a:cubicBezTo>
                  <a:cubicBezTo>
                    <a:pt x="1875578" y="1256018"/>
                    <a:pt x="1875578" y="1258082"/>
                    <a:pt x="1875062" y="1260145"/>
                  </a:cubicBezTo>
                  <a:cubicBezTo>
                    <a:pt x="1862678" y="1300908"/>
                    <a:pt x="1848747" y="1321031"/>
                    <a:pt x="1802309" y="1312259"/>
                  </a:cubicBezTo>
                  <a:cubicBezTo>
                    <a:pt x="1760515" y="1304003"/>
                    <a:pt x="1717689" y="1302456"/>
                    <a:pt x="1675379" y="1296264"/>
                  </a:cubicBezTo>
                  <a:cubicBezTo>
                    <a:pt x="1645452" y="1292136"/>
                    <a:pt x="1625845" y="1304003"/>
                    <a:pt x="1611398" y="1329286"/>
                  </a:cubicBezTo>
                  <a:cubicBezTo>
                    <a:pt x="1596434" y="1355085"/>
                    <a:pt x="1589726" y="1379336"/>
                    <a:pt x="1610365" y="1405651"/>
                  </a:cubicBezTo>
                  <a:cubicBezTo>
                    <a:pt x="1638228" y="1441254"/>
                    <a:pt x="1665059" y="1477888"/>
                    <a:pt x="1692406" y="1514006"/>
                  </a:cubicBezTo>
                  <a:cubicBezTo>
                    <a:pt x="1715109" y="1543417"/>
                    <a:pt x="1715109" y="1555285"/>
                    <a:pt x="1692406" y="1584695"/>
                  </a:cubicBezTo>
                  <a:cubicBezTo>
                    <a:pt x="1691374" y="1585727"/>
                    <a:pt x="1690342" y="1587275"/>
                    <a:pt x="1689310" y="1588307"/>
                  </a:cubicBezTo>
                  <a:cubicBezTo>
                    <a:pt x="1659383" y="1620298"/>
                    <a:pt x="1647516" y="1634229"/>
                    <a:pt x="1600562" y="1605850"/>
                  </a:cubicBezTo>
                  <a:cubicBezTo>
                    <a:pt x="1564444" y="1584179"/>
                    <a:pt x="1526261" y="1565604"/>
                    <a:pt x="1490659" y="1543933"/>
                  </a:cubicBezTo>
                  <a:cubicBezTo>
                    <a:pt x="1461248" y="1526390"/>
                    <a:pt x="1438545" y="1536709"/>
                    <a:pt x="1415326" y="1554769"/>
                  </a:cubicBezTo>
                  <a:cubicBezTo>
                    <a:pt x="1392107" y="1572312"/>
                    <a:pt x="1382819" y="1593467"/>
                    <a:pt x="1391075" y="1622877"/>
                  </a:cubicBezTo>
                  <a:cubicBezTo>
                    <a:pt x="1403974" y="1668284"/>
                    <a:pt x="1415326" y="1714205"/>
                    <a:pt x="1426677" y="1760128"/>
                  </a:cubicBezTo>
                  <a:cubicBezTo>
                    <a:pt x="1432870" y="1784894"/>
                    <a:pt x="1427710" y="1798310"/>
                    <a:pt x="1406554" y="1811725"/>
                  </a:cubicBezTo>
                  <a:cubicBezTo>
                    <a:pt x="1395203" y="1818949"/>
                    <a:pt x="1383335" y="1825657"/>
                    <a:pt x="1370436" y="1830300"/>
                  </a:cubicBezTo>
                  <a:cubicBezTo>
                    <a:pt x="1347733" y="1838556"/>
                    <a:pt x="1331222" y="1834428"/>
                    <a:pt x="1316258" y="1815337"/>
                  </a:cubicBezTo>
                  <a:cubicBezTo>
                    <a:pt x="1287879" y="1779735"/>
                    <a:pt x="1259501" y="1743616"/>
                    <a:pt x="1231122" y="1707498"/>
                  </a:cubicBezTo>
                  <a:cubicBezTo>
                    <a:pt x="1203775" y="1673443"/>
                    <a:pt x="1154242" y="1668800"/>
                    <a:pt x="1121219" y="1698210"/>
                  </a:cubicBezTo>
                  <a:cubicBezTo>
                    <a:pt x="1112447" y="1705950"/>
                    <a:pt x="1108320" y="1715753"/>
                    <a:pt x="1106771" y="1727105"/>
                  </a:cubicBezTo>
                  <a:cubicBezTo>
                    <a:pt x="1100064" y="1774575"/>
                    <a:pt x="1092324" y="1821529"/>
                    <a:pt x="1087165" y="1868999"/>
                  </a:cubicBezTo>
                  <a:cubicBezTo>
                    <a:pt x="1084068" y="1893766"/>
                    <a:pt x="1074265" y="1911309"/>
                    <a:pt x="1050014" y="1919049"/>
                  </a:cubicBezTo>
                  <a:cubicBezTo>
                    <a:pt x="1029375" y="1919049"/>
                    <a:pt x="1008220" y="1919049"/>
                    <a:pt x="987581" y="1919049"/>
                  </a:cubicBezTo>
                  <a:cubicBezTo>
                    <a:pt x="973133" y="1910277"/>
                    <a:pt x="964878" y="1897377"/>
                    <a:pt x="960234" y="1880866"/>
                  </a:cubicBezTo>
                  <a:cubicBezTo>
                    <a:pt x="947851" y="1835460"/>
                    <a:pt x="933919" y="1790054"/>
                    <a:pt x="921535" y="1744132"/>
                  </a:cubicBezTo>
                  <a:cubicBezTo>
                    <a:pt x="914828" y="1719881"/>
                    <a:pt x="899865" y="1706982"/>
                    <a:pt x="875614" y="1703886"/>
                  </a:cubicBezTo>
                  <a:cubicBezTo>
                    <a:pt x="866326" y="1702854"/>
                    <a:pt x="857038" y="1701306"/>
                    <a:pt x="847751" y="1700790"/>
                  </a:cubicBezTo>
                  <a:cubicBezTo>
                    <a:pt x="826080" y="1699242"/>
                    <a:pt x="811117" y="1709046"/>
                    <a:pt x="800281" y="1727105"/>
                  </a:cubicBezTo>
                  <a:cubicBezTo>
                    <a:pt x="796153" y="1733813"/>
                    <a:pt x="792541" y="1740520"/>
                    <a:pt x="788414" y="1747228"/>
                  </a:cubicBezTo>
                  <a:cubicBezTo>
                    <a:pt x="766742" y="1783862"/>
                    <a:pt x="745587" y="1821013"/>
                    <a:pt x="723401" y="1857131"/>
                  </a:cubicBezTo>
                  <a:cubicBezTo>
                    <a:pt x="711533" y="1877254"/>
                    <a:pt x="697085" y="1882414"/>
                    <a:pt x="674383" y="1877254"/>
                  </a:cubicBezTo>
                  <a:cubicBezTo>
                    <a:pt x="660451" y="1874158"/>
                    <a:pt x="647552" y="1869515"/>
                    <a:pt x="634652" y="1863839"/>
                  </a:cubicBezTo>
                  <a:cubicBezTo>
                    <a:pt x="611949" y="1853003"/>
                    <a:pt x="604726" y="1839072"/>
                    <a:pt x="607822" y="1813789"/>
                  </a:cubicBezTo>
                  <a:cubicBezTo>
                    <a:pt x="613497" y="1766835"/>
                    <a:pt x="618141" y="1719881"/>
                    <a:pt x="624848" y="1672927"/>
                  </a:cubicBezTo>
                  <a:cubicBezTo>
                    <a:pt x="629492" y="1639905"/>
                    <a:pt x="611949" y="1621846"/>
                    <a:pt x="586150" y="1607398"/>
                  </a:cubicBezTo>
                  <a:cubicBezTo>
                    <a:pt x="560868" y="1593467"/>
                    <a:pt x="538165" y="1591403"/>
                    <a:pt x="514430" y="1611010"/>
                  </a:cubicBezTo>
                  <a:cubicBezTo>
                    <a:pt x="481407" y="1637325"/>
                    <a:pt x="446836" y="1661576"/>
                    <a:pt x="413814" y="1687375"/>
                  </a:cubicBezTo>
                  <a:cubicBezTo>
                    <a:pt x="380276" y="1713690"/>
                    <a:pt x="365828" y="1719365"/>
                    <a:pt x="324550" y="1682215"/>
                  </a:cubicBezTo>
                  <a:cubicBezTo>
                    <a:pt x="321970" y="1679635"/>
                    <a:pt x="319390" y="1677055"/>
                    <a:pt x="316810" y="1674475"/>
                  </a:cubicBezTo>
                  <a:cubicBezTo>
                    <a:pt x="296687" y="1653836"/>
                    <a:pt x="294623" y="1637841"/>
                    <a:pt x="309071" y="1612558"/>
                  </a:cubicBezTo>
                  <a:cubicBezTo>
                    <a:pt x="331258" y="1572828"/>
                    <a:pt x="353960" y="1532581"/>
                    <a:pt x="376148" y="1492851"/>
                  </a:cubicBezTo>
                  <a:cubicBezTo>
                    <a:pt x="382339" y="1481500"/>
                    <a:pt x="389047" y="1470148"/>
                    <a:pt x="387499" y="1456217"/>
                  </a:cubicBezTo>
                  <a:cubicBezTo>
                    <a:pt x="383887" y="1414423"/>
                    <a:pt x="337449" y="1381400"/>
                    <a:pt x="297203" y="1391720"/>
                  </a:cubicBezTo>
                  <a:cubicBezTo>
                    <a:pt x="250765" y="1403587"/>
                    <a:pt x="204327" y="1415455"/>
                    <a:pt x="158405" y="1427838"/>
                  </a:cubicBezTo>
                  <a:cubicBezTo>
                    <a:pt x="139830" y="1432998"/>
                    <a:pt x="125899" y="1427322"/>
                    <a:pt x="114031" y="1412875"/>
                  </a:cubicBezTo>
                  <a:cubicBezTo>
                    <a:pt x="104228" y="1401007"/>
                    <a:pt x="98036" y="1387592"/>
                    <a:pt x="91844" y="1373660"/>
                  </a:cubicBezTo>
                  <a:cubicBezTo>
                    <a:pt x="81525" y="1349409"/>
                    <a:pt x="86169" y="1331866"/>
                    <a:pt x="106808" y="1315871"/>
                  </a:cubicBezTo>
                  <a:cubicBezTo>
                    <a:pt x="140862" y="1288524"/>
                    <a:pt x="175432" y="1261693"/>
                    <a:pt x="209487" y="1234347"/>
                  </a:cubicBezTo>
                  <a:cubicBezTo>
                    <a:pt x="245605" y="1206484"/>
                    <a:pt x="248701" y="1194616"/>
                    <a:pt x="236834" y="1151274"/>
                  </a:cubicBezTo>
                  <a:cubicBezTo>
                    <a:pt x="228578" y="1122896"/>
                    <a:pt x="211551" y="1107932"/>
                    <a:pt x="181624" y="1104836"/>
                  </a:cubicBezTo>
                  <a:cubicBezTo>
                    <a:pt x="138282" y="1100192"/>
                    <a:pt x="95456" y="1091937"/>
                    <a:pt x="52114" y="1087293"/>
                  </a:cubicBezTo>
                  <a:cubicBezTo>
                    <a:pt x="27347" y="1084713"/>
                    <a:pt x="9804" y="1074910"/>
                    <a:pt x="1032" y="1051175"/>
                  </a:cubicBezTo>
                  <a:cubicBezTo>
                    <a:pt x="0" y="1028988"/>
                    <a:pt x="0" y="1008348"/>
                    <a:pt x="0" y="987194"/>
                  </a:cubicBezTo>
                  <a:close/>
                  <a:moveTo>
                    <a:pt x="1198616" y="960879"/>
                  </a:moveTo>
                  <a:cubicBezTo>
                    <a:pt x="1200163" y="838592"/>
                    <a:pt x="1104192" y="720433"/>
                    <a:pt x="958686" y="720949"/>
                  </a:cubicBezTo>
                  <a:cubicBezTo>
                    <a:pt x="824016" y="721465"/>
                    <a:pt x="720821" y="824145"/>
                    <a:pt x="720304" y="959331"/>
                  </a:cubicBezTo>
                  <a:cubicBezTo>
                    <a:pt x="719788" y="1096581"/>
                    <a:pt x="827628" y="1197712"/>
                    <a:pt x="957654" y="1198744"/>
                  </a:cubicBezTo>
                  <a:cubicBezTo>
                    <a:pt x="1090776" y="1199776"/>
                    <a:pt x="1198100" y="1092969"/>
                    <a:pt x="1198616" y="96087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xmlns="" id="{AF5B60F8-C2D2-4404-880E-C8EE7361764D}"/>
                </a:ext>
              </a:extLst>
            </p:cNvPr>
            <p:cNvSpPr/>
            <p:nvPr/>
          </p:nvSpPr>
          <p:spPr>
            <a:xfrm flipH="1">
              <a:off x="3916478" y="4114585"/>
              <a:ext cx="1426342" cy="1425410"/>
            </a:xfrm>
            <a:custGeom>
              <a:avLst/>
              <a:gdLst>
                <a:gd name="connsiteX0" fmla="*/ 494065 w 988147"/>
                <a:gd name="connsiteY0" fmla="*/ 418283 h 987501"/>
                <a:gd name="connsiteX1" fmla="*/ 418427 w 988147"/>
                <a:gd name="connsiteY1" fmla="*/ 493594 h 987501"/>
                <a:gd name="connsiteX2" fmla="*/ 493739 w 988147"/>
                <a:gd name="connsiteY2" fmla="*/ 569560 h 987501"/>
                <a:gd name="connsiteX3" fmla="*/ 569541 w 988147"/>
                <a:gd name="connsiteY3" fmla="*/ 494085 h 987501"/>
                <a:gd name="connsiteX4" fmla="*/ 494065 w 988147"/>
                <a:gd name="connsiteY4" fmla="*/ 418283 h 987501"/>
                <a:gd name="connsiteX5" fmla="*/ 494392 w 988147"/>
                <a:gd name="connsiteY5" fmla="*/ 193327 h 987501"/>
                <a:gd name="connsiteX6" fmla="*/ 794660 w 988147"/>
                <a:gd name="connsiteY6" fmla="*/ 494411 h 987501"/>
                <a:gd name="connsiteX7" fmla="*/ 493249 w 988147"/>
                <a:gd name="connsiteY7" fmla="*/ 794353 h 987501"/>
                <a:gd name="connsiteX8" fmla="*/ 193471 w 988147"/>
                <a:gd name="connsiteY8" fmla="*/ 493431 h 987501"/>
                <a:gd name="connsiteX9" fmla="*/ 494392 w 988147"/>
                <a:gd name="connsiteY9" fmla="*/ 193327 h 987501"/>
                <a:gd name="connsiteX10" fmla="*/ 494464 w 988147"/>
                <a:gd name="connsiteY10" fmla="*/ 132604 h 987501"/>
                <a:gd name="connsiteX11" fmla="*/ 133489 w 988147"/>
                <a:gd name="connsiteY11" fmla="*/ 491484 h 987501"/>
                <a:gd name="connsiteX12" fmla="*/ 493893 w 988147"/>
                <a:gd name="connsiteY12" fmla="*/ 853411 h 987501"/>
                <a:gd name="connsiteX13" fmla="*/ 854867 w 988147"/>
                <a:gd name="connsiteY13" fmla="*/ 492817 h 987501"/>
                <a:gd name="connsiteX14" fmla="*/ 494464 w 988147"/>
                <a:gd name="connsiteY14" fmla="*/ 132604 h 987501"/>
                <a:gd name="connsiteX15" fmla="*/ 553293 w 988147"/>
                <a:gd name="connsiteY15" fmla="*/ 95 h 987501"/>
                <a:gd name="connsiteX16" fmla="*/ 558434 w 988147"/>
                <a:gd name="connsiteY16" fmla="*/ 285 h 987501"/>
                <a:gd name="connsiteX17" fmla="*/ 580519 w 988147"/>
                <a:gd name="connsiteY17" fmla="*/ 24083 h 987501"/>
                <a:gd name="connsiteX18" fmla="*/ 581852 w 988147"/>
                <a:gd name="connsiteY18" fmla="*/ 68444 h 987501"/>
                <a:gd name="connsiteX19" fmla="*/ 589657 w 988147"/>
                <a:gd name="connsiteY19" fmla="*/ 81390 h 987501"/>
                <a:gd name="connsiteX20" fmla="*/ 617835 w 988147"/>
                <a:gd name="connsiteY20" fmla="*/ 88815 h 987501"/>
                <a:gd name="connsiteX21" fmla="*/ 631162 w 988147"/>
                <a:gd name="connsiteY21" fmla="*/ 81771 h 987501"/>
                <a:gd name="connsiteX22" fmla="*/ 656483 w 988147"/>
                <a:gd name="connsiteY22" fmla="*/ 41218 h 987501"/>
                <a:gd name="connsiteX23" fmla="*/ 681043 w 988147"/>
                <a:gd name="connsiteY23" fmla="*/ 32651 h 987501"/>
                <a:gd name="connsiteX24" fmla="*/ 685422 w 988147"/>
                <a:gd name="connsiteY24" fmla="*/ 34174 h 987501"/>
                <a:gd name="connsiteX25" fmla="*/ 699321 w 988147"/>
                <a:gd name="connsiteY25" fmla="*/ 61399 h 987501"/>
                <a:gd name="connsiteX26" fmla="*/ 689420 w 988147"/>
                <a:gd name="connsiteY26" fmla="*/ 104046 h 987501"/>
                <a:gd name="connsiteX27" fmla="*/ 696274 w 988147"/>
                <a:gd name="connsiteY27" fmla="*/ 122514 h 987501"/>
                <a:gd name="connsiteX28" fmla="*/ 718359 w 988147"/>
                <a:gd name="connsiteY28" fmla="*/ 134698 h 987501"/>
                <a:gd name="connsiteX29" fmla="*/ 733019 w 988147"/>
                <a:gd name="connsiteY29" fmla="*/ 131272 h 987501"/>
                <a:gd name="connsiteX30" fmla="*/ 768050 w 988147"/>
                <a:gd name="connsiteY30" fmla="*/ 98715 h 987501"/>
                <a:gd name="connsiteX31" fmla="*/ 793943 w 988147"/>
                <a:gd name="connsiteY31" fmla="*/ 96621 h 987501"/>
                <a:gd name="connsiteX32" fmla="*/ 795276 w 988147"/>
                <a:gd name="connsiteY32" fmla="*/ 97573 h 987501"/>
                <a:gd name="connsiteX33" fmla="*/ 803463 w 988147"/>
                <a:gd name="connsiteY33" fmla="*/ 130510 h 987501"/>
                <a:gd name="connsiteX34" fmla="*/ 783091 w 988147"/>
                <a:gd name="connsiteY34" fmla="*/ 168587 h 987501"/>
                <a:gd name="connsiteX35" fmla="*/ 784804 w 988147"/>
                <a:gd name="connsiteY35" fmla="*/ 186674 h 987501"/>
                <a:gd name="connsiteX36" fmla="*/ 801939 w 988147"/>
                <a:gd name="connsiteY36" fmla="*/ 203619 h 987501"/>
                <a:gd name="connsiteX37" fmla="*/ 819074 w 988147"/>
                <a:gd name="connsiteY37" fmla="*/ 205142 h 987501"/>
                <a:gd name="connsiteX38" fmla="*/ 862292 w 988147"/>
                <a:gd name="connsiteY38" fmla="*/ 182295 h 987501"/>
                <a:gd name="connsiteX39" fmla="*/ 885900 w 988147"/>
                <a:gd name="connsiteY39" fmla="*/ 187245 h 987501"/>
                <a:gd name="connsiteX40" fmla="*/ 893135 w 988147"/>
                <a:gd name="connsiteY40" fmla="*/ 196955 h 987501"/>
                <a:gd name="connsiteX41" fmla="*/ 891231 w 988147"/>
                <a:gd name="connsiteY41" fmla="*/ 218278 h 987501"/>
                <a:gd name="connsiteX42" fmla="*/ 856771 w 988147"/>
                <a:gd name="connsiteY42" fmla="*/ 255404 h 987501"/>
                <a:gd name="connsiteX43" fmla="*/ 853725 w 988147"/>
                <a:gd name="connsiteY43" fmla="*/ 270635 h 987501"/>
                <a:gd name="connsiteX44" fmla="*/ 866861 w 988147"/>
                <a:gd name="connsiteY44" fmla="*/ 293481 h 987501"/>
                <a:gd name="connsiteX45" fmla="*/ 883615 w 988147"/>
                <a:gd name="connsiteY45" fmla="*/ 299003 h 987501"/>
                <a:gd name="connsiteX46" fmla="*/ 932354 w 988147"/>
                <a:gd name="connsiteY46" fmla="*/ 287960 h 987501"/>
                <a:gd name="connsiteX47" fmla="*/ 950441 w 988147"/>
                <a:gd name="connsiteY47" fmla="*/ 296337 h 987501"/>
                <a:gd name="connsiteX48" fmla="*/ 956153 w 988147"/>
                <a:gd name="connsiteY48" fmla="*/ 309474 h 987501"/>
                <a:gd name="connsiteX49" fmla="*/ 948347 w 988147"/>
                <a:gd name="connsiteY49" fmla="*/ 330797 h 987501"/>
                <a:gd name="connsiteX50" fmla="*/ 908175 w 988147"/>
                <a:gd name="connsiteY50" fmla="*/ 355738 h 987501"/>
                <a:gd name="connsiteX51" fmla="*/ 899608 w 988147"/>
                <a:gd name="connsiteY51" fmla="*/ 374396 h 987501"/>
                <a:gd name="connsiteX52" fmla="*/ 905510 w 988147"/>
                <a:gd name="connsiteY52" fmla="*/ 396100 h 987501"/>
                <a:gd name="connsiteX53" fmla="*/ 919789 w 988147"/>
                <a:gd name="connsiteY53" fmla="*/ 406191 h 987501"/>
                <a:gd name="connsiteX54" fmla="*/ 969861 w 988147"/>
                <a:gd name="connsiteY54" fmla="*/ 408095 h 987501"/>
                <a:gd name="connsiteX55" fmla="*/ 986044 w 988147"/>
                <a:gd name="connsiteY55" fmla="*/ 420851 h 987501"/>
                <a:gd name="connsiteX56" fmla="*/ 988138 w 988147"/>
                <a:gd name="connsiteY56" fmla="*/ 436272 h 987501"/>
                <a:gd name="connsiteX57" fmla="*/ 975763 w 988147"/>
                <a:gd name="connsiteY57" fmla="*/ 453788 h 987501"/>
                <a:gd name="connsiteX58" fmla="*/ 930641 w 988147"/>
                <a:gd name="connsiteY58" fmla="*/ 467686 h 987501"/>
                <a:gd name="connsiteX59" fmla="*/ 916552 w 988147"/>
                <a:gd name="connsiteY59" fmla="*/ 485582 h 987501"/>
                <a:gd name="connsiteX60" fmla="*/ 917504 w 988147"/>
                <a:gd name="connsiteY60" fmla="*/ 509190 h 987501"/>
                <a:gd name="connsiteX61" fmla="*/ 927214 w 988147"/>
                <a:gd name="connsiteY61" fmla="*/ 519471 h 987501"/>
                <a:gd name="connsiteX62" fmla="*/ 974620 w 988147"/>
                <a:gd name="connsiteY62" fmla="*/ 533941 h 987501"/>
                <a:gd name="connsiteX63" fmla="*/ 988138 w 988147"/>
                <a:gd name="connsiteY63" fmla="*/ 552789 h 987501"/>
                <a:gd name="connsiteX64" fmla="*/ 988138 w 988147"/>
                <a:gd name="connsiteY64" fmla="*/ 556216 h 987501"/>
                <a:gd name="connsiteX65" fmla="*/ 963768 w 988147"/>
                <a:gd name="connsiteY65" fmla="*/ 580395 h 987501"/>
                <a:gd name="connsiteX66" fmla="*/ 918837 w 988147"/>
                <a:gd name="connsiteY66" fmla="*/ 581728 h 987501"/>
                <a:gd name="connsiteX67" fmla="*/ 906843 w 988147"/>
                <a:gd name="connsiteY67" fmla="*/ 589153 h 987501"/>
                <a:gd name="connsiteX68" fmla="*/ 899227 w 988147"/>
                <a:gd name="connsiteY68" fmla="*/ 617330 h 987501"/>
                <a:gd name="connsiteX69" fmla="*/ 906652 w 988147"/>
                <a:gd name="connsiteY69" fmla="*/ 631038 h 987501"/>
                <a:gd name="connsiteX70" fmla="*/ 946253 w 988147"/>
                <a:gd name="connsiteY70" fmla="*/ 655789 h 987501"/>
                <a:gd name="connsiteX71" fmla="*/ 955201 w 988147"/>
                <a:gd name="connsiteY71" fmla="*/ 681110 h 987501"/>
                <a:gd name="connsiteX72" fmla="*/ 948918 w 988147"/>
                <a:gd name="connsiteY72" fmla="*/ 694057 h 987501"/>
                <a:gd name="connsiteX73" fmla="*/ 936734 w 988147"/>
                <a:gd name="connsiteY73" fmla="*/ 700149 h 987501"/>
                <a:gd name="connsiteX74" fmla="*/ 906462 w 988147"/>
                <a:gd name="connsiteY74" fmla="*/ 693485 h 987501"/>
                <a:gd name="connsiteX75" fmla="*/ 881711 w 988147"/>
                <a:gd name="connsiteY75" fmla="*/ 687774 h 987501"/>
                <a:gd name="connsiteX76" fmla="*/ 868765 w 988147"/>
                <a:gd name="connsiteY76" fmla="*/ 691772 h 987501"/>
                <a:gd name="connsiteX77" fmla="*/ 853154 w 988147"/>
                <a:gd name="connsiteY77" fmla="*/ 719759 h 987501"/>
                <a:gd name="connsiteX78" fmla="*/ 856961 w 988147"/>
                <a:gd name="connsiteY78" fmla="*/ 731753 h 987501"/>
                <a:gd name="connsiteX79" fmla="*/ 890279 w 988147"/>
                <a:gd name="connsiteY79" fmla="*/ 767546 h 987501"/>
                <a:gd name="connsiteX80" fmla="*/ 892373 w 988147"/>
                <a:gd name="connsiteY80" fmla="*/ 792106 h 987501"/>
                <a:gd name="connsiteX81" fmla="*/ 891040 w 988147"/>
                <a:gd name="connsiteY81" fmla="*/ 794010 h 987501"/>
                <a:gd name="connsiteX82" fmla="*/ 857532 w 988147"/>
                <a:gd name="connsiteY82" fmla="*/ 802387 h 987501"/>
                <a:gd name="connsiteX83" fmla="*/ 818884 w 988147"/>
                <a:gd name="connsiteY83" fmla="*/ 781825 h 987501"/>
                <a:gd name="connsiteX84" fmla="*/ 803843 w 988147"/>
                <a:gd name="connsiteY84" fmla="*/ 782396 h 987501"/>
                <a:gd name="connsiteX85" fmla="*/ 784233 w 988147"/>
                <a:gd name="connsiteY85" fmla="*/ 801625 h 987501"/>
                <a:gd name="connsiteX86" fmla="*/ 783281 w 988147"/>
                <a:gd name="connsiteY86" fmla="*/ 818189 h 987501"/>
                <a:gd name="connsiteX87" fmla="*/ 806128 w 988147"/>
                <a:gd name="connsiteY87" fmla="*/ 861407 h 987501"/>
                <a:gd name="connsiteX88" fmla="*/ 802320 w 988147"/>
                <a:gd name="connsiteY88" fmla="*/ 883873 h 987501"/>
                <a:gd name="connsiteX89" fmla="*/ 798512 w 988147"/>
                <a:gd name="connsiteY89" fmla="*/ 887300 h 987501"/>
                <a:gd name="connsiteX90" fmla="*/ 765766 w 988147"/>
                <a:gd name="connsiteY90" fmla="*/ 886157 h 987501"/>
                <a:gd name="connsiteX91" fmla="*/ 733781 w 988147"/>
                <a:gd name="connsiteY91" fmla="*/ 856266 h 987501"/>
                <a:gd name="connsiteX92" fmla="*/ 717407 w 988147"/>
                <a:gd name="connsiteY92" fmla="*/ 853030 h 987501"/>
                <a:gd name="connsiteX93" fmla="*/ 694941 w 988147"/>
                <a:gd name="connsiteY93" fmla="*/ 865786 h 987501"/>
                <a:gd name="connsiteX94" fmla="*/ 689420 w 988147"/>
                <a:gd name="connsiteY94" fmla="*/ 882540 h 987501"/>
                <a:gd name="connsiteX95" fmla="*/ 700844 w 988147"/>
                <a:gd name="connsiteY95" fmla="*/ 932421 h 987501"/>
                <a:gd name="connsiteX96" fmla="*/ 693418 w 988147"/>
                <a:gd name="connsiteY96" fmla="*/ 948985 h 987501"/>
                <a:gd name="connsiteX97" fmla="*/ 679330 w 988147"/>
                <a:gd name="connsiteY97" fmla="*/ 955268 h 987501"/>
                <a:gd name="connsiteX98" fmla="*/ 657816 w 988147"/>
                <a:gd name="connsiteY98" fmla="*/ 947653 h 987501"/>
                <a:gd name="connsiteX99" fmla="*/ 632875 w 988147"/>
                <a:gd name="connsiteY99" fmla="*/ 907481 h 987501"/>
                <a:gd name="connsiteX100" fmla="*/ 614217 w 988147"/>
                <a:gd name="connsiteY100" fmla="*/ 898723 h 987501"/>
                <a:gd name="connsiteX101" fmla="*/ 594227 w 988147"/>
                <a:gd name="connsiteY101" fmla="*/ 904054 h 987501"/>
                <a:gd name="connsiteX102" fmla="*/ 582042 w 988147"/>
                <a:gd name="connsiteY102" fmla="*/ 920617 h 987501"/>
                <a:gd name="connsiteX103" fmla="*/ 580709 w 988147"/>
                <a:gd name="connsiteY103" fmla="*/ 965549 h 987501"/>
                <a:gd name="connsiteX104" fmla="*/ 563384 w 988147"/>
                <a:gd name="connsiteY104" fmla="*/ 986111 h 987501"/>
                <a:gd name="connsiteX105" fmla="*/ 552532 w 988147"/>
                <a:gd name="connsiteY105" fmla="*/ 987443 h 987501"/>
                <a:gd name="connsiteX106" fmla="*/ 535016 w 988147"/>
                <a:gd name="connsiteY106" fmla="*/ 975639 h 987501"/>
                <a:gd name="connsiteX107" fmla="*/ 520356 w 988147"/>
                <a:gd name="connsiteY107" fmla="*/ 927852 h 987501"/>
                <a:gd name="connsiteX108" fmla="*/ 506649 w 988147"/>
                <a:gd name="connsiteY108" fmla="*/ 916048 h 987501"/>
                <a:gd name="connsiteX109" fmla="*/ 481517 w 988147"/>
                <a:gd name="connsiteY109" fmla="*/ 916238 h 987501"/>
                <a:gd name="connsiteX110" fmla="*/ 469332 w 988147"/>
                <a:gd name="connsiteY110" fmla="*/ 926710 h 987501"/>
                <a:gd name="connsiteX111" fmla="*/ 455434 w 988147"/>
                <a:gd name="connsiteY111" fmla="*/ 971832 h 987501"/>
                <a:gd name="connsiteX112" fmla="*/ 432017 w 988147"/>
                <a:gd name="connsiteY112" fmla="*/ 986872 h 987501"/>
                <a:gd name="connsiteX113" fmla="*/ 408409 w 988147"/>
                <a:gd name="connsiteY113" fmla="*/ 960218 h 987501"/>
                <a:gd name="connsiteX114" fmla="*/ 407266 w 988147"/>
                <a:gd name="connsiteY114" fmla="*/ 919285 h 987501"/>
                <a:gd name="connsiteX115" fmla="*/ 398699 w 988147"/>
                <a:gd name="connsiteY115" fmla="*/ 905577 h 987501"/>
                <a:gd name="connsiteX116" fmla="*/ 370902 w 988147"/>
                <a:gd name="connsiteY116" fmla="*/ 898532 h 987501"/>
                <a:gd name="connsiteX117" fmla="*/ 357575 w 988147"/>
                <a:gd name="connsiteY117" fmla="*/ 905577 h 987501"/>
                <a:gd name="connsiteX118" fmla="*/ 332254 w 988147"/>
                <a:gd name="connsiteY118" fmla="*/ 946129 h 987501"/>
                <a:gd name="connsiteX119" fmla="*/ 308646 w 988147"/>
                <a:gd name="connsiteY119" fmla="*/ 954697 h 987501"/>
                <a:gd name="connsiteX120" fmla="*/ 306932 w 988147"/>
                <a:gd name="connsiteY120" fmla="*/ 954126 h 987501"/>
                <a:gd name="connsiteX121" fmla="*/ 289797 w 988147"/>
                <a:gd name="connsiteY121" fmla="*/ 924235 h 987501"/>
                <a:gd name="connsiteX122" fmla="*/ 299507 w 988147"/>
                <a:gd name="connsiteY122" fmla="*/ 882159 h 987501"/>
                <a:gd name="connsiteX123" fmla="*/ 293224 w 988147"/>
                <a:gd name="connsiteY123" fmla="*/ 865024 h 987501"/>
                <a:gd name="connsiteX124" fmla="*/ 272853 w 988147"/>
                <a:gd name="connsiteY124" fmla="*/ 853220 h 987501"/>
                <a:gd name="connsiteX125" fmla="*/ 254385 w 988147"/>
                <a:gd name="connsiteY125" fmla="*/ 856647 h 987501"/>
                <a:gd name="connsiteX126" fmla="*/ 219925 w 988147"/>
                <a:gd name="connsiteY126" fmla="*/ 888823 h 987501"/>
                <a:gd name="connsiteX127" fmla="*/ 195746 w 988147"/>
                <a:gd name="connsiteY127" fmla="*/ 891107 h 987501"/>
                <a:gd name="connsiteX128" fmla="*/ 192319 w 988147"/>
                <a:gd name="connsiteY128" fmla="*/ 888823 h 987501"/>
                <a:gd name="connsiteX129" fmla="*/ 184703 w 988147"/>
                <a:gd name="connsiteY129" fmla="*/ 857028 h 987501"/>
                <a:gd name="connsiteX130" fmla="*/ 205265 w 988147"/>
                <a:gd name="connsiteY130" fmla="*/ 818379 h 987501"/>
                <a:gd name="connsiteX131" fmla="*/ 203742 w 988147"/>
                <a:gd name="connsiteY131" fmla="*/ 800293 h 987501"/>
                <a:gd name="connsiteX132" fmla="*/ 186607 w 988147"/>
                <a:gd name="connsiteY132" fmla="*/ 783348 h 987501"/>
                <a:gd name="connsiteX133" fmla="*/ 168901 w 988147"/>
                <a:gd name="connsiteY133" fmla="*/ 782015 h 987501"/>
                <a:gd name="connsiteX134" fmla="*/ 126064 w 988147"/>
                <a:gd name="connsiteY134" fmla="*/ 804672 h 987501"/>
                <a:gd name="connsiteX135" fmla="*/ 102647 w 988147"/>
                <a:gd name="connsiteY135" fmla="*/ 800293 h 987501"/>
                <a:gd name="connsiteX136" fmla="*/ 101123 w 988147"/>
                <a:gd name="connsiteY136" fmla="*/ 798579 h 987501"/>
                <a:gd name="connsiteX137" fmla="*/ 102075 w 988147"/>
                <a:gd name="connsiteY137" fmla="*/ 763548 h 987501"/>
                <a:gd name="connsiteX138" fmla="*/ 130824 w 988147"/>
                <a:gd name="connsiteY138" fmla="*/ 732895 h 987501"/>
                <a:gd name="connsiteX139" fmla="*/ 134251 w 988147"/>
                <a:gd name="connsiteY139" fmla="*/ 716141 h 987501"/>
                <a:gd name="connsiteX140" fmla="*/ 121114 w 988147"/>
                <a:gd name="connsiteY140" fmla="*/ 693295 h 987501"/>
                <a:gd name="connsiteX141" fmla="*/ 104551 w 988147"/>
                <a:gd name="connsiteY141" fmla="*/ 688535 h 987501"/>
                <a:gd name="connsiteX142" fmla="*/ 63046 w 988147"/>
                <a:gd name="connsiteY142" fmla="*/ 698055 h 987501"/>
                <a:gd name="connsiteX143" fmla="*/ 57525 w 988147"/>
                <a:gd name="connsiteY143" fmla="*/ 699387 h 987501"/>
                <a:gd name="connsiteX144" fmla="*/ 36963 w 988147"/>
                <a:gd name="connsiteY144" fmla="*/ 689297 h 987501"/>
                <a:gd name="connsiteX145" fmla="*/ 32203 w 988147"/>
                <a:gd name="connsiteY145" fmla="*/ 678255 h 987501"/>
                <a:gd name="connsiteX146" fmla="*/ 39819 w 988147"/>
                <a:gd name="connsiteY146" fmla="*/ 656741 h 987501"/>
                <a:gd name="connsiteX147" fmla="*/ 78848 w 988147"/>
                <a:gd name="connsiteY147" fmla="*/ 632371 h 987501"/>
                <a:gd name="connsiteX148" fmla="*/ 88177 w 988147"/>
                <a:gd name="connsiteY148" fmla="*/ 610477 h 987501"/>
                <a:gd name="connsiteX149" fmla="*/ 82275 w 988147"/>
                <a:gd name="connsiteY149" fmla="*/ 590676 h 987501"/>
                <a:gd name="connsiteX150" fmla="*/ 67996 w 988147"/>
                <a:gd name="connsiteY150" fmla="*/ 581157 h 987501"/>
                <a:gd name="connsiteX151" fmla="*/ 21923 w 988147"/>
                <a:gd name="connsiteY151" fmla="*/ 579824 h 987501"/>
                <a:gd name="connsiteX152" fmla="*/ 1361 w 988147"/>
                <a:gd name="connsiteY152" fmla="*/ 562499 h 987501"/>
                <a:gd name="connsiteX153" fmla="*/ 599 w 988147"/>
                <a:gd name="connsiteY153" fmla="*/ 558501 h 987501"/>
                <a:gd name="connsiteX154" fmla="*/ 17924 w 988147"/>
                <a:gd name="connsiteY154" fmla="*/ 532227 h 987501"/>
                <a:gd name="connsiteX155" fmla="*/ 59238 w 988147"/>
                <a:gd name="connsiteY155" fmla="*/ 519661 h 987501"/>
                <a:gd name="connsiteX156" fmla="*/ 71614 w 988147"/>
                <a:gd name="connsiteY156" fmla="*/ 505763 h 987501"/>
                <a:gd name="connsiteX157" fmla="*/ 71042 w 988147"/>
                <a:gd name="connsiteY157" fmla="*/ 479299 h 987501"/>
                <a:gd name="connsiteX158" fmla="*/ 61333 w 988147"/>
                <a:gd name="connsiteY158" fmla="*/ 468447 h 987501"/>
                <a:gd name="connsiteX159" fmla="*/ 17353 w 988147"/>
                <a:gd name="connsiteY159" fmla="*/ 454930 h 987501"/>
                <a:gd name="connsiteX160" fmla="*/ 599 w 988147"/>
                <a:gd name="connsiteY160" fmla="*/ 430560 h 987501"/>
                <a:gd name="connsiteX161" fmla="*/ 2313 w 988147"/>
                <a:gd name="connsiteY161" fmla="*/ 420470 h 987501"/>
                <a:gd name="connsiteX162" fmla="*/ 18115 w 988147"/>
                <a:gd name="connsiteY162" fmla="*/ 407904 h 987501"/>
                <a:gd name="connsiteX163" fmla="*/ 60761 w 988147"/>
                <a:gd name="connsiteY163" fmla="*/ 406572 h 987501"/>
                <a:gd name="connsiteX164" fmla="*/ 67044 w 988147"/>
                <a:gd name="connsiteY164" fmla="*/ 406381 h 987501"/>
                <a:gd name="connsiteX165" fmla="*/ 83989 w 988147"/>
                <a:gd name="connsiteY165" fmla="*/ 393054 h 987501"/>
                <a:gd name="connsiteX166" fmla="*/ 88939 w 988147"/>
                <a:gd name="connsiteY166" fmla="*/ 374206 h 987501"/>
                <a:gd name="connsiteX167" fmla="*/ 80943 w 988147"/>
                <a:gd name="connsiteY167" fmla="*/ 356309 h 987501"/>
                <a:gd name="connsiteX168" fmla="*/ 41913 w 988147"/>
                <a:gd name="connsiteY168" fmla="*/ 331940 h 987501"/>
                <a:gd name="connsiteX169" fmla="*/ 33155 w 988147"/>
                <a:gd name="connsiteY169" fmla="*/ 306999 h 987501"/>
                <a:gd name="connsiteX170" fmla="*/ 38676 w 988147"/>
                <a:gd name="connsiteY170" fmla="*/ 295005 h 987501"/>
                <a:gd name="connsiteX171" fmla="*/ 55811 w 988147"/>
                <a:gd name="connsiteY171" fmla="*/ 287770 h 987501"/>
                <a:gd name="connsiteX172" fmla="*/ 104551 w 988147"/>
                <a:gd name="connsiteY172" fmla="*/ 299003 h 987501"/>
                <a:gd name="connsiteX173" fmla="*/ 122256 w 988147"/>
                <a:gd name="connsiteY173" fmla="*/ 293101 h 987501"/>
                <a:gd name="connsiteX174" fmla="*/ 134251 w 988147"/>
                <a:gd name="connsiteY174" fmla="*/ 272158 h 987501"/>
                <a:gd name="connsiteX175" fmla="*/ 130824 w 988147"/>
                <a:gd name="connsiteY175" fmla="*/ 254262 h 987501"/>
                <a:gd name="connsiteX176" fmla="*/ 98458 w 988147"/>
                <a:gd name="connsiteY176" fmla="*/ 219802 h 987501"/>
                <a:gd name="connsiteX177" fmla="*/ 96554 w 988147"/>
                <a:gd name="connsiteY177" fmla="*/ 195242 h 987501"/>
                <a:gd name="connsiteX178" fmla="*/ 99791 w 988147"/>
                <a:gd name="connsiteY178" fmla="*/ 190482 h 987501"/>
                <a:gd name="connsiteX179" fmla="*/ 129110 w 988147"/>
                <a:gd name="connsiteY179" fmla="*/ 184009 h 987501"/>
                <a:gd name="connsiteX180" fmla="*/ 168711 w 988147"/>
                <a:gd name="connsiteY180" fmla="*/ 205142 h 987501"/>
                <a:gd name="connsiteX181" fmla="*/ 187369 w 988147"/>
                <a:gd name="connsiteY181" fmla="*/ 203428 h 987501"/>
                <a:gd name="connsiteX182" fmla="*/ 203362 w 988147"/>
                <a:gd name="connsiteY182" fmla="*/ 187626 h 987501"/>
                <a:gd name="connsiteX183" fmla="*/ 205456 w 988147"/>
                <a:gd name="connsiteY183" fmla="*/ 168587 h 987501"/>
                <a:gd name="connsiteX184" fmla="*/ 182419 w 988147"/>
                <a:gd name="connsiteY184" fmla="*/ 125369 h 987501"/>
                <a:gd name="connsiteX185" fmla="*/ 186417 w 988147"/>
                <a:gd name="connsiteY185" fmla="*/ 103475 h 987501"/>
                <a:gd name="connsiteX186" fmla="*/ 198411 w 988147"/>
                <a:gd name="connsiteY186" fmla="*/ 94527 h 987501"/>
                <a:gd name="connsiteX187" fmla="*/ 217831 w 988147"/>
                <a:gd name="connsiteY187" fmla="*/ 96621 h 987501"/>
                <a:gd name="connsiteX188" fmla="*/ 250768 w 988147"/>
                <a:gd name="connsiteY188" fmla="*/ 127273 h 987501"/>
                <a:gd name="connsiteX189" fmla="*/ 278565 w 988147"/>
                <a:gd name="connsiteY189" fmla="*/ 131272 h 987501"/>
                <a:gd name="connsiteX190" fmla="*/ 294176 w 988147"/>
                <a:gd name="connsiteY190" fmla="*/ 121562 h 987501"/>
                <a:gd name="connsiteX191" fmla="*/ 299507 w 988147"/>
                <a:gd name="connsiteY191" fmla="*/ 105189 h 987501"/>
                <a:gd name="connsiteX192" fmla="*/ 288465 w 988147"/>
                <a:gd name="connsiteY192" fmla="*/ 57591 h 987501"/>
                <a:gd name="connsiteX193" fmla="*/ 297794 w 988147"/>
                <a:gd name="connsiteY193" fmla="*/ 37220 h 987501"/>
                <a:gd name="connsiteX194" fmla="*/ 310550 w 988147"/>
                <a:gd name="connsiteY194" fmla="*/ 31889 h 987501"/>
                <a:gd name="connsiteX195" fmla="*/ 330731 w 988147"/>
                <a:gd name="connsiteY195" fmla="*/ 39124 h 987501"/>
                <a:gd name="connsiteX196" fmla="*/ 356243 w 988147"/>
                <a:gd name="connsiteY196" fmla="*/ 80248 h 987501"/>
                <a:gd name="connsiteX197" fmla="*/ 373949 w 988147"/>
                <a:gd name="connsiteY197" fmla="*/ 88815 h 987501"/>
                <a:gd name="connsiteX198" fmla="*/ 397747 w 988147"/>
                <a:gd name="connsiteY198" fmla="*/ 82151 h 987501"/>
                <a:gd name="connsiteX199" fmla="*/ 406505 w 988147"/>
                <a:gd name="connsiteY199" fmla="*/ 69396 h 987501"/>
                <a:gd name="connsiteX200" fmla="*/ 408409 w 988147"/>
                <a:gd name="connsiteY200" fmla="*/ 19895 h 987501"/>
                <a:gd name="connsiteX201" fmla="*/ 422497 w 988147"/>
                <a:gd name="connsiteY201" fmla="*/ 1808 h 987501"/>
                <a:gd name="connsiteX202" fmla="*/ 427638 w 988147"/>
                <a:gd name="connsiteY202" fmla="*/ 666 h 987501"/>
                <a:gd name="connsiteX203" fmla="*/ 456006 w 988147"/>
                <a:gd name="connsiteY203" fmla="*/ 17991 h 987501"/>
                <a:gd name="connsiteX204" fmla="*/ 468571 w 988147"/>
                <a:gd name="connsiteY204" fmla="*/ 59876 h 987501"/>
                <a:gd name="connsiteX205" fmla="*/ 480946 w 988147"/>
                <a:gd name="connsiteY205" fmla="*/ 71109 h 987501"/>
                <a:gd name="connsiteX206" fmla="*/ 507981 w 988147"/>
                <a:gd name="connsiteY206" fmla="*/ 71109 h 987501"/>
                <a:gd name="connsiteX207" fmla="*/ 519976 w 988147"/>
                <a:gd name="connsiteY207" fmla="*/ 60257 h 987501"/>
                <a:gd name="connsiteX208" fmla="*/ 534064 w 988147"/>
                <a:gd name="connsiteY208" fmla="*/ 13993 h 987501"/>
                <a:gd name="connsiteX209" fmla="*/ 553293 w 988147"/>
                <a:gd name="connsiteY209" fmla="*/ 95 h 98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988147" h="987501">
                  <a:moveTo>
                    <a:pt x="494065" y="418283"/>
                  </a:moveTo>
                  <a:cubicBezTo>
                    <a:pt x="448649" y="418283"/>
                    <a:pt x="418263" y="455530"/>
                    <a:pt x="418427" y="493594"/>
                  </a:cubicBezTo>
                  <a:cubicBezTo>
                    <a:pt x="418590" y="535743"/>
                    <a:pt x="451754" y="569560"/>
                    <a:pt x="493739" y="569560"/>
                  </a:cubicBezTo>
                  <a:cubicBezTo>
                    <a:pt x="535724" y="569560"/>
                    <a:pt x="569377" y="536233"/>
                    <a:pt x="569541" y="494085"/>
                  </a:cubicBezTo>
                  <a:cubicBezTo>
                    <a:pt x="569704" y="452099"/>
                    <a:pt x="536704" y="418283"/>
                    <a:pt x="494065" y="418283"/>
                  </a:cubicBezTo>
                  <a:close/>
                  <a:moveTo>
                    <a:pt x="494392" y="193327"/>
                  </a:moveTo>
                  <a:cubicBezTo>
                    <a:pt x="659556" y="193654"/>
                    <a:pt x="794987" y="328758"/>
                    <a:pt x="794660" y="494411"/>
                  </a:cubicBezTo>
                  <a:cubicBezTo>
                    <a:pt x="794333" y="658268"/>
                    <a:pt x="661353" y="794679"/>
                    <a:pt x="493249" y="794353"/>
                  </a:cubicBezTo>
                  <a:cubicBezTo>
                    <a:pt x="323838" y="793862"/>
                    <a:pt x="192164" y="655654"/>
                    <a:pt x="193471" y="493431"/>
                  </a:cubicBezTo>
                  <a:cubicBezTo>
                    <a:pt x="192491" y="328921"/>
                    <a:pt x="328412" y="193000"/>
                    <a:pt x="494392" y="193327"/>
                  </a:cubicBezTo>
                  <a:close/>
                  <a:moveTo>
                    <a:pt x="494464" y="132604"/>
                  </a:moveTo>
                  <a:cubicBezTo>
                    <a:pt x="293795" y="132414"/>
                    <a:pt x="134251" y="293291"/>
                    <a:pt x="133489" y="491484"/>
                  </a:cubicBezTo>
                  <a:cubicBezTo>
                    <a:pt x="132728" y="694437"/>
                    <a:pt x="297413" y="853982"/>
                    <a:pt x="493893" y="853411"/>
                  </a:cubicBezTo>
                  <a:cubicBezTo>
                    <a:pt x="689801" y="854172"/>
                    <a:pt x="855057" y="696531"/>
                    <a:pt x="854867" y="492817"/>
                  </a:cubicBezTo>
                  <a:cubicBezTo>
                    <a:pt x="854677" y="292529"/>
                    <a:pt x="693990" y="132794"/>
                    <a:pt x="494464" y="132604"/>
                  </a:cubicBezTo>
                  <a:close/>
                  <a:moveTo>
                    <a:pt x="553293" y="95"/>
                  </a:moveTo>
                  <a:cubicBezTo>
                    <a:pt x="555007" y="95"/>
                    <a:pt x="556720" y="95"/>
                    <a:pt x="558434" y="285"/>
                  </a:cubicBezTo>
                  <a:cubicBezTo>
                    <a:pt x="575378" y="1999"/>
                    <a:pt x="580138" y="7139"/>
                    <a:pt x="580519" y="24083"/>
                  </a:cubicBezTo>
                  <a:cubicBezTo>
                    <a:pt x="580900" y="38933"/>
                    <a:pt x="581471" y="53594"/>
                    <a:pt x="581852" y="68444"/>
                  </a:cubicBezTo>
                  <a:cubicBezTo>
                    <a:pt x="582042" y="74346"/>
                    <a:pt x="584136" y="78915"/>
                    <a:pt x="589657" y="81390"/>
                  </a:cubicBezTo>
                  <a:cubicBezTo>
                    <a:pt x="598606" y="85388"/>
                    <a:pt x="607934" y="88054"/>
                    <a:pt x="617835" y="88815"/>
                  </a:cubicBezTo>
                  <a:cubicBezTo>
                    <a:pt x="623927" y="89196"/>
                    <a:pt x="628116" y="86721"/>
                    <a:pt x="631162" y="81771"/>
                  </a:cubicBezTo>
                  <a:cubicBezTo>
                    <a:pt x="639539" y="68253"/>
                    <a:pt x="648106" y="54736"/>
                    <a:pt x="656483" y="41218"/>
                  </a:cubicBezTo>
                  <a:cubicBezTo>
                    <a:pt x="663718" y="29795"/>
                    <a:pt x="668097" y="28272"/>
                    <a:pt x="681043" y="32651"/>
                  </a:cubicBezTo>
                  <a:cubicBezTo>
                    <a:pt x="682566" y="33222"/>
                    <a:pt x="683899" y="33603"/>
                    <a:pt x="685422" y="34174"/>
                  </a:cubicBezTo>
                  <a:cubicBezTo>
                    <a:pt x="700463" y="40647"/>
                    <a:pt x="702938" y="45407"/>
                    <a:pt x="699321" y="61399"/>
                  </a:cubicBezTo>
                  <a:cubicBezTo>
                    <a:pt x="696084" y="75678"/>
                    <a:pt x="692847" y="89767"/>
                    <a:pt x="689420" y="104046"/>
                  </a:cubicBezTo>
                  <a:cubicBezTo>
                    <a:pt x="687516" y="111852"/>
                    <a:pt x="689420" y="117944"/>
                    <a:pt x="696274" y="122514"/>
                  </a:cubicBezTo>
                  <a:cubicBezTo>
                    <a:pt x="703319" y="127273"/>
                    <a:pt x="710363" y="131652"/>
                    <a:pt x="718359" y="134698"/>
                  </a:cubicBezTo>
                  <a:cubicBezTo>
                    <a:pt x="724071" y="136793"/>
                    <a:pt x="728640" y="135460"/>
                    <a:pt x="733019" y="131272"/>
                  </a:cubicBezTo>
                  <a:cubicBezTo>
                    <a:pt x="744632" y="120229"/>
                    <a:pt x="756246" y="109567"/>
                    <a:pt x="768050" y="98715"/>
                  </a:cubicBezTo>
                  <a:cubicBezTo>
                    <a:pt x="777760" y="89576"/>
                    <a:pt x="783091" y="89196"/>
                    <a:pt x="793943" y="96621"/>
                  </a:cubicBezTo>
                  <a:cubicBezTo>
                    <a:pt x="794514" y="97002"/>
                    <a:pt x="794895" y="97192"/>
                    <a:pt x="795276" y="97573"/>
                  </a:cubicBezTo>
                  <a:cubicBezTo>
                    <a:pt x="813744" y="110900"/>
                    <a:pt x="811078" y="116612"/>
                    <a:pt x="803463" y="130510"/>
                  </a:cubicBezTo>
                  <a:cubicBezTo>
                    <a:pt x="796609" y="143075"/>
                    <a:pt x="790135" y="156022"/>
                    <a:pt x="783091" y="168587"/>
                  </a:cubicBezTo>
                  <a:cubicBezTo>
                    <a:pt x="779474" y="175251"/>
                    <a:pt x="780235" y="180963"/>
                    <a:pt x="784804" y="186674"/>
                  </a:cubicBezTo>
                  <a:cubicBezTo>
                    <a:pt x="789945" y="192957"/>
                    <a:pt x="795657" y="198669"/>
                    <a:pt x="801939" y="203619"/>
                  </a:cubicBezTo>
                  <a:cubicBezTo>
                    <a:pt x="807270" y="207807"/>
                    <a:pt x="812792" y="208378"/>
                    <a:pt x="819074" y="205142"/>
                  </a:cubicBezTo>
                  <a:cubicBezTo>
                    <a:pt x="833353" y="197336"/>
                    <a:pt x="847822" y="189721"/>
                    <a:pt x="862292" y="182295"/>
                  </a:cubicBezTo>
                  <a:cubicBezTo>
                    <a:pt x="872573" y="176964"/>
                    <a:pt x="878475" y="178107"/>
                    <a:pt x="885900" y="187245"/>
                  </a:cubicBezTo>
                  <a:cubicBezTo>
                    <a:pt x="888565" y="190291"/>
                    <a:pt x="891040" y="193528"/>
                    <a:pt x="893135" y="196955"/>
                  </a:cubicBezTo>
                  <a:cubicBezTo>
                    <a:pt x="898466" y="205332"/>
                    <a:pt x="897894" y="210853"/>
                    <a:pt x="891231" y="218278"/>
                  </a:cubicBezTo>
                  <a:cubicBezTo>
                    <a:pt x="879807" y="230654"/>
                    <a:pt x="868384" y="243219"/>
                    <a:pt x="856771" y="255404"/>
                  </a:cubicBezTo>
                  <a:cubicBezTo>
                    <a:pt x="852392" y="259973"/>
                    <a:pt x="851440" y="264924"/>
                    <a:pt x="853725" y="270635"/>
                  </a:cubicBezTo>
                  <a:cubicBezTo>
                    <a:pt x="857152" y="278822"/>
                    <a:pt x="861340" y="286437"/>
                    <a:pt x="866861" y="293481"/>
                  </a:cubicBezTo>
                  <a:cubicBezTo>
                    <a:pt x="871240" y="299193"/>
                    <a:pt x="876571" y="300716"/>
                    <a:pt x="883615" y="299003"/>
                  </a:cubicBezTo>
                  <a:cubicBezTo>
                    <a:pt x="899798" y="295005"/>
                    <a:pt x="916172" y="291387"/>
                    <a:pt x="932354" y="287960"/>
                  </a:cubicBezTo>
                  <a:cubicBezTo>
                    <a:pt x="940922" y="286056"/>
                    <a:pt x="946063" y="288531"/>
                    <a:pt x="950441" y="296337"/>
                  </a:cubicBezTo>
                  <a:cubicBezTo>
                    <a:pt x="952726" y="300526"/>
                    <a:pt x="954630" y="304905"/>
                    <a:pt x="956153" y="309474"/>
                  </a:cubicBezTo>
                  <a:cubicBezTo>
                    <a:pt x="959390" y="319945"/>
                    <a:pt x="957676" y="324896"/>
                    <a:pt x="948347" y="330797"/>
                  </a:cubicBezTo>
                  <a:cubicBezTo>
                    <a:pt x="935020" y="339175"/>
                    <a:pt x="921883" y="347932"/>
                    <a:pt x="908175" y="355738"/>
                  </a:cubicBezTo>
                  <a:cubicBezTo>
                    <a:pt x="900369" y="360307"/>
                    <a:pt x="898275" y="366400"/>
                    <a:pt x="899608" y="374396"/>
                  </a:cubicBezTo>
                  <a:cubicBezTo>
                    <a:pt x="900750" y="381821"/>
                    <a:pt x="902845" y="389056"/>
                    <a:pt x="905510" y="396100"/>
                  </a:cubicBezTo>
                  <a:cubicBezTo>
                    <a:pt x="907985" y="402573"/>
                    <a:pt x="912364" y="406000"/>
                    <a:pt x="919789" y="406191"/>
                  </a:cubicBezTo>
                  <a:cubicBezTo>
                    <a:pt x="936543" y="406381"/>
                    <a:pt x="953107" y="407524"/>
                    <a:pt x="969861" y="408095"/>
                  </a:cubicBezTo>
                  <a:cubicBezTo>
                    <a:pt x="978999" y="408476"/>
                    <a:pt x="983569" y="412093"/>
                    <a:pt x="986044" y="420851"/>
                  </a:cubicBezTo>
                  <a:cubicBezTo>
                    <a:pt x="987567" y="425801"/>
                    <a:pt x="988138" y="430941"/>
                    <a:pt x="988138" y="436272"/>
                  </a:cubicBezTo>
                  <a:cubicBezTo>
                    <a:pt x="988138" y="446553"/>
                    <a:pt x="985282" y="450742"/>
                    <a:pt x="975763" y="453788"/>
                  </a:cubicBezTo>
                  <a:cubicBezTo>
                    <a:pt x="960722" y="458547"/>
                    <a:pt x="945681" y="463117"/>
                    <a:pt x="930641" y="467686"/>
                  </a:cubicBezTo>
                  <a:cubicBezTo>
                    <a:pt x="919789" y="470922"/>
                    <a:pt x="916933" y="474350"/>
                    <a:pt x="916552" y="485582"/>
                  </a:cubicBezTo>
                  <a:cubicBezTo>
                    <a:pt x="916362" y="493388"/>
                    <a:pt x="915791" y="501384"/>
                    <a:pt x="917504" y="509190"/>
                  </a:cubicBezTo>
                  <a:cubicBezTo>
                    <a:pt x="918647" y="514521"/>
                    <a:pt x="921883" y="517758"/>
                    <a:pt x="927214" y="519471"/>
                  </a:cubicBezTo>
                  <a:cubicBezTo>
                    <a:pt x="943016" y="524231"/>
                    <a:pt x="958818" y="528991"/>
                    <a:pt x="974620" y="533941"/>
                  </a:cubicBezTo>
                  <a:cubicBezTo>
                    <a:pt x="985663" y="537368"/>
                    <a:pt x="988329" y="541175"/>
                    <a:pt x="988138" y="552789"/>
                  </a:cubicBezTo>
                  <a:cubicBezTo>
                    <a:pt x="988138" y="553931"/>
                    <a:pt x="988138" y="555074"/>
                    <a:pt x="988138" y="556216"/>
                  </a:cubicBezTo>
                  <a:cubicBezTo>
                    <a:pt x="987377" y="574113"/>
                    <a:pt x="981665" y="579824"/>
                    <a:pt x="963768" y="580395"/>
                  </a:cubicBezTo>
                  <a:cubicBezTo>
                    <a:pt x="948728" y="580776"/>
                    <a:pt x="933878" y="581538"/>
                    <a:pt x="918837" y="581728"/>
                  </a:cubicBezTo>
                  <a:cubicBezTo>
                    <a:pt x="913125" y="581918"/>
                    <a:pt x="909127" y="584394"/>
                    <a:pt x="906843" y="589153"/>
                  </a:cubicBezTo>
                  <a:cubicBezTo>
                    <a:pt x="902654" y="598101"/>
                    <a:pt x="899989" y="607430"/>
                    <a:pt x="899227" y="617330"/>
                  </a:cubicBezTo>
                  <a:cubicBezTo>
                    <a:pt x="898656" y="623613"/>
                    <a:pt x="901321" y="627802"/>
                    <a:pt x="906652" y="631038"/>
                  </a:cubicBezTo>
                  <a:cubicBezTo>
                    <a:pt x="919980" y="639225"/>
                    <a:pt x="933116" y="647412"/>
                    <a:pt x="946253" y="655789"/>
                  </a:cubicBezTo>
                  <a:cubicBezTo>
                    <a:pt x="958247" y="663214"/>
                    <a:pt x="959770" y="667783"/>
                    <a:pt x="955201" y="681110"/>
                  </a:cubicBezTo>
                  <a:cubicBezTo>
                    <a:pt x="953678" y="685680"/>
                    <a:pt x="951584" y="690058"/>
                    <a:pt x="948918" y="694057"/>
                  </a:cubicBezTo>
                  <a:cubicBezTo>
                    <a:pt x="946443" y="697674"/>
                    <a:pt x="942445" y="700149"/>
                    <a:pt x="936734" y="700149"/>
                  </a:cubicBezTo>
                  <a:cubicBezTo>
                    <a:pt x="926643" y="697864"/>
                    <a:pt x="916552" y="695579"/>
                    <a:pt x="906462" y="693485"/>
                  </a:cubicBezTo>
                  <a:cubicBezTo>
                    <a:pt x="898275" y="691581"/>
                    <a:pt x="889898" y="689868"/>
                    <a:pt x="881711" y="687774"/>
                  </a:cubicBezTo>
                  <a:cubicBezTo>
                    <a:pt x="876381" y="686441"/>
                    <a:pt x="872192" y="687964"/>
                    <a:pt x="868765" y="691772"/>
                  </a:cubicBezTo>
                  <a:cubicBezTo>
                    <a:pt x="861721" y="699959"/>
                    <a:pt x="856200" y="709288"/>
                    <a:pt x="853154" y="719759"/>
                  </a:cubicBezTo>
                  <a:cubicBezTo>
                    <a:pt x="851630" y="724709"/>
                    <a:pt x="853915" y="728326"/>
                    <a:pt x="856961" y="731753"/>
                  </a:cubicBezTo>
                  <a:cubicBezTo>
                    <a:pt x="868004" y="743748"/>
                    <a:pt x="879236" y="755742"/>
                    <a:pt x="890279" y="767546"/>
                  </a:cubicBezTo>
                  <a:cubicBezTo>
                    <a:pt x="898656" y="776494"/>
                    <a:pt x="899037" y="781825"/>
                    <a:pt x="892373" y="792106"/>
                  </a:cubicBezTo>
                  <a:cubicBezTo>
                    <a:pt x="891992" y="792677"/>
                    <a:pt x="891612" y="793439"/>
                    <a:pt x="891040" y="794010"/>
                  </a:cubicBezTo>
                  <a:cubicBezTo>
                    <a:pt x="878475" y="810954"/>
                    <a:pt x="872954" y="811145"/>
                    <a:pt x="857532" y="802387"/>
                  </a:cubicBezTo>
                  <a:cubicBezTo>
                    <a:pt x="844967" y="795152"/>
                    <a:pt x="831640" y="788679"/>
                    <a:pt x="818884" y="781825"/>
                  </a:cubicBezTo>
                  <a:cubicBezTo>
                    <a:pt x="813553" y="778969"/>
                    <a:pt x="808603" y="778969"/>
                    <a:pt x="803843" y="782396"/>
                  </a:cubicBezTo>
                  <a:cubicBezTo>
                    <a:pt x="796227" y="787727"/>
                    <a:pt x="789754" y="794200"/>
                    <a:pt x="784233" y="801625"/>
                  </a:cubicBezTo>
                  <a:cubicBezTo>
                    <a:pt x="780235" y="806956"/>
                    <a:pt x="780045" y="812287"/>
                    <a:pt x="783281" y="818189"/>
                  </a:cubicBezTo>
                  <a:cubicBezTo>
                    <a:pt x="791087" y="832468"/>
                    <a:pt x="798703" y="846937"/>
                    <a:pt x="806128" y="861407"/>
                  </a:cubicBezTo>
                  <a:cubicBezTo>
                    <a:pt x="811268" y="871498"/>
                    <a:pt x="810507" y="876067"/>
                    <a:pt x="802320" y="883873"/>
                  </a:cubicBezTo>
                  <a:cubicBezTo>
                    <a:pt x="800987" y="885015"/>
                    <a:pt x="799845" y="886348"/>
                    <a:pt x="798512" y="887300"/>
                  </a:cubicBezTo>
                  <a:cubicBezTo>
                    <a:pt x="786328" y="896248"/>
                    <a:pt x="780045" y="900627"/>
                    <a:pt x="765766" y="886157"/>
                  </a:cubicBezTo>
                  <a:cubicBezTo>
                    <a:pt x="755485" y="875686"/>
                    <a:pt x="744442" y="866357"/>
                    <a:pt x="733781" y="856266"/>
                  </a:cubicBezTo>
                  <a:cubicBezTo>
                    <a:pt x="728830" y="851507"/>
                    <a:pt x="723500" y="850555"/>
                    <a:pt x="717407" y="853030"/>
                  </a:cubicBezTo>
                  <a:cubicBezTo>
                    <a:pt x="709411" y="856266"/>
                    <a:pt x="701796" y="860455"/>
                    <a:pt x="694941" y="865786"/>
                  </a:cubicBezTo>
                  <a:cubicBezTo>
                    <a:pt x="689230" y="870165"/>
                    <a:pt x="687707" y="875686"/>
                    <a:pt x="689420" y="882540"/>
                  </a:cubicBezTo>
                  <a:cubicBezTo>
                    <a:pt x="693418" y="899104"/>
                    <a:pt x="697226" y="915858"/>
                    <a:pt x="700844" y="932421"/>
                  </a:cubicBezTo>
                  <a:cubicBezTo>
                    <a:pt x="702367" y="939656"/>
                    <a:pt x="699892" y="945177"/>
                    <a:pt x="693418" y="948985"/>
                  </a:cubicBezTo>
                  <a:cubicBezTo>
                    <a:pt x="689040" y="951651"/>
                    <a:pt x="684280" y="953745"/>
                    <a:pt x="679330" y="955268"/>
                  </a:cubicBezTo>
                  <a:cubicBezTo>
                    <a:pt x="669239" y="958504"/>
                    <a:pt x="663528" y="956600"/>
                    <a:pt x="657816" y="947653"/>
                  </a:cubicBezTo>
                  <a:cubicBezTo>
                    <a:pt x="649439" y="934325"/>
                    <a:pt x="640872" y="921189"/>
                    <a:pt x="632875" y="907481"/>
                  </a:cubicBezTo>
                  <a:cubicBezTo>
                    <a:pt x="628496" y="900056"/>
                    <a:pt x="622785" y="897200"/>
                    <a:pt x="614217" y="898723"/>
                  </a:cubicBezTo>
                  <a:cubicBezTo>
                    <a:pt x="607363" y="900056"/>
                    <a:pt x="600700" y="901769"/>
                    <a:pt x="594227" y="904054"/>
                  </a:cubicBezTo>
                  <a:cubicBezTo>
                    <a:pt x="585279" y="907290"/>
                    <a:pt x="582423" y="911098"/>
                    <a:pt x="582042" y="920617"/>
                  </a:cubicBezTo>
                  <a:cubicBezTo>
                    <a:pt x="581471" y="935658"/>
                    <a:pt x="581090" y="950508"/>
                    <a:pt x="580709" y="965549"/>
                  </a:cubicBezTo>
                  <a:cubicBezTo>
                    <a:pt x="580328" y="979257"/>
                    <a:pt x="576902" y="983636"/>
                    <a:pt x="563384" y="986111"/>
                  </a:cubicBezTo>
                  <a:cubicBezTo>
                    <a:pt x="559767" y="986872"/>
                    <a:pt x="556149" y="987253"/>
                    <a:pt x="552532" y="987443"/>
                  </a:cubicBezTo>
                  <a:cubicBezTo>
                    <a:pt x="543584" y="988015"/>
                    <a:pt x="537872" y="984397"/>
                    <a:pt x="535016" y="975639"/>
                  </a:cubicBezTo>
                  <a:cubicBezTo>
                    <a:pt x="529876" y="959647"/>
                    <a:pt x="524925" y="943845"/>
                    <a:pt x="520356" y="927852"/>
                  </a:cubicBezTo>
                  <a:cubicBezTo>
                    <a:pt x="518262" y="920617"/>
                    <a:pt x="513883" y="917190"/>
                    <a:pt x="506649" y="916048"/>
                  </a:cubicBezTo>
                  <a:cubicBezTo>
                    <a:pt x="498272" y="914906"/>
                    <a:pt x="489894" y="914906"/>
                    <a:pt x="481517" y="916238"/>
                  </a:cubicBezTo>
                  <a:cubicBezTo>
                    <a:pt x="475235" y="917190"/>
                    <a:pt x="471236" y="920427"/>
                    <a:pt x="469332" y="926710"/>
                  </a:cubicBezTo>
                  <a:cubicBezTo>
                    <a:pt x="464954" y="941750"/>
                    <a:pt x="460194" y="956791"/>
                    <a:pt x="455434" y="971832"/>
                  </a:cubicBezTo>
                  <a:cubicBezTo>
                    <a:pt x="451246" y="985349"/>
                    <a:pt x="445915" y="988776"/>
                    <a:pt x="432017" y="986872"/>
                  </a:cubicBezTo>
                  <a:cubicBezTo>
                    <a:pt x="411074" y="984016"/>
                    <a:pt x="408599" y="981160"/>
                    <a:pt x="408409" y="960218"/>
                  </a:cubicBezTo>
                  <a:cubicBezTo>
                    <a:pt x="408218" y="946510"/>
                    <a:pt x="407647" y="932992"/>
                    <a:pt x="407266" y="919285"/>
                  </a:cubicBezTo>
                  <a:cubicBezTo>
                    <a:pt x="407076" y="913002"/>
                    <a:pt x="404601" y="908052"/>
                    <a:pt x="398699" y="905577"/>
                  </a:cubicBezTo>
                  <a:cubicBezTo>
                    <a:pt x="389751" y="901769"/>
                    <a:pt x="380612" y="899104"/>
                    <a:pt x="370902" y="898532"/>
                  </a:cubicBezTo>
                  <a:cubicBezTo>
                    <a:pt x="365000" y="898152"/>
                    <a:pt x="360812" y="900436"/>
                    <a:pt x="357575" y="905577"/>
                  </a:cubicBezTo>
                  <a:cubicBezTo>
                    <a:pt x="349389" y="919285"/>
                    <a:pt x="340631" y="932612"/>
                    <a:pt x="332254" y="946129"/>
                  </a:cubicBezTo>
                  <a:cubicBezTo>
                    <a:pt x="325590" y="956791"/>
                    <a:pt x="320450" y="958695"/>
                    <a:pt x="308646" y="954697"/>
                  </a:cubicBezTo>
                  <a:cubicBezTo>
                    <a:pt x="308074" y="954506"/>
                    <a:pt x="307504" y="954316"/>
                    <a:pt x="306932" y="954126"/>
                  </a:cubicBezTo>
                  <a:cubicBezTo>
                    <a:pt x="288655" y="946701"/>
                    <a:pt x="285038" y="942512"/>
                    <a:pt x="289797" y="924235"/>
                  </a:cubicBezTo>
                  <a:cubicBezTo>
                    <a:pt x="293415" y="910336"/>
                    <a:pt x="296080" y="896248"/>
                    <a:pt x="299507" y="882159"/>
                  </a:cubicBezTo>
                  <a:cubicBezTo>
                    <a:pt x="301220" y="874924"/>
                    <a:pt x="299317" y="869403"/>
                    <a:pt x="293224" y="865024"/>
                  </a:cubicBezTo>
                  <a:cubicBezTo>
                    <a:pt x="286751" y="860455"/>
                    <a:pt x="280088" y="856457"/>
                    <a:pt x="272853" y="853220"/>
                  </a:cubicBezTo>
                  <a:cubicBezTo>
                    <a:pt x="265999" y="850174"/>
                    <a:pt x="260097" y="851316"/>
                    <a:pt x="254385" y="856647"/>
                  </a:cubicBezTo>
                  <a:cubicBezTo>
                    <a:pt x="242962" y="867499"/>
                    <a:pt x="231349" y="878161"/>
                    <a:pt x="219925" y="888823"/>
                  </a:cubicBezTo>
                  <a:cubicBezTo>
                    <a:pt x="211358" y="897010"/>
                    <a:pt x="205837" y="897390"/>
                    <a:pt x="195746" y="891107"/>
                  </a:cubicBezTo>
                  <a:cubicBezTo>
                    <a:pt x="194604" y="890346"/>
                    <a:pt x="193461" y="889584"/>
                    <a:pt x="192319" y="888823"/>
                  </a:cubicBezTo>
                  <a:cubicBezTo>
                    <a:pt x="177659" y="878352"/>
                    <a:pt x="176326" y="872830"/>
                    <a:pt x="184703" y="857028"/>
                  </a:cubicBezTo>
                  <a:cubicBezTo>
                    <a:pt x="191557" y="844082"/>
                    <a:pt x="198221" y="831135"/>
                    <a:pt x="205265" y="818379"/>
                  </a:cubicBezTo>
                  <a:cubicBezTo>
                    <a:pt x="208883" y="811716"/>
                    <a:pt x="208312" y="806004"/>
                    <a:pt x="203742" y="800293"/>
                  </a:cubicBezTo>
                  <a:cubicBezTo>
                    <a:pt x="198792" y="794010"/>
                    <a:pt x="193081" y="788298"/>
                    <a:pt x="186607" y="783348"/>
                  </a:cubicBezTo>
                  <a:cubicBezTo>
                    <a:pt x="180896" y="778969"/>
                    <a:pt x="175184" y="778589"/>
                    <a:pt x="168901" y="782015"/>
                  </a:cubicBezTo>
                  <a:cubicBezTo>
                    <a:pt x="154812" y="789631"/>
                    <a:pt x="140534" y="797246"/>
                    <a:pt x="126064" y="804672"/>
                  </a:cubicBezTo>
                  <a:cubicBezTo>
                    <a:pt x="115974" y="810002"/>
                    <a:pt x="110072" y="808670"/>
                    <a:pt x="102647" y="800293"/>
                  </a:cubicBezTo>
                  <a:cubicBezTo>
                    <a:pt x="102075" y="799721"/>
                    <a:pt x="101695" y="799150"/>
                    <a:pt x="101123" y="798579"/>
                  </a:cubicBezTo>
                  <a:cubicBezTo>
                    <a:pt x="87987" y="783348"/>
                    <a:pt x="88177" y="778017"/>
                    <a:pt x="102075" y="763548"/>
                  </a:cubicBezTo>
                  <a:cubicBezTo>
                    <a:pt x="111785" y="753267"/>
                    <a:pt x="120924" y="742796"/>
                    <a:pt x="130824" y="732895"/>
                  </a:cubicBezTo>
                  <a:cubicBezTo>
                    <a:pt x="135774" y="727755"/>
                    <a:pt x="136726" y="722424"/>
                    <a:pt x="134251" y="716141"/>
                  </a:cubicBezTo>
                  <a:cubicBezTo>
                    <a:pt x="131014" y="707955"/>
                    <a:pt x="126445" y="700339"/>
                    <a:pt x="121114" y="693295"/>
                  </a:cubicBezTo>
                  <a:cubicBezTo>
                    <a:pt x="116735" y="687583"/>
                    <a:pt x="110833" y="687012"/>
                    <a:pt x="104551" y="688535"/>
                  </a:cubicBezTo>
                  <a:cubicBezTo>
                    <a:pt x="90652" y="691772"/>
                    <a:pt x="76944" y="695008"/>
                    <a:pt x="63046" y="698055"/>
                  </a:cubicBezTo>
                  <a:cubicBezTo>
                    <a:pt x="61142" y="698435"/>
                    <a:pt x="59238" y="699007"/>
                    <a:pt x="57525" y="699387"/>
                  </a:cubicBezTo>
                  <a:cubicBezTo>
                    <a:pt x="47053" y="701291"/>
                    <a:pt x="41723" y="698816"/>
                    <a:pt x="36963" y="689297"/>
                  </a:cubicBezTo>
                  <a:cubicBezTo>
                    <a:pt x="35250" y="685680"/>
                    <a:pt x="33536" y="682062"/>
                    <a:pt x="32203" y="678255"/>
                  </a:cubicBezTo>
                  <a:cubicBezTo>
                    <a:pt x="28776" y="668164"/>
                    <a:pt x="30680" y="662452"/>
                    <a:pt x="39819" y="656741"/>
                  </a:cubicBezTo>
                  <a:cubicBezTo>
                    <a:pt x="52765" y="648554"/>
                    <a:pt x="65902" y="640367"/>
                    <a:pt x="78848" y="632371"/>
                  </a:cubicBezTo>
                  <a:cubicBezTo>
                    <a:pt x="89129" y="625898"/>
                    <a:pt x="90652" y="622280"/>
                    <a:pt x="88177" y="610477"/>
                  </a:cubicBezTo>
                  <a:cubicBezTo>
                    <a:pt x="86654" y="603813"/>
                    <a:pt x="84941" y="596959"/>
                    <a:pt x="82275" y="590676"/>
                  </a:cubicBezTo>
                  <a:cubicBezTo>
                    <a:pt x="79610" y="584394"/>
                    <a:pt x="75040" y="581347"/>
                    <a:pt x="67996" y="581157"/>
                  </a:cubicBezTo>
                  <a:cubicBezTo>
                    <a:pt x="52575" y="580966"/>
                    <a:pt x="37344" y="580395"/>
                    <a:pt x="21923" y="579824"/>
                  </a:cubicBezTo>
                  <a:cubicBezTo>
                    <a:pt x="8024" y="579443"/>
                    <a:pt x="3836" y="575826"/>
                    <a:pt x="1361" y="562499"/>
                  </a:cubicBezTo>
                  <a:cubicBezTo>
                    <a:pt x="1170" y="561166"/>
                    <a:pt x="789" y="559834"/>
                    <a:pt x="599" y="558501"/>
                  </a:cubicBezTo>
                  <a:cubicBezTo>
                    <a:pt x="-1496" y="541556"/>
                    <a:pt x="1361" y="537177"/>
                    <a:pt x="17924" y="532227"/>
                  </a:cubicBezTo>
                  <a:cubicBezTo>
                    <a:pt x="31632" y="528039"/>
                    <a:pt x="45340" y="523469"/>
                    <a:pt x="59238" y="519661"/>
                  </a:cubicBezTo>
                  <a:cubicBezTo>
                    <a:pt x="66854" y="517568"/>
                    <a:pt x="70852" y="513188"/>
                    <a:pt x="71614" y="505763"/>
                  </a:cubicBezTo>
                  <a:cubicBezTo>
                    <a:pt x="72375" y="497006"/>
                    <a:pt x="72756" y="488057"/>
                    <a:pt x="71042" y="479299"/>
                  </a:cubicBezTo>
                  <a:cubicBezTo>
                    <a:pt x="70090" y="473588"/>
                    <a:pt x="66854" y="470161"/>
                    <a:pt x="61333" y="468447"/>
                  </a:cubicBezTo>
                  <a:cubicBezTo>
                    <a:pt x="46673" y="464069"/>
                    <a:pt x="32013" y="459499"/>
                    <a:pt x="17353" y="454930"/>
                  </a:cubicBezTo>
                  <a:cubicBezTo>
                    <a:pt x="1361" y="449980"/>
                    <a:pt x="-353" y="447314"/>
                    <a:pt x="599" y="430560"/>
                  </a:cubicBezTo>
                  <a:cubicBezTo>
                    <a:pt x="789" y="427133"/>
                    <a:pt x="1551" y="423707"/>
                    <a:pt x="2313" y="420470"/>
                  </a:cubicBezTo>
                  <a:cubicBezTo>
                    <a:pt x="4597" y="412093"/>
                    <a:pt x="9357" y="408285"/>
                    <a:pt x="18115" y="407904"/>
                  </a:cubicBezTo>
                  <a:cubicBezTo>
                    <a:pt x="32394" y="407333"/>
                    <a:pt x="46482" y="406952"/>
                    <a:pt x="60761" y="406572"/>
                  </a:cubicBezTo>
                  <a:cubicBezTo>
                    <a:pt x="62856" y="406572"/>
                    <a:pt x="64950" y="406381"/>
                    <a:pt x="67044" y="406381"/>
                  </a:cubicBezTo>
                  <a:cubicBezTo>
                    <a:pt x="76564" y="406762"/>
                    <a:pt x="81513" y="401431"/>
                    <a:pt x="83989" y="393054"/>
                  </a:cubicBezTo>
                  <a:cubicBezTo>
                    <a:pt x="85893" y="386771"/>
                    <a:pt x="87606" y="380489"/>
                    <a:pt x="88939" y="374206"/>
                  </a:cubicBezTo>
                  <a:cubicBezTo>
                    <a:pt x="90652" y="365448"/>
                    <a:pt x="88558" y="361259"/>
                    <a:pt x="80943" y="356309"/>
                  </a:cubicBezTo>
                  <a:cubicBezTo>
                    <a:pt x="67996" y="348123"/>
                    <a:pt x="54859" y="339936"/>
                    <a:pt x="41913" y="331940"/>
                  </a:cubicBezTo>
                  <a:cubicBezTo>
                    <a:pt x="30300" y="324705"/>
                    <a:pt x="28586" y="320136"/>
                    <a:pt x="33155" y="306999"/>
                  </a:cubicBezTo>
                  <a:cubicBezTo>
                    <a:pt x="34488" y="302810"/>
                    <a:pt x="36202" y="298622"/>
                    <a:pt x="38676" y="295005"/>
                  </a:cubicBezTo>
                  <a:cubicBezTo>
                    <a:pt x="42675" y="288912"/>
                    <a:pt x="48196" y="285866"/>
                    <a:pt x="55811" y="287770"/>
                  </a:cubicBezTo>
                  <a:cubicBezTo>
                    <a:pt x="71994" y="291577"/>
                    <a:pt x="88368" y="295005"/>
                    <a:pt x="104551" y="299003"/>
                  </a:cubicBezTo>
                  <a:cubicBezTo>
                    <a:pt x="111975" y="300906"/>
                    <a:pt x="117687" y="299193"/>
                    <a:pt x="122256" y="293101"/>
                  </a:cubicBezTo>
                  <a:cubicBezTo>
                    <a:pt x="127016" y="286628"/>
                    <a:pt x="131205" y="279583"/>
                    <a:pt x="134251" y="272158"/>
                  </a:cubicBezTo>
                  <a:cubicBezTo>
                    <a:pt x="136916" y="265495"/>
                    <a:pt x="136155" y="259783"/>
                    <a:pt x="130824" y="254262"/>
                  </a:cubicBezTo>
                  <a:cubicBezTo>
                    <a:pt x="119782" y="243029"/>
                    <a:pt x="109310" y="231415"/>
                    <a:pt x="98458" y="219802"/>
                  </a:cubicBezTo>
                  <a:cubicBezTo>
                    <a:pt x="90081" y="210663"/>
                    <a:pt x="89700" y="205523"/>
                    <a:pt x="96554" y="195242"/>
                  </a:cubicBezTo>
                  <a:cubicBezTo>
                    <a:pt x="97696" y="193718"/>
                    <a:pt x="98648" y="192005"/>
                    <a:pt x="99791" y="190482"/>
                  </a:cubicBezTo>
                  <a:cubicBezTo>
                    <a:pt x="109501" y="177726"/>
                    <a:pt x="114831" y="176584"/>
                    <a:pt x="129110" y="184009"/>
                  </a:cubicBezTo>
                  <a:cubicBezTo>
                    <a:pt x="142437" y="191053"/>
                    <a:pt x="155764" y="197907"/>
                    <a:pt x="168711" y="205142"/>
                  </a:cubicBezTo>
                  <a:cubicBezTo>
                    <a:pt x="175565" y="208949"/>
                    <a:pt x="181658" y="208188"/>
                    <a:pt x="187369" y="203428"/>
                  </a:cubicBezTo>
                  <a:cubicBezTo>
                    <a:pt x="193081" y="198669"/>
                    <a:pt x="198411" y="193338"/>
                    <a:pt x="203362" y="187626"/>
                  </a:cubicBezTo>
                  <a:cubicBezTo>
                    <a:pt x="208312" y="181724"/>
                    <a:pt x="209454" y="175822"/>
                    <a:pt x="205456" y="168587"/>
                  </a:cubicBezTo>
                  <a:cubicBezTo>
                    <a:pt x="197459" y="154308"/>
                    <a:pt x="190034" y="139839"/>
                    <a:pt x="182419" y="125369"/>
                  </a:cubicBezTo>
                  <a:cubicBezTo>
                    <a:pt x="177469" y="115850"/>
                    <a:pt x="178611" y="110710"/>
                    <a:pt x="186417" y="103475"/>
                  </a:cubicBezTo>
                  <a:cubicBezTo>
                    <a:pt x="190034" y="100048"/>
                    <a:pt x="194033" y="97192"/>
                    <a:pt x="198411" y="94527"/>
                  </a:cubicBezTo>
                  <a:cubicBezTo>
                    <a:pt x="206027" y="90148"/>
                    <a:pt x="211358" y="90719"/>
                    <a:pt x="217831" y="96621"/>
                  </a:cubicBezTo>
                  <a:cubicBezTo>
                    <a:pt x="228873" y="106711"/>
                    <a:pt x="239916" y="116992"/>
                    <a:pt x="250768" y="127273"/>
                  </a:cubicBezTo>
                  <a:cubicBezTo>
                    <a:pt x="262191" y="138126"/>
                    <a:pt x="264666" y="138506"/>
                    <a:pt x="278565" y="131272"/>
                  </a:cubicBezTo>
                  <a:cubicBezTo>
                    <a:pt x="284086" y="128416"/>
                    <a:pt x="289226" y="125369"/>
                    <a:pt x="294176" y="121562"/>
                  </a:cubicBezTo>
                  <a:cubicBezTo>
                    <a:pt x="299507" y="117183"/>
                    <a:pt x="301220" y="112042"/>
                    <a:pt x="299507" y="105189"/>
                  </a:cubicBezTo>
                  <a:cubicBezTo>
                    <a:pt x="295509" y="89386"/>
                    <a:pt x="292082" y="73394"/>
                    <a:pt x="288465" y="57591"/>
                  </a:cubicBezTo>
                  <a:cubicBezTo>
                    <a:pt x="286180" y="47310"/>
                    <a:pt x="288655" y="42170"/>
                    <a:pt x="297794" y="37220"/>
                  </a:cubicBezTo>
                  <a:cubicBezTo>
                    <a:pt x="301982" y="35126"/>
                    <a:pt x="306170" y="33412"/>
                    <a:pt x="310550" y="31889"/>
                  </a:cubicBezTo>
                  <a:cubicBezTo>
                    <a:pt x="319879" y="29034"/>
                    <a:pt x="325209" y="30747"/>
                    <a:pt x="330731" y="39124"/>
                  </a:cubicBezTo>
                  <a:cubicBezTo>
                    <a:pt x="339488" y="52642"/>
                    <a:pt x="348246" y="66159"/>
                    <a:pt x="356243" y="80248"/>
                  </a:cubicBezTo>
                  <a:cubicBezTo>
                    <a:pt x="360431" y="87483"/>
                    <a:pt x="366142" y="89957"/>
                    <a:pt x="373949" y="88815"/>
                  </a:cubicBezTo>
                  <a:cubicBezTo>
                    <a:pt x="382135" y="87483"/>
                    <a:pt x="390132" y="85388"/>
                    <a:pt x="397747" y="82151"/>
                  </a:cubicBezTo>
                  <a:cubicBezTo>
                    <a:pt x="403268" y="79677"/>
                    <a:pt x="406314" y="75869"/>
                    <a:pt x="406505" y="69396"/>
                  </a:cubicBezTo>
                  <a:cubicBezTo>
                    <a:pt x="406886" y="52832"/>
                    <a:pt x="407837" y="36459"/>
                    <a:pt x="408409" y="19895"/>
                  </a:cubicBezTo>
                  <a:cubicBezTo>
                    <a:pt x="408789" y="9233"/>
                    <a:pt x="412216" y="4664"/>
                    <a:pt x="422497" y="1808"/>
                  </a:cubicBezTo>
                  <a:cubicBezTo>
                    <a:pt x="424211" y="1427"/>
                    <a:pt x="425924" y="856"/>
                    <a:pt x="427638" y="666"/>
                  </a:cubicBezTo>
                  <a:cubicBezTo>
                    <a:pt x="446486" y="-1429"/>
                    <a:pt x="451056" y="666"/>
                    <a:pt x="456006" y="17991"/>
                  </a:cubicBezTo>
                  <a:cubicBezTo>
                    <a:pt x="460003" y="32080"/>
                    <a:pt x="464763" y="45788"/>
                    <a:pt x="468571" y="59876"/>
                  </a:cubicBezTo>
                  <a:cubicBezTo>
                    <a:pt x="470475" y="66540"/>
                    <a:pt x="474473" y="70157"/>
                    <a:pt x="480946" y="71109"/>
                  </a:cubicBezTo>
                  <a:cubicBezTo>
                    <a:pt x="489894" y="72252"/>
                    <a:pt x="499033" y="72252"/>
                    <a:pt x="507981" y="71109"/>
                  </a:cubicBezTo>
                  <a:cubicBezTo>
                    <a:pt x="514264" y="70348"/>
                    <a:pt x="518072" y="66540"/>
                    <a:pt x="519976" y="60257"/>
                  </a:cubicBezTo>
                  <a:cubicBezTo>
                    <a:pt x="524545" y="44836"/>
                    <a:pt x="529305" y="29414"/>
                    <a:pt x="534064" y="13993"/>
                  </a:cubicBezTo>
                  <a:cubicBezTo>
                    <a:pt x="537682" y="2570"/>
                    <a:pt x="541299" y="-96"/>
                    <a:pt x="553293" y="95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2" name="Freeform: Shape 453">
              <a:extLst>
                <a:ext uri="{FF2B5EF4-FFF2-40B4-BE49-F238E27FC236}">
                  <a16:creationId xmlns:a16="http://schemas.microsoft.com/office/drawing/2014/main" xmlns="" id="{8C4102B2-E329-45D5-8419-4C97F6093B98}"/>
                </a:ext>
              </a:extLst>
            </p:cNvPr>
            <p:cNvSpPr/>
            <p:nvPr/>
          </p:nvSpPr>
          <p:spPr>
            <a:xfrm flipH="1">
              <a:off x="3093867" y="4659007"/>
              <a:ext cx="1300254" cy="1299209"/>
            </a:xfrm>
            <a:custGeom>
              <a:avLst/>
              <a:gdLst>
                <a:gd name="connsiteX0" fmla="*/ 1506364 w 2562218"/>
                <a:gd name="connsiteY0" fmla="*/ 1318537 h 2560160"/>
                <a:gd name="connsiteX1" fmla="*/ 1501790 w 2562218"/>
                <a:gd name="connsiteY1" fmla="*/ 1348793 h 2560160"/>
                <a:gd name="connsiteX2" fmla="*/ 1371051 w 2562218"/>
                <a:gd name="connsiteY2" fmla="*/ 1492991 h 2560160"/>
                <a:gd name="connsiteX3" fmla="*/ 1319564 w 2562218"/>
                <a:gd name="connsiteY3" fmla="*/ 1503386 h 2560160"/>
                <a:gd name="connsiteX4" fmla="*/ 1319564 w 2562218"/>
                <a:gd name="connsiteY4" fmla="*/ 1976337 h 2560160"/>
                <a:gd name="connsiteX5" fmla="*/ 1422210 w 2562218"/>
                <a:gd name="connsiteY5" fmla="*/ 1965990 h 2560160"/>
                <a:gd name="connsiteX6" fmla="*/ 1970307 w 2562218"/>
                <a:gd name="connsiteY6" fmla="*/ 1404015 h 2560160"/>
                <a:gd name="connsiteX7" fmla="*/ 1977849 w 2562218"/>
                <a:gd name="connsiteY7" fmla="*/ 1318537 h 2560160"/>
                <a:gd name="connsiteX8" fmla="*/ 584367 w 2562218"/>
                <a:gd name="connsiteY8" fmla="*/ 1318537 h 2560160"/>
                <a:gd name="connsiteX9" fmla="*/ 591910 w 2562218"/>
                <a:gd name="connsiteY9" fmla="*/ 1404015 h 2560160"/>
                <a:gd name="connsiteX10" fmla="*/ 1140007 w 2562218"/>
                <a:gd name="connsiteY10" fmla="*/ 1965990 h 2560160"/>
                <a:gd name="connsiteX11" fmla="*/ 1242652 w 2562218"/>
                <a:gd name="connsiteY11" fmla="*/ 1976337 h 2560160"/>
                <a:gd name="connsiteX12" fmla="*/ 1242652 w 2562218"/>
                <a:gd name="connsiteY12" fmla="*/ 1503386 h 2560160"/>
                <a:gd name="connsiteX13" fmla="*/ 1191166 w 2562218"/>
                <a:gd name="connsiteY13" fmla="*/ 1492991 h 2560160"/>
                <a:gd name="connsiteX14" fmla="*/ 1060427 w 2562218"/>
                <a:gd name="connsiteY14" fmla="*/ 1348793 h 2560160"/>
                <a:gd name="connsiteX15" fmla="*/ 1055852 w 2562218"/>
                <a:gd name="connsiteY15" fmla="*/ 1318537 h 2560160"/>
                <a:gd name="connsiteX16" fmla="*/ 1281108 w 2562218"/>
                <a:gd name="connsiteY16" fmla="*/ 1121883 h 2560160"/>
                <a:gd name="connsiteX17" fmla="*/ 1122911 w 2562218"/>
                <a:gd name="connsiteY17" fmla="*/ 1280080 h 2560160"/>
                <a:gd name="connsiteX18" fmla="*/ 1281108 w 2562218"/>
                <a:gd name="connsiteY18" fmla="*/ 1438277 h 2560160"/>
                <a:gd name="connsiteX19" fmla="*/ 1439305 w 2562218"/>
                <a:gd name="connsiteY19" fmla="*/ 1280080 h 2560160"/>
                <a:gd name="connsiteX20" fmla="*/ 1281108 w 2562218"/>
                <a:gd name="connsiteY20" fmla="*/ 1121883 h 2560160"/>
                <a:gd name="connsiteX21" fmla="*/ 1319564 w 2562218"/>
                <a:gd name="connsiteY21" fmla="*/ 583823 h 2560160"/>
                <a:gd name="connsiteX22" fmla="*/ 1319564 w 2562218"/>
                <a:gd name="connsiteY22" fmla="*/ 1056774 h 2560160"/>
                <a:gd name="connsiteX23" fmla="*/ 1371051 w 2562218"/>
                <a:gd name="connsiteY23" fmla="*/ 1067169 h 2560160"/>
                <a:gd name="connsiteX24" fmla="*/ 1501790 w 2562218"/>
                <a:gd name="connsiteY24" fmla="*/ 1211367 h 2560160"/>
                <a:gd name="connsiteX25" fmla="*/ 1506364 w 2562218"/>
                <a:gd name="connsiteY25" fmla="*/ 1241625 h 2560160"/>
                <a:gd name="connsiteX26" fmla="*/ 1977849 w 2562218"/>
                <a:gd name="connsiteY26" fmla="*/ 1241625 h 2560160"/>
                <a:gd name="connsiteX27" fmla="*/ 1970307 w 2562218"/>
                <a:gd name="connsiteY27" fmla="*/ 1156145 h 2560160"/>
                <a:gd name="connsiteX28" fmla="*/ 1422210 w 2562218"/>
                <a:gd name="connsiteY28" fmla="*/ 594170 h 2560160"/>
                <a:gd name="connsiteX29" fmla="*/ 1242652 w 2562218"/>
                <a:gd name="connsiteY29" fmla="*/ 583823 h 2560160"/>
                <a:gd name="connsiteX30" fmla="*/ 1140007 w 2562218"/>
                <a:gd name="connsiteY30" fmla="*/ 594170 h 2560160"/>
                <a:gd name="connsiteX31" fmla="*/ 591910 w 2562218"/>
                <a:gd name="connsiteY31" fmla="*/ 1156145 h 2560160"/>
                <a:gd name="connsiteX32" fmla="*/ 584367 w 2562218"/>
                <a:gd name="connsiteY32" fmla="*/ 1241625 h 2560160"/>
                <a:gd name="connsiteX33" fmla="*/ 1055852 w 2562218"/>
                <a:gd name="connsiteY33" fmla="*/ 1241625 h 2560160"/>
                <a:gd name="connsiteX34" fmla="*/ 1060427 w 2562218"/>
                <a:gd name="connsiteY34" fmla="*/ 1211367 h 2560160"/>
                <a:gd name="connsiteX35" fmla="*/ 1191166 w 2562218"/>
                <a:gd name="connsiteY35" fmla="*/ 1067169 h 2560160"/>
                <a:gd name="connsiteX36" fmla="*/ 1242652 w 2562218"/>
                <a:gd name="connsiteY36" fmla="*/ 1056774 h 2560160"/>
                <a:gd name="connsiteX37" fmla="*/ 1224583 w 2562218"/>
                <a:gd name="connsiteY37" fmla="*/ 861 h 2560160"/>
                <a:gd name="connsiteX38" fmla="*/ 1275519 w 2562218"/>
                <a:gd name="connsiteY38" fmla="*/ 42161 h 2560160"/>
                <a:gd name="connsiteX39" fmla="*/ 1325768 w 2562218"/>
                <a:gd name="connsiteY39" fmla="*/ 218379 h 2560160"/>
                <a:gd name="connsiteX40" fmla="*/ 1453805 w 2562218"/>
                <a:gd name="connsiteY40" fmla="*/ 290657 h 2560160"/>
                <a:gd name="connsiteX41" fmla="*/ 1495105 w 2562218"/>
                <a:gd name="connsiteY41" fmla="*/ 254863 h 2560160"/>
                <a:gd name="connsiteX42" fmla="*/ 1591474 w 2562218"/>
                <a:gd name="connsiteY42" fmla="*/ 91723 h 2560160"/>
                <a:gd name="connsiteX43" fmla="*/ 1669259 w 2562218"/>
                <a:gd name="connsiteY43" fmla="*/ 59371 h 2560160"/>
                <a:gd name="connsiteX44" fmla="*/ 1746353 w 2562218"/>
                <a:gd name="connsiteY44" fmla="*/ 183962 h 2560160"/>
                <a:gd name="connsiteX45" fmla="*/ 1727078 w 2562218"/>
                <a:gd name="connsiteY45" fmla="*/ 340909 h 2560160"/>
                <a:gd name="connsiteX46" fmla="*/ 1727078 w 2562218"/>
                <a:gd name="connsiteY46" fmla="*/ 357429 h 2560160"/>
                <a:gd name="connsiteX47" fmla="*/ 1866815 w 2562218"/>
                <a:gd name="connsiteY47" fmla="*/ 419381 h 2560160"/>
                <a:gd name="connsiteX48" fmla="*/ 2020320 w 2562218"/>
                <a:gd name="connsiteY48" fmla="*/ 304425 h 2560160"/>
                <a:gd name="connsiteX49" fmla="*/ 2113243 w 2562218"/>
                <a:gd name="connsiteY49" fmla="*/ 305802 h 2560160"/>
                <a:gd name="connsiteX50" fmla="*/ 2127702 w 2562218"/>
                <a:gd name="connsiteY50" fmla="*/ 318193 h 2560160"/>
                <a:gd name="connsiteX51" fmla="*/ 2143534 w 2562218"/>
                <a:gd name="connsiteY51" fmla="*/ 424197 h 2560160"/>
                <a:gd name="connsiteX52" fmla="*/ 2058865 w 2562218"/>
                <a:gd name="connsiteY52" fmla="*/ 574947 h 2560160"/>
                <a:gd name="connsiteX53" fmla="*/ 2070569 w 2562218"/>
                <a:gd name="connsiteY53" fmla="*/ 672693 h 2560160"/>
                <a:gd name="connsiteX54" fmla="*/ 2160053 w 2562218"/>
                <a:gd name="connsiteY54" fmla="*/ 708487 h 2560160"/>
                <a:gd name="connsiteX55" fmla="*/ 2341091 w 2562218"/>
                <a:gd name="connsiteY55" fmla="*/ 660993 h 2560160"/>
                <a:gd name="connsiteX56" fmla="*/ 2418189 w 2562218"/>
                <a:gd name="connsiteY56" fmla="*/ 690590 h 2560160"/>
                <a:gd name="connsiteX57" fmla="*/ 2441592 w 2562218"/>
                <a:gd name="connsiteY57" fmla="*/ 736710 h 2560160"/>
                <a:gd name="connsiteX58" fmla="*/ 2422317 w 2562218"/>
                <a:gd name="connsiteY58" fmla="*/ 804855 h 2560160"/>
                <a:gd name="connsiteX59" fmla="*/ 2267439 w 2562218"/>
                <a:gd name="connsiteY59" fmla="*/ 928073 h 2560160"/>
                <a:gd name="connsiteX60" fmla="*/ 2239903 w 2562218"/>
                <a:gd name="connsiteY60" fmla="*/ 1003103 h 2560160"/>
                <a:gd name="connsiteX61" fmla="*/ 2248164 w 2562218"/>
                <a:gd name="connsiteY61" fmla="*/ 1033390 h 2560160"/>
                <a:gd name="connsiteX62" fmla="*/ 2311490 w 2562218"/>
                <a:gd name="connsiteY62" fmla="*/ 1087771 h 2560160"/>
                <a:gd name="connsiteX63" fmla="*/ 2498725 w 2562218"/>
                <a:gd name="connsiteY63" fmla="*/ 1113239 h 2560160"/>
                <a:gd name="connsiteX64" fmla="*/ 2559299 w 2562218"/>
                <a:gd name="connsiteY64" fmla="*/ 1173127 h 2560160"/>
                <a:gd name="connsiteX65" fmla="*/ 2561364 w 2562218"/>
                <a:gd name="connsiteY65" fmla="*/ 1226818 h 2560160"/>
                <a:gd name="connsiteX66" fmla="*/ 2517309 w 2562218"/>
                <a:gd name="connsiteY66" fmla="*/ 1278444 h 2560160"/>
                <a:gd name="connsiteX67" fmla="*/ 2341091 w 2562218"/>
                <a:gd name="connsiteY67" fmla="*/ 1328693 h 2560160"/>
                <a:gd name="connsiteX68" fmla="*/ 2269503 w 2562218"/>
                <a:gd name="connsiteY68" fmla="*/ 1447778 h 2560160"/>
                <a:gd name="connsiteX69" fmla="*/ 2305984 w 2562218"/>
                <a:gd name="connsiteY69" fmla="*/ 1495966 h 2560160"/>
                <a:gd name="connsiteX70" fmla="*/ 2467747 w 2562218"/>
                <a:gd name="connsiteY70" fmla="*/ 1590957 h 2560160"/>
                <a:gd name="connsiteX71" fmla="*/ 2502854 w 2562218"/>
                <a:gd name="connsiteY71" fmla="*/ 1672871 h 2560160"/>
                <a:gd name="connsiteX72" fmla="*/ 2501476 w 2562218"/>
                <a:gd name="connsiteY72" fmla="*/ 1681132 h 2560160"/>
                <a:gd name="connsiteX73" fmla="*/ 2404421 w 2562218"/>
                <a:gd name="connsiteY73" fmla="*/ 1750655 h 2560160"/>
                <a:gd name="connsiteX74" fmla="*/ 2235083 w 2562218"/>
                <a:gd name="connsiteY74" fmla="*/ 1729316 h 2560160"/>
                <a:gd name="connsiteX75" fmla="*/ 2149727 w 2562218"/>
                <a:gd name="connsiteY75" fmla="*/ 1773372 h 2560160"/>
                <a:gd name="connsiteX76" fmla="*/ 2148350 w 2562218"/>
                <a:gd name="connsiteY76" fmla="*/ 1875247 h 2560160"/>
                <a:gd name="connsiteX77" fmla="*/ 2257800 w 2562218"/>
                <a:gd name="connsiteY77" fmla="*/ 2019800 h 2560160"/>
                <a:gd name="connsiteX78" fmla="*/ 2257800 w 2562218"/>
                <a:gd name="connsiteY78" fmla="*/ 2114104 h 2560160"/>
                <a:gd name="connsiteX79" fmla="*/ 2253671 w 2562218"/>
                <a:gd name="connsiteY79" fmla="*/ 2118923 h 2560160"/>
                <a:gd name="connsiteX80" fmla="*/ 2135273 w 2562218"/>
                <a:gd name="connsiteY80" fmla="*/ 2142327 h 2560160"/>
                <a:gd name="connsiteX81" fmla="*/ 1988655 w 2562218"/>
                <a:gd name="connsiteY81" fmla="*/ 2059726 h 2560160"/>
                <a:gd name="connsiteX82" fmla="*/ 1888154 w 2562218"/>
                <a:gd name="connsiteY82" fmla="*/ 2074181 h 2560160"/>
                <a:gd name="connsiteX83" fmla="*/ 1855802 w 2562218"/>
                <a:gd name="connsiteY83" fmla="*/ 2165043 h 2560160"/>
                <a:gd name="connsiteX84" fmla="*/ 1903296 w 2562218"/>
                <a:gd name="connsiteY84" fmla="*/ 2348145 h 2560160"/>
                <a:gd name="connsiteX85" fmla="*/ 1876451 w 2562218"/>
                <a:gd name="connsiteY85" fmla="*/ 2416981 h 2560160"/>
                <a:gd name="connsiteX86" fmla="*/ 1828266 w 2562218"/>
                <a:gd name="connsiteY86" fmla="*/ 2441762 h 2560160"/>
                <a:gd name="connsiteX87" fmla="*/ 1755992 w 2562218"/>
                <a:gd name="connsiteY87" fmla="*/ 2421801 h 2560160"/>
                <a:gd name="connsiteX88" fmla="*/ 1642413 w 2562218"/>
                <a:gd name="connsiteY88" fmla="*/ 2277935 h 2560160"/>
                <a:gd name="connsiteX89" fmla="*/ 1495792 w 2562218"/>
                <a:gd name="connsiteY89" fmla="*/ 2265544 h 2560160"/>
                <a:gd name="connsiteX90" fmla="*/ 1476518 w 2562218"/>
                <a:gd name="connsiteY90" fmla="*/ 2304090 h 2560160"/>
                <a:gd name="connsiteX91" fmla="*/ 1450363 w 2562218"/>
                <a:gd name="connsiteY91" fmla="*/ 2493388 h 2560160"/>
                <a:gd name="connsiteX92" fmla="*/ 1400801 w 2562218"/>
                <a:gd name="connsiteY92" fmla="*/ 2560160 h 2560160"/>
                <a:gd name="connsiteX93" fmla="*/ 1317510 w 2562218"/>
                <a:gd name="connsiteY93" fmla="*/ 2560160 h 2560160"/>
                <a:gd name="connsiteX94" fmla="*/ 1281026 w 2562218"/>
                <a:gd name="connsiteY94" fmla="*/ 2509221 h 2560160"/>
                <a:gd name="connsiteX95" fmla="*/ 1229399 w 2562218"/>
                <a:gd name="connsiteY95" fmla="*/ 2326806 h 2560160"/>
                <a:gd name="connsiteX96" fmla="*/ 1168138 w 2562218"/>
                <a:gd name="connsiteY96" fmla="*/ 2273115 h 2560160"/>
                <a:gd name="connsiteX97" fmla="*/ 1130966 w 2562218"/>
                <a:gd name="connsiteY97" fmla="*/ 2268986 h 2560160"/>
                <a:gd name="connsiteX98" fmla="*/ 1067636 w 2562218"/>
                <a:gd name="connsiteY98" fmla="*/ 2304090 h 2560160"/>
                <a:gd name="connsiteX99" fmla="*/ 1051804 w 2562218"/>
                <a:gd name="connsiteY99" fmla="*/ 2330935 h 2560160"/>
                <a:gd name="connsiteX100" fmla="*/ 965074 w 2562218"/>
                <a:gd name="connsiteY100" fmla="*/ 2477556 h 2560160"/>
                <a:gd name="connsiteX101" fmla="*/ 899680 w 2562218"/>
                <a:gd name="connsiteY101" fmla="*/ 2504401 h 2560160"/>
                <a:gd name="connsiteX102" fmla="*/ 846676 w 2562218"/>
                <a:gd name="connsiteY102" fmla="*/ 2486504 h 2560160"/>
                <a:gd name="connsiteX103" fmla="*/ 810883 w 2562218"/>
                <a:gd name="connsiteY103" fmla="*/ 2419733 h 2560160"/>
                <a:gd name="connsiteX104" fmla="*/ 833595 w 2562218"/>
                <a:gd name="connsiteY104" fmla="*/ 2231815 h 2560160"/>
                <a:gd name="connsiteX105" fmla="*/ 781969 w 2562218"/>
                <a:gd name="connsiteY105" fmla="*/ 2144391 h 2560160"/>
                <a:gd name="connsiteX106" fmla="*/ 686291 w 2562218"/>
                <a:gd name="connsiteY106" fmla="*/ 2149211 h 2560160"/>
                <a:gd name="connsiteX107" fmla="*/ 552061 w 2562218"/>
                <a:gd name="connsiteY107" fmla="*/ 2251089 h 2560160"/>
                <a:gd name="connsiteX108" fmla="*/ 432976 w 2562218"/>
                <a:gd name="connsiteY108" fmla="*/ 2244205 h 2560160"/>
                <a:gd name="connsiteX109" fmla="*/ 422650 w 2562218"/>
                <a:gd name="connsiteY109" fmla="*/ 2233879 h 2560160"/>
                <a:gd name="connsiteX110" fmla="*/ 412327 w 2562218"/>
                <a:gd name="connsiteY110" fmla="*/ 2151275 h 2560160"/>
                <a:gd name="connsiteX111" fmla="*/ 501812 w 2562218"/>
                <a:gd name="connsiteY111" fmla="*/ 1991577 h 2560160"/>
                <a:gd name="connsiteX112" fmla="*/ 516954 w 2562218"/>
                <a:gd name="connsiteY112" fmla="*/ 1942706 h 2560160"/>
                <a:gd name="connsiteX113" fmla="*/ 396491 w 2562218"/>
                <a:gd name="connsiteY113" fmla="*/ 1856663 h 2560160"/>
                <a:gd name="connsiteX114" fmla="*/ 211325 w 2562218"/>
                <a:gd name="connsiteY114" fmla="*/ 1904847 h 2560160"/>
                <a:gd name="connsiteX115" fmla="*/ 152128 w 2562218"/>
                <a:gd name="connsiteY115" fmla="*/ 1884886 h 2560160"/>
                <a:gd name="connsiteX116" fmla="*/ 122527 w 2562218"/>
                <a:gd name="connsiteY116" fmla="*/ 1832569 h 2560160"/>
                <a:gd name="connsiteX117" fmla="*/ 142492 w 2562218"/>
                <a:gd name="connsiteY117" fmla="*/ 1755475 h 2560160"/>
                <a:gd name="connsiteX118" fmla="*/ 279474 w 2562218"/>
                <a:gd name="connsiteY118" fmla="*/ 1646716 h 2560160"/>
                <a:gd name="connsiteX119" fmla="*/ 315955 w 2562218"/>
                <a:gd name="connsiteY119" fmla="*/ 1535889 h 2560160"/>
                <a:gd name="connsiteX120" fmla="*/ 242303 w 2562218"/>
                <a:gd name="connsiteY120" fmla="*/ 1473936 h 2560160"/>
                <a:gd name="connsiteX121" fmla="*/ 69523 w 2562218"/>
                <a:gd name="connsiteY121" fmla="*/ 1450533 h 2560160"/>
                <a:gd name="connsiteX122" fmla="*/ 1378 w 2562218"/>
                <a:gd name="connsiteY122" fmla="*/ 1402349 h 2560160"/>
                <a:gd name="connsiteX123" fmla="*/ 0 w 2562218"/>
                <a:gd name="connsiteY123" fmla="*/ 1316993 h 2560160"/>
                <a:gd name="connsiteX124" fmla="*/ 50253 w 2562218"/>
                <a:gd name="connsiteY124" fmla="*/ 1280509 h 2560160"/>
                <a:gd name="connsiteX125" fmla="*/ 226470 w 2562218"/>
                <a:gd name="connsiteY125" fmla="*/ 1230947 h 2560160"/>
                <a:gd name="connsiteX126" fmla="*/ 287045 w 2562218"/>
                <a:gd name="connsiteY126" fmla="*/ 1163488 h 2560160"/>
                <a:gd name="connsiteX127" fmla="*/ 290487 w 2562218"/>
                <a:gd name="connsiteY127" fmla="*/ 1134578 h 2560160"/>
                <a:gd name="connsiteX128" fmla="*/ 252629 w 2562218"/>
                <a:gd name="connsiteY128" fmla="*/ 1064368 h 2560160"/>
                <a:gd name="connsiteX129" fmla="*/ 92930 w 2562218"/>
                <a:gd name="connsiteY129" fmla="*/ 970751 h 2560160"/>
                <a:gd name="connsiteX130" fmla="*/ 58511 w 2562218"/>
                <a:gd name="connsiteY130" fmla="*/ 886773 h 2560160"/>
                <a:gd name="connsiteX131" fmla="*/ 61953 w 2562218"/>
                <a:gd name="connsiteY131" fmla="*/ 875069 h 2560160"/>
                <a:gd name="connsiteX132" fmla="*/ 152815 w 2562218"/>
                <a:gd name="connsiteY132" fmla="*/ 812430 h 2560160"/>
                <a:gd name="connsiteX133" fmla="*/ 322152 w 2562218"/>
                <a:gd name="connsiteY133" fmla="*/ 831704 h 2560160"/>
                <a:gd name="connsiteX134" fmla="*/ 408885 w 2562218"/>
                <a:gd name="connsiteY134" fmla="*/ 791778 h 2560160"/>
                <a:gd name="connsiteX135" fmla="*/ 402001 w 2562218"/>
                <a:gd name="connsiteY135" fmla="*/ 674070 h 2560160"/>
                <a:gd name="connsiteX136" fmla="*/ 296681 w 2562218"/>
                <a:gd name="connsiteY136" fmla="*/ 534333 h 2560160"/>
                <a:gd name="connsiteX137" fmla="*/ 296681 w 2562218"/>
                <a:gd name="connsiteY137" fmla="*/ 456552 h 2560160"/>
                <a:gd name="connsiteX138" fmla="*/ 331100 w 2562218"/>
                <a:gd name="connsiteY138" fmla="*/ 418003 h 2560160"/>
                <a:gd name="connsiteX139" fmla="*/ 404753 w 2562218"/>
                <a:gd name="connsiteY139" fmla="*/ 409742 h 2560160"/>
                <a:gd name="connsiteX140" fmla="*/ 561009 w 2562218"/>
                <a:gd name="connsiteY140" fmla="*/ 497853 h 2560160"/>
                <a:gd name="connsiteX141" fmla="*/ 700746 w 2562218"/>
                <a:gd name="connsiteY141" fmla="*/ 458617 h 2560160"/>
                <a:gd name="connsiteX142" fmla="*/ 704188 w 2562218"/>
                <a:gd name="connsiteY142" fmla="*/ 398042 h 2560160"/>
                <a:gd name="connsiteX143" fmla="*/ 658755 w 2562218"/>
                <a:gd name="connsiteY143" fmla="*/ 222511 h 2560160"/>
                <a:gd name="connsiteX144" fmla="*/ 691798 w 2562218"/>
                <a:gd name="connsiteY144" fmla="*/ 141285 h 2560160"/>
                <a:gd name="connsiteX145" fmla="*/ 717265 w 2562218"/>
                <a:gd name="connsiteY145" fmla="*/ 127517 h 2560160"/>
                <a:gd name="connsiteX146" fmla="*/ 812256 w 2562218"/>
                <a:gd name="connsiteY146" fmla="*/ 150924 h 2560160"/>
                <a:gd name="connsiteX147" fmla="*/ 921706 w 2562218"/>
                <a:gd name="connsiteY147" fmla="*/ 289970 h 2560160"/>
                <a:gd name="connsiteX148" fmla="*/ 1071078 w 2562218"/>
                <a:gd name="connsiteY148" fmla="*/ 289279 h 2560160"/>
                <a:gd name="connsiteX149" fmla="*/ 1088975 w 2562218"/>
                <a:gd name="connsiteY149" fmla="*/ 225953 h 2560160"/>
                <a:gd name="connsiteX150" fmla="*/ 1111005 w 2562218"/>
                <a:gd name="connsiteY150" fmla="*/ 64877 h 2560160"/>
                <a:gd name="connsiteX151" fmla="*/ 1170889 w 2562218"/>
                <a:gd name="connsiteY151" fmla="*/ 2925 h 2560160"/>
                <a:gd name="connsiteX152" fmla="*/ 1224583 w 2562218"/>
                <a:gd name="connsiteY152" fmla="*/ 861 h 256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2562218" h="2560160">
                  <a:moveTo>
                    <a:pt x="1506364" y="1318537"/>
                  </a:moveTo>
                  <a:lnTo>
                    <a:pt x="1501790" y="1348793"/>
                  </a:lnTo>
                  <a:cubicBezTo>
                    <a:pt x="1481535" y="1413912"/>
                    <a:pt x="1433252" y="1466683"/>
                    <a:pt x="1371051" y="1492991"/>
                  </a:cubicBezTo>
                  <a:lnTo>
                    <a:pt x="1319564" y="1503386"/>
                  </a:lnTo>
                  <a:lnTo>
                    <a:pt x="1319564" y="1976337"/>
                  </a:lnTo>
                  <a:lnTo>
                    <a:pt x="1422210" y="1965990"/>
                  </a:lnTo>
                  <a:cubicBezTo>
                    <a:pt x="1701369" y="1908865"/>
                    <a:pt x="1920009" y="1685600"/>
                    <a:pt x="1970307" y="1404015"/>
                  </a:cubicBezTo>
                  <a:lnTo>
                    <a:pt x="1977849" y="1318537"/>
                  </a:lnTo>
                  <a:close/>
                  <a:moveTo>
                    <a:pt x="584367" y="1318537"/>
                  </a:moveTo>
                  <a:lnTo>
                    <a:pt x="591910" y="1404015"/>
                  </a:lnTo>
                  <a:cubicBezTo>
                    <a:pt x="642208" y="1685600"/>
                    <a:pt x="860848" y="1908865"/>
                    <a:pt x="1140007" y="1965990"/>
                  </a:cubicBezTo>
                  <a:lnTo>
                    <a:pt x="1242652" y="1976337"/>
                  </a:lnTo>
                  <a:lnTo>
                    <a:pt x="1242652" y="1503386"/>
                  </a:lnTo>
                  <a:lnTo>
                    <a:pt x="1191166" y="1492991"/>
                  </a:lnTo>
                  <a:cubicBezTo>
                    <a:pt x="1128965" y="1466683"/>
                    <a:pt x="1080681" y="1413912"/>
                    <a:pt x="1060427" y="1348793"/>
                  </a:cubicBezTo>
                  <a:lnTo>
                    <a:pt x="1055852" y="1318537"/>
                  </a:lnTo>
                  <a:close/>
                  <a:moveTo>
                    <a:pt x="1281108" y="1121883"/>
                  </a:moveTo>
                  <a:cubicBezTo>
                    <a:pt x="1193738" y="1121883"/>
                    <a:pt x="1122911" y="1192710"/>
                    <a:pt x="1122911" y="1280080"/>
                  </a:cubicBezTo>
                  <a:cubicBezTo>
                    <a:pt x="1122911" y="1367450"/>
                    <a:pt x="1193738" y="1438277"/>
                    <a:pt x="1281108" y="1438277"/>
                  </a:cubicBezTo>
                  <a:cubicBezTo>
                    <a:pt x="1368478" y="1438277"/>
                    <a:pt x="1439305" y="1367450"/>
                    <a:pt x="1439305" y="1280080"/>
                  </a:cubicBezTo>
                  <a:cubicBezTo>
                    <a:pt x="1439305" y="1192710"/>
                    <a:pt x="1368478" y="1121883"/>
                    <a:pt x="1281108" y="1121883"/>
                  </a:cubicBezTo>
                  <a:close/>
                  <a:moveTo>
                    <a:pt x="1319564" y="583823"/>
                  </a:moveTo>
                  <a:lnTo>
                    <a:pt x="1319564" y="1056774"/>
                  </a:lnTo>
                  <a:lnTo>
                    <a:pt x="1371051" y="1067169"/>
                  </a:lnTo>
                  <a:cubicBezTo>
                    <a:pt x="1433252" y="1093478"/>
                    <a:pt x="1481535" y="1146248"/>
                    <a:pt x="1501790" y="1211367"/>
                  </a:cubicBezTo>
                  <a:lnTo>
                    <a:pt x="1506364" y="1241625"/>
                  </a:lnTo>
                  <a:lnTo>
                    <a:pt x="1977849" y="1241625"/>
                  </a:lnTo>
                  <a:lnTo>
                    <a:pt x="1970307" y="1156145"/>
                  </a:lnTo>
                  <a:cubicBezTo>
                    <a:pt x="1920009" y="874560"/>
                    <a:pt x="1701369" y="651295"/>
                    <a:pt x="1422210" y="594170"/>
                  </a:cubicBezTo>
                  <a:close/>
                  <a:moveTo>
                    <a:pt x="1242652" y="583823"/>
                  </a:moveTo>
                  <a:lnTo>
                    <a:pt x="1140007" y="594170"/>
                  </a:lnTo>
                  <a:cubicBezTo>
                    <a:pt x="860848" y="651295"/>
                    <a:pt x="642208" y="874560"/>
                    <a:pt x="591910" y="1156145"/>
                  </a:cubicBezTo>
                  <a:lnTo>
                    <a:pt x="584367" y="1241625"/>
                  </a:lnTo>
                  <a:lnTo>
                    <a:pt x="1055852" y="1241625"/>
                  </a:lnTo>
                  <a:lnTo>
                    <a:pt x="1060427" y="1211367"/>
                  </a:lnTo>
                  <a:cubicBezTo>
                    <a:pt x="1080681" y="1146248"/>
                    <a:pt x="1128965" y="1093478"/>
                    <a:pt x="1191166" y="1067169"/>
                  </a:cubicBezTo>
                  <a:lnTo>
                    <a:pt x="1242652" y="1056774"/>
                  </a:lnTo>
                  <a:close/>
                  <a:moveTo>
                    <a:pt x="1224583" y="861"/>
                  </a:moveTo>
                  <a:cubicBezTo>
                    <a:pt x="1250738" y="2238"/>
                    <a:pt x="1268639" y="16002"/>
                    <a:pt x="1275519" y="42161"/>
                  </a:cubicBezTo>
                  <a:cubicBezTo>
                    <a:pt x="1292042" y="100671"/>
                    <a:pt x="1309248" y="159868"/>
                    <a:pt x="1325768" y="218379"/>
                  </a:cubicBezTo>
                  <a:cubicBezTo>
                    <a:pt x="1342978" y="278266"/>
                    <a:pt x="1392540" y="306489"/>
                    <a:pt x="1453805" y="290657"/>
                  </a:cubicBezTo>
                  <a:cubicBezTo>
                    <a:pt x="1473766" y="285837"/>
                    <a:pt x="1485466" y="271382"/>
                    <a:pt x="1495105" y="254863"/>
                  </a:cubicBezTo>
                  <a:cubicBezTo>
                    <a:pt x="1526770" y="200482"/>
                    <a:pt x="1559122" y="146104"/>
                    <a:pt x="1591474" y="91723"/>
                  </a:cubicBezTo>
                  <a:cubicBezTo>
                    <a:pt x="1612126" y="56616"/>
                    <a:pt x="1630023" y="49045"/>
                    <a:pt x="1669259" y="59371"/>
                  </a:cubicBezTo>
                  <a:cubicBezTo>
                    <a:pt x="1747730" y="79332"/>
                    <a:pt x="1758056" y="96542"/>
                    <a:pt x="1746353" y="183962"/>
                  </a:cubicBezTo>
                  <a:cubicBezTo>
                    <a:pt x="1739469" y="236279"/>
                    <a:pt x="1733275" y="288592"/>
                    <a:pt x="1727078" y="340909"/>
                  </a:cubicBezTo>
                  <a:cubicBezTo>
                    <a:pt x="1726391" y="346412"/>
                    <a:pt x="1726391" y="351922"/>
                    <a:pt x="1727078" y="357429"/>
                  </a:cubicBezTo>
                  <a:cubicBezTo>
                    <a:pt x="1736027" y="413184"/>
                    <a:pt x="1820695" y="451733"/>
                    <a:pt x="1866815" y="419381"/>
                  </a:cubicBezTo>
                  <a:cubicBezTo>
                    <a:pt x="1919128" y="382210"/>
                    <a:pt x="1969381" y="342970"/>
                    <a:pt x="2020320" y="304425"/>
                  </a:cubicBezTo>
                  <a:cubicBezTo>
                    <a:pt x="2057488" y="276202"/>
                    <a:pt x="2076075" y="276893"/>
                    <a:pt x="2113243" y="305802"/>
                  </a:cubicBezTo>
                  <a:cubicBezTo>
                    <a:pt x="2118066" y="309931"/>
                    <a:pt x="2122882" y="313373"/>
                    <a:pt x="2127702" y="318193"/>
                  </a:cubicBezTo>
                  <a:cubicBezTo>
                    <a:pt x="2171066" y="359493"/>
                    <a:pt x="2173134" y="371884"/>
                    <a:pt x="2143534" y="424197"/>
                  </a:cubicBezTo>
                  <a:cubicBezTo>
                    <a:pt x="2115311" y="474449"/>
                    <a:pt x="2088466" y="525385"/>
                    <a:pt x="2058865" y="574947"/>
                  </a:cubicBezTo>
                  <a:cubicBezTo>
                    <a:pt x="2037527" y="611431"/>
                    <a:pt x="2047166" y="641719"/>
                    <a:pt x="2070569" y="672693"/>
                  </a:cubicBezTo>
                  <a:cubicBezTo>
                    <a:pt x="2093972" y="703671"/>
                    <a:pt x="2120818" y="718813"/>
                    <a:pt x="2160053" y="708487"/>
                  </a:cubicBezTo>
                  <a:cubicBezTo>
                    <a:pt x="2220628" y="692654"/>
                    <a:pt x="2281203" y="677512"/>
                    <a:pt x="2341091" y="660993"/>
                  </a:cubicBezTo>
                  <a:cubicBezTo>
                    <a:pt x="2379640" y="650667"/>
                    <a:pt x="2396850" y="656860"/>
                    <a:pt x="2418189" y="690590"/>
                  </a:cubicBezTo>
                  <a:cubicBezTo>
                    <a:pt x="2427824" y="705048"/>
                    <a:pt x="2436082" y="720190"/>
                    <a:pt x="2441592" y="736710"/>
                  </a:cubicBezTo>
                  <a:cubicBezTo>
                    <a:pt x="2451918" y="766310"/>
                    <a:pt x="2447095" y="784894"/>
                    <a:pt x="2422317" y="804855"/>
                  </a:cubicBezTo>
                  <a:cubicBezTo>
                    <a:pt x="2370691" y="846159"/>
                    <a:pt x="2319752" y="887460"/>
                    <a:pt x="2267439" y="928073"/>
                  </a:cubicBezTo>
                  <a:cubicBezTo>
                    <a:pt x="2241280" y="948034"/>
                    <a:pt x="2234396" y="972815"/>
                    <a:pt x="2239903" y="1003103"/>
                  </a:cubicBezTo>
                  <a:cubicBezTo>
                    <a:pt x="2241967" y="1013429"/>
                    <a:pt x="2245409" y="1023064"/>
                    <a:pt x="2248164" y="1033390"/>
                  </a:cubicBezTo>
                  <a:cubicBezTo>
                    <a:pt x="2257113" y="1065745"/>
                    <a:pt x="2278452" y="1083639"/>
                    <a:pt x="2311490" y="1087771"/>
                  </a:cubicBezTo>
                  <a:cubicBezTo>
                    <a:pt x="2374133" y="1096033"/>
                    <a:pt x="2436772" y="1104978"/>
                    <a:pt x="2498725" y="1113239"/>
                  </a:cubicBezTo>
                  <a:cubicBezTo>
                    <a:pt x="2535896" y="1118059"/>
                    <a:pt x="2555167" y="1135956"/>
                    <a:pt x="2559299" y="1173127"/>
                  </a:cubicBezTo>
                  <a:cubicBezTo>
                    <a:pt x="2561364" y="1191024"/>
                    <a:pt x="2563428" y="1208921"/>
                    <a:pt x="2561364" y="1226818"/>
                  </a:cubicBezTo>
                  <a:cubicBezTo>
                    <a:pt x="2557922" y="1255041"/>
                    <a:pt x="2543467" y="1270873"/>
                    <a:pt x="2517309" y="1278444"/>
                  </a:cubicBezTo>
                  <a:cubicBezTo>
                    <a:pt x="2458798" y="1294964"/>
                    <a:pt x="2399601" y="1311483"/>
                    <a:pt x="2341091" y="1328693"/>
                  </a:cubicBezTo>
                  <a:cubicBezTo>
                    <a:pt x="2283958" y="1345212"/>
                    <a:pt x="2257800" y="1388581"/>
                    <a:pt x="2269503" y="1447778"/>
                  </a:cubicBezTo>
                  <a:cubicBezTo>
                    <a:pt x="2273632" y="1470494"/>
                    <a:pt x="2286709" y="1484949"/>
                    <a:pt x="2305984" y="1495966"/>
                  </a:cubicBezTo>
                  <a:cubicBezTo>
                    <a:pt x="2359678" y="1527631"/>
                    <a:pt x="2413365" y="1559292"/>
                    <a:pt x="2467747" y="1590957"/>
                  </a:cubicBezTo>
                  <a:cubicBezTo>
                    <a:pt x="2507673" y="1614360"/>
                    <a:pt x="2513867" y="1628128"/>
                    <a:pt x="2502854" y="1672871"/>
                  </a:cubicBezTo>
                  <a:cubicBezTo>
                    <a:pt x="2502167" y="1675626"/>
                    <a:pt x="2502167" y="1678377"/>
                    <a:pt x="2501476" y="1681132"/>
                  </a:cubicBezTo>
                  <a:cubicBezTo>
                    <a:pt x="2484957" y="1735510"/>
                    <a:pt x="2466369" y="1762359"/>
                    <a:pt x="2404421" y="1750655"/>
                  </a:cubicBezTo>
                  <a:cubicBezTo>
                    <a:pt x="2348662" y="1739639"/>
                    <a:pt x="2291529" y="1737578"/>
                    <a:pt x="2235083" y="1729316"/>
                  </a:cubicBezTo>
                  <a:cubicBezTo>
                    <a:pt x="2195160" y="1723810"/>
                    <a:pt x="2169002" y="1739639"/>
                    <a:pt x="2149727" y="1773372"/>
                  </a:cubicBezTo>
                  <a:cubicBezTo>
                    <a:pt x="2129766" y="1807788"/>
                    <a:pt x="2120818" y="1840140"/>
                    <a:pt x="2148350" y="1875247"/>
                  </a:cubicBezTo>
                  <a:cubicBezTo>
                    <a:pt x="2185521" y="1922744"/>
                    <a:pt x="2221319" y="1971615"/>
                    <a:pt x="2257800" y="2019800"/>
                  </a:cubicBezTo>
                  <a:cubicBezTo>
                    <a:pt x="2288087" y="2059036"/>
                    <a:pt x="2288087" y="2074872"/>
                    <a:pt x="2257800" y="2114104"/>
                  </a:cubicBezTo>
                  <a:cubicBezTo>
                    <a:pt x="2256422" y="2115481"/>
                    <a:pt x="2255048" y="2117546"/>
                    <a:pt x="2253671" y="2118923"/>
                  </a:cubicBezTo>
                  <a:cubicBezTo>
                    <a:pt x="2213744" y="2161601"/>
                    <a:pt x="2197912" y="2180189"/>
                    <a:pt x="2135273" y="2142327"/>
                  </a:cubicBezTo>
                  <a:cubicBezTo>
                    <a:pt x="2087088" y="2113417"/>
                    <a:pt x="2036149" y="2088636"/>
                    <a:pt x="1988655" y="2059726"/>
                  </a:cubicBezTo>
                  <a:cubicBezTo>
                    <a:pt x="1949416" y="2036323"/>
                    <a:pt x="1919128" y="2050087"/>
                    <a:pt x="1888154" y="2074181"/>
                  </a:cubicBezTo>
                  <a:cubicBezTo>
                    <a:pt x="1857180" y="2097584"/>
                    <a:pt x="1844786" y="2125807"/>
                    <a:pt x="1855802" y="2165043"/>
                  </a:cubicBezTo>
                  <a:cubicBezTo>
                    <a:pt x="1873009" y="2225618"/>
                    <a:pt x="1888154" y="2286883"/>
                    <a:pt x="1903296" y="2348145"/>
                  </a:cubicBezTo>
                  <a:cubicBezTo>
                    <a:pt x="1911558" y="2381187"/>
                    <a:pt x="1904677" y="2399084"/>
                    <a:pt x="1876451" y="2416981"/>
                  </a:cubicBezTo>
                  <a:cubicBezTo>
                    <a:pt x="1861309" y="2426617"/>
                    <a:pt x="1845476" y="2435569"/>
                    <a:pt x="1828266" y="2441762"/>
                  </a:cubicBezTo>
                  <a:cubicBezTo>
                    <a:pt x="1797979" y="2452775"/>
                    <a:pt x="1775953" y="2447269"/>
                    <a:pt x="1755992" y="2421801"/>
                  </a:cubicBezTo>
                  <a:cubicBezTo>
                    <a:pt x="1718130" y="2374303"/>
                    <a:pt x="1680271" y="2326119"/>
                    <a:pt x="1642413" y="2277935"/>
                  </a:cubicBezTo>
                  <a:cubicBezTo>
                    <a:pt x="1605929" y="2232502"/>
                    <a:pt x="1539848" y="2226308"/>
                    <a:pt x="1495792" y="2265544"/>
                  </a:cubicBezTo>
                  <a:cubicBezTo>
                    <a:pt x="1484089" y="2275870"/>
                    <a:pt x="1478586" y="2288948"/>
                    <a:pt x="1476518" y="2304090"/>
                  </a:cubicBezTo>
                  <a:cubicBezTo>
                    <a:pt x="1467569" y="2367419"/>
                    <a:pt x="1457243" y="2430059"/>
                    <a:pt x="1450363" y="2493388"/>
                  </a:cubicBezTo>
                  <a:cubicBezTo>
                    <a:pt x="1446230" y="2526431"/>
                    <a:pt x="1433153" y="2549834"/>
                    <a:pt x="1400801" y="2560160"/>
                  </a:cubicBezTo>
                  <a:cubicBezTo>
                    <a:pt x="1373265" y="2560160"/>
                    <a:pt x="1345042" y="2560160"/>
                    <a:pt x="1317510" y="2560160"/>
                  </a:cubicBezTo>
                  <a:cubicBezTo>
                    <a:pt x="1298235" y="2548457"/>
                    <a:pt x="1287223" y="2531247"/>
                    <a:pt x="1281026" y="2509221"/>
                  </a:cubicBezTo>
                  <a:cubicBezTo>
                    <a:pt x="1264506" y="2448646"/>
                    <a:pt x="1245919" y="2388071"/>
                    <a:pt x="1229399" y="2326806"/>
                  </a:cubicBezTo>
                  <a:cubicBezTo>
                    <a:pt x="1220451" y="2294454"/>
                    <a:pt x="1200489" y="2277244"/>
                    <a:pt x="1168138" y="2273115"/>
                  </a:cubicBezTo>
                  <a:cubicBezTo>
                    <a:pt x="1155747" y="2271738"/>
                    <a:pt x="1143357" y="2269673"/>
                    <a:pt x="1130966" y="2268986"/>
                  </a:cubicBezTo>
                  <a:cubicBezTo>
                    <a:pt x="1102056" y="2266918"/>
                    <a:pt x="1082095" y="2279999"/>
                    <a:pt x="1067636" y="2304090"/>
                  </a:cubicBezTo>
                  <a:cubicBezTo>
                    <a:pt x="1062130" y="2313042"/>
                    <a:pt x="1057310" y="2321986"/>
                    <a:pt x="1051804" y="2330935"/>
                  </a:cubicBezTo>
                  <a:cubicBezTo>
                    <a:pt x="1022894" y="2379810"/>
                    <a:pt x="994671" y="2429372"/>
                    <a:pt x="965074" y="2477556"/>
                  </a:cubicBezTo>
                  <a:cubicBezTo>
                    <a:pt x="949242" y="2504401"/>
                    <a:pt x="929968" y="2511285"/>
                    <a:pt x="899680" y="2504401"/>
                  </a:cubicBezTo>
                  <a:cubicBezTo>
                    <a:pt x="881093" y="2500272"/>
                    <a:pt x="863886" y="2494075"/>
                    <a:pt x="846676" y="2486504"/>
                  </a:cubicBezTo>
                  <a:cubicBezTo>
                    <a:pt x="816389" y="2472049"/>
                    <a:pt x="806754" y="2453462"/>
                    <a:pt x="810883" y="2419733"/>
                  </a:cubicBezTo>
                  <a:cubicBezTo>
                    <a:pt x="818453" y="2357093"/>
                    <a:pt x="824647" y="2294454"/>
                    <a:pt x="833595" y="2231815"/>
                  </a:cubicBezTo>
                  <a:cubicBezTo>
                    <a:pt x="839792" y="2187760"/>
                    <a:pt x="816389" y="2163669"/>
                    <a:pt x="781969" y="2144391"/>
                  </a:cubicBezTo>
                  <a:cubicBezTo>
                    <a:pt x="748243" y="2125807"/>
                    <a:pt x="717956" y="2123056"/>
                    <a:pt x="686291" y="2149211"/>
                  </a:cubicBezTo>
                  <a:cubicBezTo>
                    <a:pt x="642236" y="2184318"/>
                    <a:pt x="596116" y="2216669"/>
                    <a:pt x="552061" y="2251089"/>
                  </a:cubicBezTo>
                  <a:cubicBezTo>
                    <a:pt x="507318" y="2286193"/>
                    <a:pt x="488044" y="2293764"/>
                    <a:pt x="432976" y="2244205"/>
                  </a:cubicBezTo>
                  <a:cubicBezTo>
                    <a:pt x="429534" y="2240763"/>
                    <a:pt x="426092" y="2237321"/>
                    <a:pt x="422650" y="2233879"/>
                  </a:cubicBezTo>
                  <a:cubicBezTo>
                    <a:pt x="395804" y="2206343"/>
                    <a:pt x="393049" y="2185005"/>
                    <a:pt x="412327" y="2151275"/>
                  </a:cubicBezTo>
                  <a:cubicBezTo>
                    <a:pt x="441924" y="2098275"/>
                    <a:pt x="472211" y="2044581"/>
                    <a:pt x="501812" y="1991577"/>
                  </a:cubicBezTo>
                  <a:cubicBezTo>
                    <a:pt x="510070" y="1976435"/>
                    <a:pt x="519018" y="1961289"/>
                    <a:pt x="516954" y="1942706"/>
                  </a:cubicBezTo>
                  <a:cubicBezTo>
                    <a:pt x="512134" y="1886950"/>
                    <a:pt x="450185" y="1842895"/>
                    <a:pt x="396491" y="1856663"/>
                  </a:cubicBezTo>
                  <a:cubicBezTo>
                    <a:pt x="334542" y="1872492"/>
                    <a:pt x="272590" y="1888328"/>
                    <a:pt x="211325" y="1904847"/>
                  </a:cubicBezTo>
                  <a:cubicBezTo>
                    <a:pt x="186544" y="1911731"/>
                    <a:pt x="167960" y="1904157"/>
                    <a:pt x="152128" y="1884886"/>
                  </a:cubicBezTo>
                  <a:cubicBezTo>
                    <a:pt x="139050" y="1869050"/>
                    <a:pt x="130789" y="1851153"/>
                    <a:pt x="122527" y="1832569"/>
                  </a:cubicBezTo>
                  <a:cubicBezTo>
                    <a:pt x="108763" y="1800217"/>
                    <a:pt x="114956" y="1776810"/>
                    <a:pt x="142492" y="1755475"/>
                  </a:cubicBezTo>
                  <a:cubicBezTo>
                    <a:pt x="187922" y="1718990"/>
                    <a:pt x="234041" y="1683197"/>
                    <a:pt x="279474" y="1646716"/>
                  </a:cubicBezTo>
                  <a:cubicBezTo>
                    <a:pt x="327658" y="1609544"/>
                    <a:pt x="331787" y="1593708"/>
                    <a:pt x="315955" y="1535889"/>
                  </a:cubicBezTo>
                  <a:cubicBezTo>
                    <a:pt x="304942" y="1498030"/>
                    <a:pt x="282226" y="1478065"/>
                    <a:pt x="242303" y="1473936"/>
                  </a:cubicBezTo>
                  <a:cubicBezTo>
                    <a:pt x="184480" y="1467739"/>
                    <a:pt x="127347" y="1456730"/>
                    <a:pt x="69523" y="1450533"/>
                  </a:cubicBezTo>
                  <a:cubicBezTo>
                    <a:pt x="36485" y="1447091"/>
                    <a:pt x="13081" y="1434014"/>
                    <a:pt x="1378" y="1402349"/>
                  </a:cubicBezTo>
                  <a:cubicBezTo>
                    <a:pt x="0" y="1372748"/>
                    <a:pt x="0" y="1345212"/>
                    <a:pt x="0" y="1316993"/>
                  </a:cubicBezTo>
                  <a:cubicBezTo>
                    <a:pt x="11017" y="1296341"/>
                    <a:pt x="28223" y="1286019"/>
                    <a:pt x="50253" y="1280509"/>
                  </a:cubicBezTo>
                  <a:cubicBezTo>
                    <a:pt x="109450" y="1264676"/>
                    <a:pt x="167273" y="1246779"/>
                    <a:pt x="226470" y="1230947"/>
                  </a:cubicBezTo>
                  <a:cubicBezTo>
                    <a:pt x="262264" y="1221311"/>
                    <a:pt x="283603" y="1201350"/>
                    <a:pt x="287045" y="1163488"/>
                  </a:cubicBezTo>
                  <a:cubicBezTo>
                    <a:pt x="287732" y="1153853"/>
                    <a:pt x="289110" y="1144217"/>
                    <a:pt x="290487" y="1134578"/>
                  </a:cubicBezTo>
                  <a:cubicBezTo>
                    <a:pt x="293929" y="1102226"/>
                    <a:pt x="279474" y="1080197"/>
                    <a:pt x="252629" y="1064368"/>
                  </a:cubicBezTo>
                  <a:cubicBezTo>
                    <a:pt x="198934" y="1033390"/>
                    <a:pt x="145934" y="1001725"/>
                    <a:pt x="92930" y="970751"/>
                  </a:cubicBezTo>
                  <a:cubicBezTo>
                    <a:pt x="53691" y="948034"/>
                    <a:pt x="46811" y="930824"/>
                    <a:pt x="58511" y="886773"/>
                  </a:cubicBezTo>
                  <a:cubicBezTo>
                    <a:pt x="59888" y="882640"/>
                    <a:pt x="60575" y="878511"/>
                    <a:pt x="61953" y="875069"/>
                  </a:cubicBezTo>
                  <a:cubicBezTo>
                    <a:pt x="79162" y="817936"/>
                    <a:pt x="94304" y="806923"/>
                    <a:pt x="152815" y="812430"/>
                  </a:cubicBezTo>
                  <a:cubicBezTo>
                    <a:pt x="209260" y="817936"/>
                    <a:pt x="265706" y="824133"/>
                    <a:pt x="322152" y="831704"/>
                  </a:cubicBezTo>
                  <a:cubicBezTo>
                    <a:pt x="366894" y="837211"/>
                    <a:pt x="386165" y="829636"/>
                    <a:pt x="408885" y="791778"/>
                  </a:cubicBezTo>
                  <a:cubicBezTo>
                    <a:pt x="441233" y="739465"/>
                    <a:pt x="439860" y="722942"/>
                    <a:pt x="402001" y="674070"/>
                  </a:cubicBezTo>
                  <a:cubicBezTo>
                    <a:pt x="366204" y="627951"/>
                    <a:pt x="331100" y="581144"/>
                    <a:pt x="296681" y="534333"/>
                  </a:cubicBezTo>
                  <a:cubicBezTo>
                    <a:pt x="276032" y="506801"/>
                    <a:pt x="276032" y="484085"/>
                    <a:pt x="296681" y="456552"/>
                  </a:cubicBezTo>
                  <a:cubicBezTo>
                    <a:pt x="307007" y="442784"/>
                    <a:pt x="318019" y="429016"/>
                    <a:pt x="331100" y="418003"/>
                  </a:cubicBezTo>
                  <a:cubicBezTo>
                    <a:pt x="357255" y="395978"/>
                    <a:pt x="375156" y="393223"/>
                    <a:pt x="404753" y="409742"/>
                  </a:cubicBezTo>
                  <a:cubicBezTo>
                    <a:pt x="457069" y="438652"/>
                    <a:pt x="510760" y="465497"/>
                    <a:pt x="561009" y="497853"/>
                  </a:cubicBezTo>
                  <a:cubicBezTo>
                    <a:pt x="618832" y="535024"/>
                    <a:pt x="658755" y="510243"/>
                    <a:pt x="700746" y="458617"/>
                  </a:cubicBezTo>
                  <a:cubicBezTo>
                    <a:pt x="714514" y="441407"/>
                    <a:pt x="709694" y="418690"/>
                    <a:pt x="704188" y="398042"/>
                  </a:cubicBezTo>
                  <a:cubicBezTo>
                    <a:pt x="689042" y="339532"/>
                    <a:pt x="673901" y="281022"/>
                    <a:pt x="658755" y="222511"/>
                  </a:cubicBezTo>
                  <a:cubicBezTo>
                    <a:pt x="647742" y="180520"/>
                    <a:pt x="654626" y="163310"/>
                    <a:pt x="691798" y="141285"/>
                  </a:cubicBezTo>
                  <a:cubicBezTo>
                    <a:pt x="700055" y="136465"/>
                    <a:pt x="708317" y="131645"/>
                    <a:pt x="717265" y="127517"/>
                  </a:cubicBezTo>
                  <a:cubicBezTo>
                    <a:pt x="762008" y="106868"/>
                    <a:pt x="781969" y="111684"/>
                    <a:pt x="812256" y="150924"/>
                  </a:cubicBezTo>
                  <a:cubicBezTo>
                    <a:pt x="848741" y="197040"/>
                    <a:pt x="885225" y="243850"/>
                    <a:pt x="921706" y="289970"/>
                  </a:cubicBezTo>
                  <a:cubicBezTo>
                    <a:pt x="956126" y="332648"/>
                    <a:pt x="1036662" y="332648"/>
                    <a:pt x="1071078" y="289279"/>
                  </a:cubicBezTo>
                  <a:cubicBezTo>
                    <a:pt x="1085533" y="270696"/>
                    <a:pt x="1085533" y="247292"/>
                    <a:pt x="1088975" y="225953"/>
                  </a:cubicBezTo>
                  <a:cubicBezTo>
                    <a:pt x="1097237" y="172259"/>
                    <a:pt x="1104121" y="118568"/>
                    <a:pt x="1111005" y="64877"/>
                  </a:cubicBezTo>
                  <a:cubicBezTo>
                    <a:pt x="1116511" y="22200"/>
                    <a:pt x="1128211" y="10496"/>
                    <a:pt x="1170889" y="2925"/>
                  </a:cubicBezTo>
                  <a:cubicBezTo>
                    <a:pt x="1188786" y="-517"/>
                    <a:pt x="1206686" y="-517"/>
                    <a:pt x="1224583" y="861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" name="sketch line">
            <a:extLst>
              <a:ext uri="{FF2B5EF4-FFF2-40B4-BE49-F238E27FC236}">
                <a16:creationId xmlns:a16="http://schemas.microsoft.com/office/drawing/2014/main" xmlns="" id="{DB17E863-922E-4C26-BD64-E8FD41D2866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669036" y="1677373"/>
            <a:ext cx="10853928" cy="18288"/>
          </a:xfrm>
          <a:custGeom>
            <a:avLst/>
            <a:gdLst>
              <a:gd name="connsiteX0" fmla="*/ 0 w 10853928"/>
              <a:gd name="connsiteY0" fmla="*/ 0 h 18288"/>
              <a:gd name="connsiteX1" fmla="*/ 461292 w 10853928"/>
              <a:gd name="connsiteY1" fmla="*/ 0 h 18288"/>
              <a:gd name="connsiteX2" fmla="*/ 1139662 w 10853928"/>
              <a:gd name="connsiteY2" fmla="*/ 0 h 18288"/>
              <a:gd name="connsiteX3" fmla="*/ 1926572 w 10853928"/>
              <a:gd name="connsiteY3" fmla="*/ 0 h 18288"/>
              <a:gd name="connsiteX4" fmla="*/ 2279325 w 10853928"/>
              <a:gd name="connsiteY4" fmla="*/ 0 h 18288"/>
              <a:gd name="connsiteX5" fmla="*/ 2632078 w 10853928"/>
              <a:gd name="connsiteY5" fmla="*/ 0 h 18288"/>
              <a:gd name="connsiteX6" fmla="*/ 3527527 w 10853928"/>
              <a:gd name="connsiteY6" fmla="*/ 0 h 18288"/>
              <a:gd name="connsiteX7" fmla="*/ 4205897 w 10853928"/>
              <a:gd name="connsiteY7" fmla="*/ 0 h 18288"/>
              <a:gd name="connsiteX8" fmla="*/ 4558650 w 10853928"/>
              <a:gd name="connsiteY8" fmla="*/ 0 h 18288"/>
              <a:gd name="connsiteX9" fmla="*/ 5237020 w 10853928"/>
              <a:gd name="connsiteY9" fmla="*/ 0 h 18288"/>
              <a:gd name="connsiteX10" fmla="*/ 6132469 w 10853928"/>
              <a:gd name="connsiteY10" fmla="*/ 0 h 18288"/>
              <a:gd name="connsiteX11" fmla="*/ 6702301 w 10853928"/>
              <a:gd name="connsiteY11" fmla="*/ 0 h 18288"/>
              <a:gd name="connsiteX12" fmla="*/ 7272132 w 10853928"/>
              <a:gd name="connsiteY12" fmla="*/ 0 h 18288"/>
              <a:gd name="connsiteX13" fmla="*/ 7950502 w 10853928"/>
              <a:gd name="connsiteY13" fmla="*/ 0 h 18288"/>
              <a:gd name="connsiteX14" fmla="*/ 8737412 w 10853928"/>
              <a:gd name="connsiteY14" fmla="*/ 0 h 18288"/>
              <a:gd name="connsiteX15" fmla="*/ 9524322 w 10853928"/>
              <a:gd name="connsiteY15" fmla="*/ 0 h 18288"/>
              <a:gd name="connsiteX16" fmla="*/ 10853928 w 10853928"/>
              <a:gd name="connsiteY16" fmla="*/ 0 h 18288"/>
              <a:gd name="connsiteX17" fmla="*/ 10853928 w 10853928"/>
              <a:gd name="connsiteY17" fmla="*/ 18288 h 18288"/>
              <a:gd name="connsiteX18" fmla="*/ 10392636 w 10853928"/>
              <a:gd name="connsiteY18" fmla="*/ 18288 h 18288"/>
              <a:gd name="connsiteX19" fmla="*/ 9497187 w 10853928"/>
              <a:gd name="connsiteY19" fmla="*/ 18288 h 18288"/>
              <a:gd name="connsiteX20" fmla="*/ 8818817 w 10853928"/>
              <a:gd name="connsiteY20" fmla="*/ 18288 h 18288"/>
              <a:gd name="connsiteX21" fmla="*/ 8466064 w 10853928"/>
              <a:gd name="connsiteY21" fmla="*/ 18288 h 18288"/>
              <a:gd name="connsiteX22" fmla="*/ 7787693 w 10853928"/>
              <a:gd name="connsiteY22" fmla="*/ 18288 h 18288"/>
              <a:gd name="connsiteX23" fmla="*/ 7217862 w 10853928"/>
              <a:gd name="connsiteY23" fmla="*/ 18288 h 18288"/>
              <a:gd name="connsiteX24" fmla="*/ 6648031 w 10853928"/>
              <a:gd name="connsiteY24" fmla="*/ 18288 h 18288"/>
              <a:gd name="connsiteX25" fmla="*/ 6078200 w 10853928"/>
              <a:gd name="connsiteY25" fmla="*/ 18288 h 18288"/>
              <a:gd name="connsiteX26" fmla="*/ 5508368 w 10853928"/>
              <a:gd name="connsiteY26" fmla="*/ 18288 h 18288"/>
              <a:gd name="connsiteX27" fmla="*/ 4721459 w 10853928"/>
              <a:gd name="connsiteY27" fmla="*/ 18288 h 18288"/>
              <a:gd name="connsiteX28" fmla="*/ 4043088 w 10853928"/>
              <a:gd name="connsiteY28" fmla="*/ 18288 h 18288"/>
              <a:gd name="connsiteX29" fmla="*/ 3690336 w 10853928"/>
              <a:gd name="connsiteY29" fmla="*/ 18288 h 18288"/>
              <a:gd name="connsiteX30" fmla="*/ 3120504 w 10853928"/>
              <a:gd name="connsiteY30" fmla="*/ 18288 h 18288"/>
              <a:gd name="connsiteX31" fmla="*/ 2333595 w 10853928"/>
              <a:gd name="connsiteY31" fmla="*/ 18288 h 18288"/>
              <a:gd name="connsiteX32" fmla="*/ 1872303 w 10853928"/>
              <a:gd name="connsiteY32" fmla="*/ 18288 h 18288"/>
              <a:gd name="connsiteX33" fmla="*/ 976854 w 10853928"/>
              <a:gd name="connsiteY33" fmla="*/ 18288 h 18288"/>
              <a:gd name="connsiteX34" fmla="*/ 0 w 10853928"/>
              <a:gd name="connsiteY34" fmla="*/ 18288 h 18288"/>
              <a:gd name="connsiteX35" fmla="*/ 0 w 10853928"/>
              <a:gd name="connsiteY35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853928" h="18288" fill="none" extrusionOk="0">
                <a:moveTo>
                  <a:pt x="0" y="0"/>
                </a:moveTo>
                <a:cubicBezTo>
                  <a:pt x="146993" y="-19076"/>
                  <a:pt x="347684" y="-4790"/>
                  <a:pt x="461292" y="0"/>
                </a:cubicBezTo>
                <a:cubicBezTo>
                  <a:pt x="574900" y="4790"/>
                  <a:pt x="808367" y="19821"/>
                  <a:pt x="1139662" y="0"/>
                </a:cubicBezTo>
                <a:cubicBezTo>
                  <a:pt x="1470957" y="-19821"/>
                  <a:pt x="1627405" y="5721"/>
                  <a:pt x="1926572" y="0"/>
                </a:cubicBezTo>
                <a:cubicBezTo>
                  <a:pt x="2225739" y="-5721"/>
                  <a:pt x="2137730" y="-3235"/>
                  <a:pt x="2279325" y="0"/>
                </a:cubicBezTo>
                <a:cubicBezTo>
                  <a:pt x="2420920" y="3235"/>
                  <a:pt x="2456518" y="9685"/>
                  <a:pt x="2632078" y="0"/>
                </a:cubicBezTo>
                <a:cubicBezTo>
                  <a:pt x="2807638" y="-9685"/>
                  <a:pt x="3211516" y="-43007"/>
                  <a:pt x="3527527" y="0"/>
                </a:cubicBezTo>
                <a:cubicBezTo>
                  <a:pt x="3843538" y="43007"/>
                  <a:pt x="4058833" y="22042"/>
                  <a:pt x="4205897" y="0"/>
                </a:cubicBezTo>
                <a:cubicBezTo>
                  <a:pt x="4352961" y="-22042"/>
                  <a:pt x="4474805" y="-11846"/>
                  <a:pt x="4558650" y="0"/>
                </a:cubicBezTo>
                <a:cubicBezTo>
                  <a:pt x="4642495" y="11846"/>
                  <a:pt x="5041928" y="-6069"/>
                  <a:pt x="5237020" y="0"/>
                </a:cubicBezTo>
                <a:cubicBezTo>
                  <a:pt x="5432112" y="6069"/>
                  <a:pt x="5943266" y="-17479"/>
                  <a:pt x="6132469" y="0"/>
                </a:cubicBezTo>
                <a:cubicBezTo>
                  <a:pt x="6321672" y="17479"/>
                  <a:pt x="6483872" y="26234"/>
                  <a:pt x="6702301" y="0"/>
                </a:cubicBezTo>
                <a:cubicBezTo>
                  <a:pt x="6920730" y="-26234"/>
                  <a:pt x="6991194" y="-15156"/>
                  <a:pt x="7272132" y="0"/>
                </a:cubicBezTo>
                <a:cubicBezTo>
                  <a:pt x="7553070" y="15156"/>
                  <a:pt x="7684444" y="-32961"/>
                  <a:pt x="7950502" y="0"/>
                </a:cubicBezTo>
                <a:cubicBezTo>
                  <a:pt x="8216560" y="32961"/>
                  <a:pt x="8493290" y="-10491"/>
                  <a:pt x="8737412" y="0"/>
                </a:cubicBezTo>
                <a:cubicBezTo>
                  <a:pt x="8981534" y="10491"/>
                  <a:pt x="9191586" y="-13899"/>
                  <a:pt x="9524322" y="0"/>
                </a:cubicBezTo>
                <a:cubicBezTo>
                  <a:pt x="9857058" y="13899"/>
                  <a:pt x="10297509" y="7485"/>
                  <a:pt x="10853928" y="0"/>
                </a:cubicBezTo>
                <a:cubicBezTo>
                  <a:pt x="10854574" y="4451"/>
                  <a:pt x="10854418" y="9226"/>
                  <a:pt x="10853928" y="18288"/>
                </a:cubicBezTo>
                <a:cubicBezTo>
                  <a:pt x="10691638" y="28522"/>
                  <a:pt x="10574319" y="29578"/>
                  <a:pt x="10392636" y="18288"/>
                </a:cubicBezTo>
                <a:cubicBezTo>
                  <a:pt x="10210953" y="6998"/>
                  <a:pt x="9836277" y="-16742"/>
                  <a:pt x="9497187" y="18288"/>
                </a:cubicBezTo>
                <a:cubicBezTo>
                  <a:pt x="9158097" y="53318"/>
                  <a:pt x="9119479" y="30714"/>
                  <a:pt x="8818817" y="18288"/>
                </a:cubicBezTo>
                <a:cubicBezTo>
                  <a:pt x="8518155" y="5863"/>
                  <a:pt x="8640037" y="6483"/>
                  <a:pt x="8466064" y="18288"/>
                </a:cubicBezTo>
                <a:cubicBezTo>
                  <a:pt x="8292091" y="30093"/>
                  <a:pt x="7997656" y="18914"/>
                  <a:pt x="7787693" y="18288"/>
                </a:cubicBezTo>
                <a:cubicBezTo>
                  <a:pt x="7577730" y="17662"/>
                  <a:pt x="7412468" y="21416"/>
                  <a:pt x="7217862" y="18288"/>
                </a:cubicBezTo>
                <a:cubicBezTo>
                  <a:pt x="7023256" y="15160"/>
                  <a:pt x="6898018" y="14824"/>
                  <a:pt x="6648031" y="18288"/>
                </a:cubicBezTo>
                <a:cubicBezTo>
                  <a:pt x="6398044" y="21752"/>
                  <a:pt x="6254402" y="38625"/>
                  <a:pt x="6078200" y="18288"/>
                </a:cubicBezTo>
                <a:cubicBezTo>
                  <a:pt x="5901998" y="-2049"/>
                  <a:pt x="5622886" y="3213"/>
                  <a:pt x="5508368" y="18288"/>
                </a:cubicBezTo>
                <a:cubicBezTo>
                  <a:pt x="5393850" y="33363"/>
                  <a:pt x="5036260" y="26830"/>
                  <a:pt x="4721459" y="18288"/>
                </a:cubicBezTo>
                <a:cubicBezTo>
                  <a:pt x="4406658" y="9746"/>
                  <a:pt x="4239221" y="41551"/>
                  <a:pt x="4043088" y="18288"/>
                </a:cubicBezTo>
                <a:cubicBezTo>
                  <a:pt x="3846955" y="-4975"/>
                  <a:pt x="3818802" y="34658"/>
                  <a:pt x="3690336" y="18288"/>
                </a:cubicBezTo>
                <a:cubicBezTo>
                  <a:pt x="3561870" y="1918"/>
                  <a:pt x="3265491" y="42194"/>
                  <a:pt x="3120504" y="18288"/>
                </a:cubicBezTo>
                <a:cubicBezTo>
                  <a:pt x="2975517" y="-5618"/>
                  <a:pt x="2720254" y="36673"/>
                  <a:pt x="2333595" y="18288"/>
                </a:cubicBezTo>
                <a:cubicBezTo>
                  <a:pt x="1946936" y="-97"/>
                  <a:pt x="2097241" y="5776"/>
                  <a:pt x="1872303" y="18288"/>
                </a:cubicBezTo>
                <a:cubicBezTo>
                  <a:pt x="1647365" y="30800"/>
                  <a:pt x="1282708" y="45380"/>
                  <a:pt x="976854" y="18288"/>
                </a:cubicBezTo>
                <a:cubicBezTo>
                  <a:pt x="671000" y="-8804"/>
                  <a:pt x="408401" y="-12775"/>
                  <a:pt x="0" y="18288"/>
                </a:cubicBezTo>
                <a:cubicBezTo>
                  <a:pt x="-213" y="9468"/>
                  <a:pt x="187" y="4459"/>
                  <a:pt x="0" y="0"/>
                </a:cubicBezTo>
                <a:close/>
              </a:path>
              <a:path w="10853928" h="18288" stroke="0" extrusionOk="0">
                <a:moveTo>
                  <a:pt x="0" y="0"/>
                </a:moveTo>
                <a:cubicBezTo>
                  <a:pt x="267322" y="15284"/>
                  <a:pt x="415388" y="-21048"/>
                  <a:pt x="569831" y="0"/>
                </a:cubicBezTo>
                <a:cubicBezTo>
                  <a:pt x="724274" y="21048"/>
                  <a:pt x="769333" y="-2353"/>
                  <a:pt x="922584" y="0"/>
                </a:cubicBezTo>
                <a:cubicBezTo>
                  <a:pt x="1075835" y="2353"/>
                  <a:pt x="1399490" y="-145"/>
                  <a:pt x="1818033" y="0"/>
                </a:cubicBezTo>
                <a:cubicBezTo>
                  <a:pt x="2236576" y="145"/>
                  <a:pt x="2145330" y="5482"/>
                  <a:pt x="2387864" y="0"/>
                </a:cubicBezTo>
                <a:cubicBezTo>
                  <a:pt x="2630398" y="-5482"/>
                  <a:pt x="2793207" y="18487"/>
                  <a:pt x="2957695" y="0"/>
                </a:cubicBezTo>
                <a:cubicBezTo>
                  <a:pt x="3122183" y="-18487"/>
                  <a:pt x="3579141" y="19003"/>
                  <a:pt x="3853144" y="0"/>
                </a:cubicBezTo>
                <a:cubicBezTo>
                  <a:pt x="4127147" y="-19003"/>
                  <a:pt x="4209857" y="12211"/>
                  <a:pt x="4314436" y="0"/>
                </a:cubicBezTo>
                <a:cubicBezTo>
                  <a:pt x="4419015" y="-12211"/>
                  <a:pt x="4762459" y="-17220"/>
                  <a:pt x="5209885" y="0"/>
                </a:cubicBezTo>
                <a:cubicBezTo>
                  <a:pt x="5657311" y="17220"/>
                  <a:pt x="5692663" y="-3290"/>
                  <a:pt x="6105335" y="0"/>
                </a:cubicBezTo>
                <a:cubicBezTo>
                  <a:pt x="6518007" y="3290"/>
                  <a:pt x="6455516" y="-5124"/>
                  <a:pt x="6783705" y="0"/>
                </a:cubicBezTo>
                <a:cubicBezTo>
                  <a:pt x="7111894" y="5124"/>
                  <a:pt x="7441941" y="-17829"/>
                  <a:pt x="7679154" y="0"/>
                </a:cubicBezTo>
                <a:cubicBezTo>
                  <a:pt x="7916367" y="17829"/>
                  <a:pt x="8102967" y="-24363"/>
                  <a:pt x="8248985" y="0"/>
                </a:cubicBezTo>
                <a:cubicBezTo>
                  <a:pt x="8395003" y="24363"/>
                  <a:pt x="8552393" y="25505"/>
                  <a:pt x="8818817" y="0"/>
                </a:cubicBezTo>
                <a:cubicBezTo>
                  <a:pt x="9085241" y="-25505"/>
                  <a:pt x="9411308" y="38000"/>
                  <a:pt x="9605726" y="0"/>
                </a:cubicBezTo>
                <a:cubicBezTo>
                  <a:pt x="9800144" y="-38000"/>
                  <a:pt x="10006468" y="-25741"/>
                  <a:pt x="10175558" y="0"/>
                </a:cubicBezTo>
                <a:cubicBezTo>
                  <a:pt x="10344648" y="25741"/>
                  <a:pt x="10696282" y="695"/>
                  <a:pt x="10853928" y="0"/>
                </a:cubicBezTo>
                <a:cubicBezTo>
                  <a:pt x="10853521" y="8690"/>
                  <a:pt x="10853774" y="14141"/>
                  <a:pt x="10853928" y="18288"/>
                </a:cubicBezTo>
                <a:cubicBezTo>
                  <a:pt x="10608124" y="24255"/>
                  <a:pt x="10343415" y="22307"/>
                  <a:pt x="10067018" y="18288"/>
                </a:cubicBezTo>
                <a:cubicBezTo>
                  <a:pt x="9790621" y="14270"/>
                  <a:pt x="9843266" y="3564"/>
                  <a:pt x="9714266" y="18288"/>
                </a:cubicBezTo>
                <a:cubicBezTo>
                  <a:pt x="9585266" y="33012"/>
                  <a:pt x="9379484" y="1875"/>
                  <a:pt x="9252974" y="18288"/>
                </a:cubicBezTo>
                <a:cubicBezTo>
                  <a:pt x="9126464" y="34701"/>
                  <a:pt x="8580678" y="-4904"/>
                  <a:pt x="8357525" y="18288"/>
                </a:cubicBezTo>
                <a:cubicBezTo>
                  <a:pt x="8134372" y="41480"/>
                  <a:pt x="7903199" y="26458"/>
                  <a:pt x="7679154" y="18288"/>
                </a:cubicBezTo>
                <a:cubicBezTo>
                  <a:pt x="7455109" y="10118"/>
                  <a:pt x="7435944" y="27109"/>
                  <a:pt x="7217862" y="18288"/>
                </a:cubicBezTo>
                <a:cubicBezTo>
                  <a:pt x="6999780" y="9467"/>
                  <a:pt x="6680409" y="18985"/>
                  <a:pt x="6539492" y="18288"/>
                </a:cubicBezTo>
                <a:cubicBezTo>
                  <a:pt x="6398575" y="17592"/>
                  <a:pt x="6312077" y="33018"/>
                  <a:pt x="6186739" y="18288"/>
                </a:cubicBezTo>
                <a:cubicBezTo>
                  <a:pt x="6061401" y="3558"/>
                  <a:pt x="5947033" y="12075"/>
                  <a:pt x="5833986" y="18288"/>
                </a:cubicBezTo>
                <a:cubicBezTo>
                  <a:pt x="5720939" y="24501"/>
                  <a:pt x="5482226" y="8586"/>
                  <a:pt x="5155616" y="18288"/>
                </a:cubicBezTo>
                <a:cubicBezTo>
                  <a:pt x="4829006" y="27991"/>
                  <a:pt x="4841274" y="29316"/>
                  <a:pt x="4694324" y="18288"/>
                </a:cubicBezTo>
                <a:cubicBezTo>
                  <a:pt x="4547374" y="7260"/>
                  <a:pt x="4077675" y="7013"/>
                  <a:pt x="3907414" y="18288"/>
                </a:cubicBezTo>
                <a:cubicBezTo>
                  <a:pt x="3737153" y="29564"/>
                  <a:pt x="3538393" y="21630"/>
                  <a:pt x="3446122" y="18288"/>
                </a:cubicBezTo>
                <a:cubicBezTo>
                  <a:pt x="3353851" y="14946"/>
                  <a:pt x="2990320" y="-8091"/>
                  <a:pt x="2659212" y="18288"/>
                </a:cubicBezTo>
                <a:cubicBezTo>
                  <a:pt x="2328104" y="44667"/>
                  <a:pt x="2427653" y="9607"/>
                  <a:pt x="2306460" y="18288"/>
                </a:cubicBezTo>
                <a:cubicBezTo>
                  <a:pt x="2185267" y="26969"/>
                  <a:pt x="1719763" y="3717"/>
                  <a:pt x="1519550" y="18288"/>
                </a:cubicBezTo>
                <a:cubicBezTo>
                  <a:pt x="1319337" y="32860"/>
                  <a:pt x="1167371" y="17040"/>
                  <a:pt x="1058258" y="18288"/>
                </a:cubicBezTo>
                <a:cubicBezTo>
                  <a:pt x="949145" y="19536"/>
                  <a:pt x="780234" y="31447"/>
                  <a:pt x="705505" y="18288"/>
                </a:cubicBezTo>
                <a:cubicBezTo>
                  <a:pt x="630776" y="5129"/>
                  <a:pt x="215796" y="30056"/>
                  <a:pt x="0" y="18288"/>
                </a:cubicBezTo>
                <a:cubicBezTo>
                  <a:pt x="-53" y="11301"/>
                  <a:pt x="-649" y="7756"/>
                  <a:pt x="0" y="0"/>
                </a:cubicBezTo>
                <a:close/>
              </a:path>
            </a:pathLst>
          </a:custGeom>
          <a:solidFill>
            <a:srgbClr val="3F88FB"/>
          </a:solidFill>
          <a:ln w="41275" cap="rnd">
            <a:solidFill>
              <a:schemeClr val="accent1">
                <a:lumMod val="40000"/>
                <a:lumOff val="60000"/>
              </a:schemeClr>
            </a:solidFill>
            <a:round/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Google Shape;139;p15"/>
          <p:cNvSpPr txBox="1">
            <a:spLocks/>
          </p:cNvSpPr>
          <p:nvPr/>
        </p:nvSpPr>
        <p:spPr>
          <a:xfrm>
            <a:off x="669018" y="561407"/>
            <a:ext cx="10515600" cy="1325563"/>
          </a:xfrm>
          <a:prstGeom prst="rect">
            <a:avLst/>
          </a:prstGeom>
        </p:spPr>
        <p:txBody>
          <a:bodyPr spcFirstLastPara="1" lIns="91425" tIns="45700" rIns="91425" bIns="45700" anchorCtr="0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Bef>
                <a:spcPts val="0"/>
              </a:spcBef>
              <a:buClr>
                <a:schemeClr val="dk1"/>
              </a:buClr>
              <a:buSzPct val="108108"/>
              <a:buFont typeface="Corbel"/>
              <a:buNone/>
            </a:pP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Обединение, сечение и разлика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8" name="Картина 1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33640" y="2099979"/>
            <a:ext cx="2857347" cy="1908000"/>
          </a:xfrm>
          <a:prstGeom prst="rect">
            <a:avLst/>
          </a:prstGeom>
        </p:spPr>
      </p:pic>
      <p:pic>
        <p:nvPicPr>
          <p:cNvPr id="19" name="Картина 1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69007" y="2104346"/>
            <a:ext cx="6086475" cy="1895475"/>
          </a:xfrm>
          <a:prstGeom prst="rect">
            <a:avLst/>
          </a:prstGeom>
        </p:spPr>
      </p:pic>
      <p:sp>
        <p:nvSpPr>
          <p:cNvPr id="2" name="Правоъгълник 1"/>
          <p:cNvSpPr/>
          <p:nvPr/>
        </p:nvSpPr>
        <p:spPr>
          <a:xfrm>
            <a:off x="2988426" y="4403568"/>
            <a:ext cx="8837214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bg-BG" dirty="0">
                <a:solidFill>
                  <a:schemeClr val="bg1"/>
                </a:solidFill>
              </a:rPr>
              <a:t>Данните са оформени като таблици, които са свързани с връзки помежду им. </a:t>
            </a:r>
            <a:br>
              <a:rPr lang="bg-BG" dirty="0">
                <a:solidFill>
                  <a:schemeClr val="bg1"/>
                </a:solidFill>
              </a:rPr>
            </a:br>
            <a:endParaRPr lang="bg-BG" dirty="0">
              <a:solidFill>
                <a:schemeClr val="bg1"/>
              </a:solidFill>
            </a:endParaRPr>
          </a:p>
          <a:p>
            <a:r>
              <a:rPr lang="bg-BG" dirty="0">
                <a:solidFill>
                  <a:schemeClr val="bg1"/>
                </a:solidFill>
              </a:rPr>
              <a:t>Тези връзки могат да бъдат в отношения 1:1, 1</a:t>
            </a:r>
            <a:r>
              <a:rPr lang="en-US" dirty="0">
                <a:solidFill>
                  <a:schemeClr val="bg1"/>
                </a:solidFill>
              </a:rPr>
              <a:t>:n (</a:t>
            </a:r>
            <a:r>
              <a:rPr lang="bg-BG" dirty="0">
                <a:solidFill>
                  <a:schemeClr val="bg1"/>
                </a:solidFill>
              </a:rPr>
              <a:t>1:много) и </a:t>
            </a:r>
            <a:r>
              <a:rPr lang="en-US" dirty="0">
                <a:solidFill>
                  <a:schemeClr val="bg1"/>
                </a:solidFill>
              </a:rPr>
              <a:t>n:m (</a:t>
            </a:r>
            <a:r>
              <a:rPr lang="bg-BG" dirty="0" err="1">
                <a:solidFill>
                  <a:schemeClr val="bg1"/>
                </a:solidFill>
              </a:rPr>
              <a:t>много:много</a:t>
            </a:r>
            <a:r>
              <a:rPr lang="bg-BG" dirty="0">
                <a:solidFill>
                  <a:schemeClr val="bg1"/>
                </a:solidFill>
              </a:rPr>
              <a:t>). </a:t>
            </a:r>
          </a:p>
          <a:p>
            <a:r>
              <a:rPr lang="bg-BG" b="1" dirty="0">
                <a:ln w="0"/>
                <a:solidFill>
                  <a:srgbClr val="002060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1:1</a:t>
            </a:r>
            <a:r>
              <a:rPr lang="bg-BG" dirty="0">
                <a:solidFill>
                  <a:schemeClr val="bg1"/>
                </a:solidFill>
              </a:rPr>
              <a:t> – един ученик има само едно ЕГН; една държава има само една столица</a:t>
            </a:r>
            <a:r>
              <a:rPr lang="en-US" dirty="0">
                <a:solidFill>
                  <a:schemeClr val="bg1"/>
                </a:solidFill>
              </a:rPr>
              <a:t>.</a:t>
            </a:r>
            <a:endParaRPr lang="bg-BG" dirty="0">
              <a:solidFill>
                <a:schemeClr val="bg1"/>
              </a:solidFill>
            </a:endParaRPr>
          </a:p>
          <a:p>
            <a:r>
              <a:rPr lang="bg-BG" b="1" dirty="0">
                <a:solidFill>
                  <a:srgbClr val="002060"/>
                </a:solidFill>
              </a:rPr>
              <a:t>1:</a:t>
            </a:r>
            <a:r>
              <a:rPr lang="en-US" b="1" dirty="0">
                <a:solidFill>
                  <a:srgbClr val="002060"/>
                </a:solidFill>
              </a:rPr>
              <a:t>n </a:t>
            </a:r>
            <a:r>
              <a:rPr lang="en-US" dirty="0">
                <a:solidFill>
                  <a:schemeClr val="bg1"/>
                </a:solidFill>
              </a:rPr>
              <a:t>– </a:t>
            </a:r>
            <a:r>
              <a:rPr lang="bg-BG" dirty="0">
                <a:solidFill>
                  <a:schemeClr val="bg1"/>
                </a:solidFill>
              </a:rPr>
              <a:t>един ученик изучава няколко предмета; една държава има много градове</a:t>
            </a:r>
            <a:r>
              <a:rPr lang="en-US" dirty="0">
                <a:solidFill>
                  <a:schemeClr val="bg1"/>
                </a:solidFill>
              </a:rPr>
              <a:t>, </a:t>
            </a:r>
            <a:r>
              <a:rPr lang="bg-BG" dirty="0">
                <a:solidFill>
                  <a:schemeClr val="bg1"/>
                </a:solidFill>
              </a:rPr>
              <a:t>в един ден са направени много поръчки.</a:t>
            </a:r>
          </a:p>
          <a:p>
            <a:r>
              <a:rPr lang="en-US" b="1" dirty="0">
                <a:solidFill>
                  <a:srgbClr val="002060"/>
                </a:solidFill>
              </a:rPr>
              <a:t>n:m</a:t>
            </a:r>
            <a:r>
              <a:rPr lang="en-US" dirty="0">
                <a:solidFill>
                  <a:schemeClr val="bg1"/>
                </a:solidFill>
              </a:rPr>
              <a:t> – </a:t>
            </a:r>
            <a:r>
              <a:rPr lang="bg-BG" dirty="0">
                <a:solidFill>
                  <a:schemeClr val="bg1"/>
                </a:solidFill>
              </a:rPr>
              <a:t>много ученици изучават много предмети…</a:t>
            </a:r>
          </a:p>
        </p:txBody>
      </p:sp>
    </p:spTree>
    <p:extLst>
      <p:ext uri="{BB962C8B-B14F-4D97-AF65-F5344CB8AC3E}">
        <p14:creationId xmlns:p14="http://schemas.microsoft.com/office/powerpoint/2010/main" val="4474599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4">
            <a:extLst>
              <a:ext uri="{FF2B5EF4-FFF2-40B4-BE49-F238E27FC236}">
                <a16:creationId xmlns:a16="http://schemas.microsoft.com/office/drawing/2014/main" xmlns="" id="{F1F921C4-069F-4DCF-9676-732A733FD8B5}"/>
              </a:ext>
            </a:extLst>
          </p:cNvPr>
          <p:cNvGrpSpPr/>
          <p:nvPr/>
        </p:nvGrpSpPr>
        <p:grpSpPr>
          <a:xfrm>
            <a:off x="170245" y="1963189"/>
            <a:ext cx="3068653" cy="4761564"/>
            <a:chOff x="3027347" y="1196652"/>
            <a:chExt cx="3068653" cy="4761564"/>
          </a:xfrm>
        </p:grpSpPr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xmlns="" id="{C90A3EA6-6720-4CC1-BD0A-9BBAC45B4FAB}"/>
                </a:ext>
              </a:extLst>
            </p:cNvPr>
            <p:cNvSpPr/>
            <p:nvPr/>
          </p:nvSpPr>
          <p:spPr>
            <a:xfrm flipH="1">
              <a:off x="4803286" y="1196652"/>
              <a:ext cx="1292714" cy="1291524"/>
            </a:xfrm>
            <a:custGeom>
              <a:avLst/>
              <a:gdLst>
                <a:gd name="connsiteX0" fmla="*/ 826188 w 1857200"/>
                <a:gd name="connsiteY0" fmla="*/ 1242524 h 1855491"/>
                <a:gd name="connsiteX1" fmla="*/ 714639 w 1857200"/>
                <a:gd name="connsiteY1" fmla="*/ 1349619 h 1855491"/>
                <a:gd name="connsiteX2" fmla="*/ 822797 w 1857200"/>
                <a:gd name="connsiteY2" fmla="*/ 1461776 h 1855491"/>
                <a:gd name="connsiteX3" fmla="*/ 936118 w 1857200"/>
                <a:gd name="connsiteY3" fmla="*/ 1355996 h 1855491"/>
                <a:gd name="connsiteX4" fmla="*/ 826188 w 1857200"/>
                <a:gd name="connsiteY4" fmla="*/ 1242524 h 1855491"/>
                <a:gd name="connsiteX5" fmla="*/ 1162658 w 1857200"/>
                <a:gd name="connsiteY5" fmla="*/ 1188369 h 1855491"/>
                <a:gd name="connsiteX6" fmla="*/ 1051665 w 1857200"/>
                <a:gd name="connsiteY6" fmla="*/ 1304068 h 1855491"/>
                <a:gd name="connsiteX7" fmla="*/ 1162354 w 1857200"/>
                <a:gd name="connsiteY7" fmla="*/ 1405394 h 1855491"/>
                <a:gd name="connsiteX8" fmla="*/ 1268893 w 1857200"/>
                <a:gd name="connsiteY8" fmla="*/ 1297134 h 1855491"/>
                <a:gd name="connsiteX9" fmla="*/ 1162658 w 1857200"/>
                <a:gd name="connsiteY9" fmla="*/ 1188369 h 1855491"/>
                <a:gd name="connsiteX10" fmla="*/ 545543 w 1857200"/>
                <a:gd name="connsiteY10" fmla="*/ 1041492 h 1855491"/>
                <a:gd name="connsiteX11" fmla="*/ 439865 w 1857200"/>
                <a:gd name="connsiteY11" fmla="*/ 1155015 h 1855491"/>
                <a:gd name="connsiteX12" fmla="*/ 554502 w 1857200"/>
                <a:gd name="connsiteY12" fmla="*/ 1262010 h 1855491"/>
                <a:gd name="connsiteX13" fmla="*/ 659471 w 1857200"/>
                <a:gd name="connsiteY13" fmla="*/ 1149600 h 1855491"/>
                <a:gd name="connsiteX14" fmla="*/ 545543 w 1857200"/>
                <a:gd name="connsiteY14" fmla="*/ 1041492 h 1855491"/>
                <a:gd name="connsiteX15" fmla="*/ 1358881 w 1857200"/>
                <a:gd name="connsiteY15" fmla="*/ 906661 h 1855491"/>
                <a:gd name="connsiteX16" fmla="*/ 1249660 w 1857200"/>
                <a:gd name="connsiteY16" fmla="*/ 1018211 h 1855491"/>
                <a:gd name="connsiteX17" fmla="*/ 1357059 w 1857200"/>
                <a:gd name="connsiteY17" fmla="*/ 1130469 h 1855491"/>
                <a:gd name="connsiteX18" fmla="*/ 1468761 w 1857200"/>
                <a:gd name="connsiteY18" fmla="*/ 1019071 h 1855491"/>
                <a:gd name="connsiteX19" fmla="*/ 1358881 w 1857200"/>
                <a:gd name="connsiteY19" fmla="*/ 906661 h 1855491"/>
                <a:gd name="connsiteX20" fmla="*/ 492907 w 1857200"/>
                <a:gd name="connsiteY20" fmla="*/ 705832 h 1855491"/>
                <a:gd name="connsiteX21" fmla="*/ 381914 w 1857200"/>
                <a:gd name="connsiteY21" fmla="*/ 816470 h 1855491"/>
                <a:gd name="connsiteX22" fmla="*/ 489769 w 1857200"/>
                <a:gd name="connsiteY22" fmla="*/ 924983 h 1855491"/>
                <a:gd name="connsiteX23" fmla="*/ 602938 w 1857200"/>
                <a:gd name="connsiteY23" fmla="*/ 818748 h 1855491"/>
                <a:gd name="connsiteX24" fmla="*/ 492907 w 1857200"/>
                <a:gd name="connsiteY24" fmla="*/ 705832 h 1855491"/>
                <a:gd name="connsiteX25" fmla="*/ 927817 w 1857200"/>
                <a:gd name="connsiteY25" fmla="*/ 661344 h 1855491"/>
                <a:gd name="connsiteX26" fmla="*/ 668531 w 1857200"/>
                <a:gd name="connsiteY26" fmla="*/ 917796 h 1855491"/>
                <a:gd name="connsiteX27" fmla="*/ 924376 w 1857200"/>
                <a:gd name="connsiteY27" fmla="*/ 1176424 h 1855491"/>
                <a:gd name="connsiteX28" fmla="*/ 1185029 w 1857200"/>
                <a:gd name="connsiteY28" fmla="*/ 915822 h 1855491"/>
                <a:gd name="connsiteX29" fmla="*/ 927817 w 1857200"/>
                <a:gd name="connsiteY29" fmla="*/ 661344 h 1855491"/>
                <a:gd name="connsiteX30" fmla="*/ 1302702 w 1857200"/>
                <a:gd name="connsiteY30" fmla="*/ 574089 h 1855491"/>
                <a:gd name="connsiteX31" fmla="*/ 1195303 w 1857200"/>
                <a:gd name="connsiteY31" fmla="*/ 682399 h 1855491"/>
                <a:gd name="connsiteX32" fmla="*/ 1309231 w 1857200"/>
                <a:gd name="connsiteY32" fmla="*/ 796074 h 1855491"/>
                <a:gd name="connsiteX33" fmla="*/ 1414049 w 1857200"/>
                <a:gd name="connsiteY33" fmla="*/ 687156 h 1855491"/>
                <a:gd name="connsiteX34" fmla="*/ 1302702 w 1857200"/>
                <a:gd name="connsiteY34" fmla="*/ 574089 h 1855491"/>
                <a:gd name="connsiteX35" fmla="*/ 695356 w 1857200"/>
                <a:gd name="connsiteY35" fmla="*/ 428427 h 1855491"/>
                <a:gd name="connsiteX36" fmla="*/ 584160 w 1857200"/>
                <a:gd name="connsiteY36" fmla="*/ 542051 h 1855491"/>
                <a:gd name="connsiteX37" fmla="*/ 695254 w 1857200"/>
                <a:gd name="connsiteY37" fmla="*/ 649197 h 1855491"/>
                <a:gd name="connsiteX38" fmla="*/ 803412 w 1857200"/>
                <a:gd name="connsiteY38" fmla="*/ 535876 h 1855491"/>
                <a:gd name="connsiteX39" fmla="*/ 695356 w 1857200"/>
                <a:gd name="connsiteY39" fmla="*/ 428427 h 1855491"/>
                <a:gd name="connsiteX40" fmla="*/ 1029497 w 1857200"/>
                <a:gd name="connsiteY40" fmla="*/ 372095 h 1855491"/>
                <a:gd name="connsiteX41" fmla="*/ 920631 w 1857200"/>
                <a:gd name="connsiteY41" fmla="*/ 478533 h 1855491"/>
                <a:gd name="connsiteX42" fmla="*/ 1029042 w 1857200"/>
                <a:gd name="connsiteY42" fmla="*/ 593878 h 1855491"/>
                <a:gd name="connsiteX43" fmla="*/ 1141148 w 1857200"/>
                <a:gd name="connsiteY43" fmla="*/ 484201 h 1855491"/>
                <a:gd name="connsiteX44" fmla="*/ 1029497 w 1857200"/>
                <a:gd name="connsiteY44" fmla="*/ 372095 h 1855491"/>
                <a:gd name="connsiteX45" fmla="*/ 942191 w 1857200"/>
                <a:gd name="connsiteY45" fmla="*/ 289193 h 1855491"/>
                <a:gd name="connsiteX46" fmla="*/ 1554143 w 1857200"/>
                <a:gd name="connsiteY46" fmla="*/ 912633 h 1855491"/>
                <a:gd name="connsiteX47" fmla="*/ 928880 w 1857200"/>
                <a:gd name="connsiteY47" fmla="*/ 1539617 h 1855491"/>
                <a:gd name="connsiteX48" fmla="*/ 300378 w 1857200"/>
                <a:gd name="connsiteY48" fmla="*/ 910154 h 1855491"/>
                <a:gd name="connsiteX49" fmla="*/ 942191 w 1857200"/>
                <a:gd name="connsiteY49" fmla="*/ 289193 h 1855491"/>
                <a:gd name="connsiteX50" fmla="*/ 923111 w 1857200"/>
                <a:gd name="connsiteY50" fmla="*/ 257358 h 1855491"/>
                <a:gd name="connsiteX51" fmla="*/ 265709 w 1857200"/>
                <a:gd name="connsiteY51" fmla="*/ 920428 h 1855491"/>
                <a:gd name="connsiteX52" fmla="*/ 928779 w 1857200"/>
                <a:gd name="connsiteY52" fmla="*/ 1577678 h 1855491"/>
                <a:gd name="connsiteX53" fmla="*/ 1586232 w 1857200"/>
                <a:gd name="connsiteY53" fmla="*/ 912381 h 1855491"/>
                <a:gd name="connsiteX54" fmla="*/ 923111 w 1857200"/>
                <a:gd name="connsiteY54" fmla="*/ 257358 h 1855491"/>
                <a:gd name="connsiteX55" fmla="*/ 974128 w 1857200"/>
                <a:gd name="connsiteY55" fmla="*/ 96 h 1855491"/>
                <a:gd name="connsiteX56" fmla="*/ 1064673 w 1857200"/>
                <a:gd name="connsiteY56" fmla="*/ 8447 h 1855491"/>
                <a:gd name="connsiteX57" fmla="*/ 1091143 w 1857200"/>
                <a:gd name="connsiteY57" fmla="*/ 33702 h 1855491"/>
                <a:gd name="connsiteX58" fmla="*/ 1105517 w 1857200"/>
                <a:gd name="connsiteY58" fmla="*/ 143126 h 1855491"/>
                <a:gd name="connsiteX59" fmla="*/ 1146867 w 1857200"/>
                <a:gd name="connsiteY59" fmla="*/ 194345 h 1855491"/>
                <a:gd name="connsiteX60" fmla="*/ 1258417 w 1857200"/>
                <a:gd name="connsiteY60" fmla="*/ 226484 h 1855491"/>
                <a:gd name="connsiteX61" fmla="*/ 1288177 w 1857200"/>
                <a:gd name="connsiteY61" fmla="*/ 218386 h 1855491"/>
                <a:gd name="connsiteX62" fmla="*/ 1382922 w 1857200"/>
                <a:gd name="connsiteY62" fmla="*/ 127639 h 1855491"/>
                <a:gd name="connsiteX63" fmla="*/ 1418402 w 1857200"/>
                <a:gd name="connsiteY63" fmla="*/ 126626 h 1855491"/>
                <a:gd name="connsiteX64" fmla="*/ 1488904 w 1857200"/>
                <a:gd name="connsiteY64" fmla="*/ 175619 h 1855491"/>
                <a:gd name="connsiteX65" fmla="*/ 1507429 w 1857200"/>
                <a:gd name="connsiteY65" fmla="*/ 231292 h 1855491"/>
                <a:gd name="connsiteX66" fmla="*/ 1459600 w 1857200"/>
                <a:gd name="connsiteY66" fmla="*/ 327759 h 1855491"/>
                <a:gd name="connsiteX67" fmla="*/ 1461118 w 1857200"/>
                <a:gd name="connsiteY67" fmla="*/ 372146 h 1855491"/>
                <a:gd name="connsiteX68" fmla="*/ 1557282 w 1857200"/>
                <a:gd name="connsiteY68" fmla="*/ 486276 h 1855491"/>
                <a:gd name="connsiteX69" fmla="*/ 1584106 w 1857200"/>
                <a:gd name="connsiteY69" fmla="*/ 494375 h 1855491"/>
                <a:gd name="connsiteX70" fmla="*/ 1711446 w 1857200"/>
                <a:gd name="connsiteY70" fmla="*/ 461983 h 1855491"/>
                <a:gd name="connsiteX71" fmla="*/ 1752898 w 1857200"/>
                <a:gd name="connsiteY71" fmla="*/ 479899 h 1855491"/>
                <a:gd name="connsiteX72" fmla="*/ 1791059 w 1857200"/>
                <a:gd name="connsiteY72" fmla="*/ 567914 h 1855491"/>
                <a:gd name="connsiteX73" fmla="*/ 1784884 w 1857200"/>
                <a:gd name="connsiteY73" fmla="*/ 596054 h 1855491"/>
                <a:gd name="connsiteX74" fmla="*/ 1671817 w 1857200"/>
                <a:gd name="connsiteY74" fmla="*/ 672529 h 1855491"/>
                <a:gd name="connsiteX75" fmla="*/ 1660227 w 1857200"/>
                <a:gd name="connsiteY75" fmla="*/ 693027 h 1855491"/>
                <a:gd name="connsiteX76" fmla="*/ 1692112 w 1857200"/>
                <a:gd name="connsiteY76" fmla="*/ 864400 h 1855491"/>
                <a:gd name="connsiteX77" fmla="*/ 1711750 w 1857200"/>
                <a:gd name="connsiteY77" fmla="*/ 878673 h 1855491"/>
                <a:gd name="connsiteX78" fmla="*/ 1820870 w 1857200"/>
                <a:gd name="connsiteY78" fmla="*/ 909091 h 1855491"/>
                <a:gd name="connsiteX79" fmla="*/ 1856501 w 1857200"/>
                <a:gd name="connsiteY79" fmla="*/ 969269 h 1855491"/>
                <a:gd name="connsiteX80" fmla="*/ 1850427 w 1857200"/>
                <a:gd name="connsiteY80" fmla="*/ 1039822 h 1855491"/>
                <a:gd name="connsiteX81" fmla="*/ 1814391 w 1857200"/>
                <a:gd name="connsiteY81" fmla="*/ 1076314 h 1855491"/>
                <a:gd name="connsiteX82" fmla="*/ 1675562 w 1857200"/>
                <a:gd name="connsiteY82" fmla="*/ 1086031 h 1855491"/>
                <a:gd name="connsiteX83" fmla="*/ 1612499 w 1857200"/>
                <a:gd name="connsiteY83" fmla="*/ 1261757 h 1855491"/>
                <a:gd name="connsiteX84" fmla="*/ 1710940 w 1857200"/>
                <a:gd name="connsiteY84" fmla="*/ 1360855 h 1855491"/>
                <a:gd name="connsiteX85" fmla="*/ 1714888 w 1857200"/>
                <a:gd name="connsiteY85" fmla="*/ 1415112 h 1855491"/>
                <a:gd name="connsiteX86" fmla="*/ 1668173 w 1857200"/>
                <a:gd name="connsiteY86" fmla="*/ 1484096 h 1855491"/>
                <a:gd name="connsiteX87" fmla="*/ 1622470 w 1857200"/>
                <a:gd name="connsiteY87" fmla="*/ 1500241 h 1855491"/>
                <a:gd name="connsiteX88" fmla="*/ 1517500 w 1857200"/>
                <a:gd name="connsiteY88" fmla="*/ 1451400 h 1855491"/>
                <a:gd name="connsiteX89" fmla="*/ 1472607 w 1857200"/>
                <a:gd name="connsiteY89" fmla="*/ 1453425 h 1855491"/>
                <a:gd name="connsiteX90" fmla="*/ 1363892 w 1857200"/>
                <a:gd name="connsiteY90" fmla="*/ 1544223 h 1855491"/>
                <a:gd name="connsiteX91" fmla="*/ 1353669 w 1857200"/>
                <a:gd name="connsiteY91" fmla="*/ 1589774 h 1855491"/>
                <a:gd name="connsiteX92" fmla="*/ 1383935 w 1857200"/>
                <a:gd name="connsiteY92" fmla="*/ 1711800 h 1855491"/>
                <a:gd name="connsiteX93" fmla="*/ 1359438 w 1857200"/>
                <a:gd name="connsiteY93" fmla="*/ 1751227 h 1855491"/>
                <a:gd name="connsiteX94" fmla="*/ 1288025 w 1857200"/>
                <a:gd name="connsiteY94" fmla="*/ 1783467 h 1855491"/>
                <a:gd name="connsiteX95" fmla="*/ 1242271 w 1857200"/>
                <a:gd name="connsiteY95" fmla="*/ 1775217 h 1855491"/>
                <a:gd name="connsiteX96" fmla="*/ 1175868 w 1857200"/>
                <a:gd name="connsiteY96" fmla="*/ 1667109 h 1855491"/>
                <a:gd name="connsiteX97" fmla="*/ 1137656 w 1857200"/>
                <a:gd name="connsiteY97" fmla="*/ 1657341 h 1855491"/>
                <a:gd name="connsiteX98" fmla="*/ 988603 w 1857200"/>
                <a:gd name="connsiteY98" fmla="*/ 1684773 h 1855491"/>
                <a:gd name="connsiteX99" fmla="*/ 962841 w 1857200"/>
                <a:gd name="connsiteY99" fmla="*/ 1716608 h 1855491"/>
                <a:gd name="connsiteX100" fmla="*/ 935308 w 1857200"/>
                <a:gd name="connsiteY100" fmla="*/ 1828512 h 1855491"/>
                <a:gd name="connsiteX101" fmla="*/ 892237 w 1857200"/>
                <a:gd name="connsiteY101" fmla="*/ 1855083 h 1855491"/>
                <a:gd name="connsiteX102" fmla="*/ 811612 w 1857200"/>
                <a:gd name="connsiteY102" fmla="*/ 1848301 h 1855491"/>
                <a:gd name="connsiteX103" fmla="*/ 778917 w 1857200"/>
                <a:gd name="connsiteY103" fmla="*/ 1822185 h 1855491"/>
                <a:gd name="connsiteX104" fmla="*/ 763379 w 1857200"/>
                <a:gd name="connsiteY104" fmla="*/ 1707852 h 1855491"/>
                <a:gd name="connsiteX105" fmla="*/ 730126 w 1857200"/>
                <a:gd name="connsiteY105" fmla="*/ 1659417 h 1855491"/>
                <a:gd name="connsiteX106" fmla="*/ 603242 w 1857200"/>
                <a:gd name="connsiteY106" fmla="*/ 1616497 h 1855491"/>
                <a:gd name="connsiteX107" fmla="*/ 564220 w 1857200"/>
                <a:gd name="connsiteY107" fmla="*/ 1626215 h 1855491"/>
                <a:gd name="connsiteX108" fmla="*/ 481266 w 1857200"/>
                <a:gd name="connsiteY108" fmla="*/ 1710889 h 1855491"/>
                <a:gd name="connsiteX109" fmla="*/ 436677 w 1857200"/>
                <a:gd name="connsiteY109" fmla="*/ 1712104 h 1855491"/>
                <a:gd name="connsiteX110" fmla="*/ 371944 w 1857200"/>
                <a:gd name="connsiteY110" fmla="*/ 1667919 h 1855491"/>
                <a:gd name="connsiteX111" fmla="*/ 355849 w 1857200"/>
                <a:gd name="connsiteY111" fmla="*/ 1601870 h 1855491"/>
                <a:gd name="connsiteX112" fmla="*/ 404488 w 1857200"/>
                <a:gd name="connsiteY112" fmla="*/ 1513249 h 1855491"/>
                <a:gd name="connsiteX113" fmla="*/ 401502 w 1857200"/>
                <a:gd name="connsiteY113" fmla="*/ 1474429 h 1855491"/>
                <a:gd name="connsiteX114" fmla="*/ 298658 w 1857200"/>
                <a:gd name="connsiteY114" fmla="*/ 1356199 h 1855491"/>
                <a:gd name="connsiteX115" fmla="*/ 277350 w 1857200"/>
                <a:gd name="connsiteY115" fmla="*/ 1352454 h 1855491"/>
                <a:gd name="connsiteX116" fmla="*/ 178605 w 1857200"/>
                <a:gd name="connsiteY116" fmla="*/ 1383226 h 1855491"/>
                <a:gd name="connsiteX117" fmla="*/ 98790 w 1857200"/>
                <a:gd name="connsiteY117" fmla="*/ 1337169 h 1855491"/>
                <a:gd name="connsiteX118" fmla="*/ 76015 w 1857200"/>
                <a:gd name="connsiteY118" fmla="*/ 1286455 h 1855491"/>
                <a:gd name="connsiteX119" fmla="*/ 83859 w 1857200"/>
                <a:gd name="connsiteY119" fmla="*/ 1238222 h 1855491"/>
                <a:gd name="connsiteX120" fmla="*/ 172836 w 1857200"/>
                <a:gd name="connsiteY120" fmla="*/ 1173033 h 1855491"/>
                <a:gd name="connsiteX121" fmla="*/ 196522 w 1857200"/>
                <a:gd name="connsiteY121" fmla="*/ 1129203 h 1855491"/>
                <a:gd name="connsiteX122" fmla="*/ 172734 w 1857200"/>
                <a:gd name="connsiteY122" fmla="*/ 997308 h 1855491"/>
                <a:gd name="connsiteX123" fmla="*/ 138824 w 1857200"/>
                <a:gd name="connsiteY123" fmla="*/ 962132 h 1855491"/>
                <a:gd name="connsiteX124" fmla="*/ 26111 w 1857200"/>
                <a:gd name="connsiteY124" fmla="*/ 933840 h 1855491"/>
                <a:gd name="connsiteX125" fmla="*/ 96 w 1857200"/>
                <a:gd name="connsiteY125" fmla="*/ 899576 h 1855491"/>
                <a:gd name="connsiteX126" fmla="*/ 7992 w 1857200"/>
                <a:gd name="connsiteY126" fmla="*/ 801287 h 1855491"/>
                <a:gd name="connsiteX127" fmla="*/ 51569 w 1857200"/>
                <a:gd name="connsiteY127" fmla="*/ 771324 h 1855491"/>
                <a:gd name="connsiteX128" fmla="*/ 160233 w 1857200"/>
                <a:gd name="connsiteY128" fmla="*/ 767225 h 1855491"/>
                <a:gd name="connsiteX129" fmla="*/ 198395 w 1857200"/>
                <a:gd name="connsiteY129" fmla="*/ 739034 h 1855491"/>
                <a:gd name="connsiteX130" fmla="*/ 237063 w 1857200"/>
                <a:gd name="connsiteY130" fmla="*/ 618728 h 1855491"/>
                <a:gd name="connsiteX131" fmla="*/ 250475 w 1857200"/>
                <a:gd name="connsiteY131" fmla="*/ 578846 h 1855491"/>
                <a:gd name="connsiteX132" fmla="*/ 148491 w 1857200"/>
                <a:gd name="connsiteY132" fmla="*/ 480304 h 1855491"/>
                <a:gd name="connsiteX133" fmla="*/ 148997 w 1857200"/>
                <a:gd name="connsiteY133" fmla="*/ 445584 h 1855491"/>
                <a:gd name="connsiteX134" fmla="*/ 201887 w 1857200"/>
                <a:gd name="connsiteY134" fmla="*/ 365617 h 1855491"/>
                <a:gd name="connsiteX135" fmla="*/ 247387 w 1857200"/>
                <a:gd name="connsiteY135" fmla="*/ 354634 h 1855491"/>
                <a:gd name="connsiteX136" fmla="*/ 337680 w 1857200"/>
                <a:gd name="connsiteY136" fmla="*/ 399578 h 1855491"/>
                <a:gd name="connsiteX137" fmla="*/ 406107 w 1857200"/>
                <a:gd name="connsiteY137" fmla="*/ 391986 h 1855491"/>
                <a:gd name="connsiteX138" fmla="*/ 507332 w 1857200"/>
                <a:gd name="connsiteY138" fmla="*/ 304073 h 1855491"/>
                <a:gd name="connsiteX139" fmla="*/ 514974 w 1857200"/>
                <a:gd name="connsiteY139" fmla="*/ 273807 h 1855491"/>
                <a:gd name="connsiteX140" fmla="*/ 481165 w 1857200"/>
                <a:gd name="connsiteY140" fmla="*/ 154767 h 1855491"/>
                <a:gd name="connsiteX141" fmla="*/ 502473 w 1857200"/>
                <a:gd name="connsiteY141" fmla="*/ 109013 h 1855491"/>
                <a:gd name="connsiteX142" fmla="*/ 591753 w 1857200"/>
                <a:gd name="connsiteY142" fmla="*/ 74040 h 1855491"/>
                <a:gd name="connsiteX143" fmla="*/ 628497 w 1857200"/>
                <a:gd name="connsiteY143" fmla="*/ 86592 h 1855491"/>
                <a:gd name="connsiteX144" fmla="*/ 694496 w 1857200"/>
                <a:gd name="connsiteY144" fmla="*/ 178959 h 1855491"/>
                <a:gd name="connsiteX145" fmla="*/ 743539 w 1857200"/>
                <a:gd name="connsiteY145" fmla="*/ 200773 h 1855491"/>
                <a:gd name="connsiteX146" fmla="*/ 875130 w 1857200"/>
                <a:gd name="connsiteY146" fmla="*/ 175619 h 1855491"/>
                <a:gd name="connsiteX147" fmla="*/ 906713 w 1857200"/>
                <a:gd name="connsiteY147" fmla="*/ 140190 h 1855491"/>
                <a:gd name="connsiteX148" fmla="*/ 935157 w 1857200"/>
                <a:gd name="connsiteY148" fmla="*/ 25604 h 1855491"/>
                <a:gd name="connsiteX149" fmla="*/ 974128 w 1857200"/>
                <a:gd name="connsiteY149" fmla="*/ 96 h 185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857200" h="1855491">
                  <a:moveTo>
                    <a:pt x="826188" y="1242524"/>
                  </a:moveTo>
                  <a:cubicBezTo>
                    <a:pt x="758621" y="1242726"/>
                    <a:pt x="713981" y="1285595"/>
                    <a:pt x="714639" y="1349619"/>
                  </a:cubicBezTo>
                  <a:cubicBezTo>
                    <a:pt x="715297" y="1414049"/>
                    <a:pt x="761860" y="1462333"/>
                    <a:pt x="822797" y="1461776"/>
                  </a:cubicBezTo>
                  <a:cubicBezTo>
                    <a:pt x="884493" y="1461219"/>
                    <a:pt x="935713" y="1413441"/>
                    <a:pt x="936118" y="1355996"/>
                  </a:cubicBezTo>
                  <a:cubicBezTo>
                    <a:pt x="936522" y="1297742"/>
                    <a:pt x="882924" y="1242372"/>
                    <a:pt x="826188" y="1242524"/>
                  </a:cubicBezTo>
                  <a:close/>
                  <a:moveTo>
                    <a:pt x="1162658" y="1188369"/>
                  </a:moveTo>
                  <a:cubicBezTo>
                    <a:pt x="1099342" y="1187458"/>
                    <a:pt x="1051716" y="1237108"/>
                    <a:pt x="1051665" y="1304068"/>
                  </a:cubicBezTo>
                  <a:cubicBezTo>
                    <a:pt x="1051564" y="1359995"/>
                    <a:pt x="1100607" y="1404888"/>
                    <a:pt x="1162354" y="1405394"/>
                  </a:cubicBezTo>
                  <a:cubicBezTo>
                    <a:pt x="1222026" y="1405900"/>
                    <a:pt x="1267577" y="1359590"/>
                    <a:pt x="1268893" y="1297134"/>
                  </a:cubicBezTo>
                  <a:cubicBezTo>
                    <a:pt x="1270108" y="1237209"/>
                    <a:pt x="1223291" y="1189229"/>
                    <a:pt x="1162658" y="1188369"/>
                  </a:cubicBezTo>
                  <a:close/>
                  <a:moveTo>
                    <a:pt x="545543" y="1041492"/>
                  </a:moveTo>
                  <a:cubicBezTo>
                    <a:pt x="486783" y="1043264"/>
                    <a:pt x="438397" y="1095242"/>
                    <a:pt x="439865" y="1155015"/>
                  </a:cubicBezTo>
                  <a:cubicBezTo>
                    <a:pt x="441333" y="1215446"/>
                    <a:pt x="492198" y="1262921"/>
                    <a:pt x="554502" y="1262010"/>
                  </a:cubicBezTo>
                  <a:cubicBezTo>
                    <a:pt x="615236" y="1261099"/>
                    <a:pt x="660534" y="1212511"/>
                    <a:pt x="659471" y="1149600"/>
                  </a:cubicBezTo>
                  <a:cubicBezTo>
                    <a:pt x="658409" y="1089472"/>
                    <a:pt x="605924" y="1039670"/>
                    <a:pt x="545543" y="1041492"/>
                  </a:cubicBezTo>
                  <a:close/>
                  <a:moveTo>
                    <a:pt x="1358881" y="906661"/>
                  </a:moveTo>
                  <a:cubicBezTo>
                    <a:pt x="1302651" y="906813"/>
                    <a:pt x="1249154" y="961424"/>
                    <a:pt x="1249660" y="1018211"/>
                  </a:cubicBezTo>
                  <a:cubicBezTo>
                    <a:pt x="1250217" y="1079603"/>
                    <a:pt x="1298855" y="1130469"/>
                    <a:pt x="1357059" y="1130469"/>
                  </a:cubicBezTo>
                  <a:cubicBezTo>
                    <a:pt x="1416478" y="1130469"/>
                    <a:pt x="1469317" y="1077730"/>
                    <a:pt x="1468761" y="1019071"/>
                  </a:cubicBezTo>
                  <a:cubicBezTo>
                    <a:pt x="1468103" y="951605"/>
                    <a:pt x="1424019" y="906510"/>
                    <a:pt x="1358881" y="906661"/>
                  </a:cubicBezTo>
                  <a:close/>
                  <a:moveTo>
                    <a:pt x="492907" y="705832"/>
                  </a:moveTo>
                  <a:cubicBezTo>
                    <a:pt x="432020" y="705579"/>
                    <a:pt x="381611" y="755837"/>
                    <a:pt x="381914" y="816470"/>
                  </a:cubicBezTo>
                  <a:cubicBezTo>
                    <a:pt x="382167" y="875029"/>
                    <a:pt x="431565" y="924730"/>
                    <a:pt x="489769" y="924983"/>
                  </a:cubicBezTo>
                  <a:cubicBezTo>
                    <a:pt x="550250" y="925287"/>
                    <a:pt x="603089" y="875687"/>
                    <a:pt x="602938" y="818748"/>
                  </a:cubicBezTo>
                  <a:cubicBezTo>
                    <a:pt x="602786" y="757710"/>
                    <a:pt x="552477" y="706034"/>
                    <a:pt x="492907" y="705832"/>
                  </a:cubicBezTo>
                  <a:close/>
                  <a:moveTo>
                    <a:pt x="927817" y="661344"/>
                  </a:moveTo>
                  <a:cubicBezTo>
                    <a:pt x="787419" y="660787"/>
                    <a:pt x="668734" y="778207"/>
                    <a:pt x="668531" y="917796"/>
                  </a:cubicBezTo>
                  <a:cubicBezTo>
                    <a:pt x="668329" y="1060522"/>
                    <a:pt x="783067" y="1176475"/>
                    <a:pt x="924376" y="1176424"/>
                  </a:cubicBezTo>
                  <a:cubicBezTo>
                    <a:pt x="1068165" y="1176374"/>
                    <a:pt x="1185282" y="1059257"/>
                    <a:pt x="1185029" y="915822"/>
                  </a:cubicBezTo>
                  <a:cubicBezTo>
                    <a:pt x="1184776" y="775070"/>
                    <a:pt x="1070392" y="661901"/>
                    <a:pt x="927817" y="661344"/>
                  </a:cubicBezTo>
                  <a:close/>
                  <a:moveTo>
                    <a:pt x="1302702" y="574089"/>
                  </a:moveTo>
                  <a:cubicBezTo>
                    <a:pt x="1243891" y="574342"/>
                    <a:pt x="1195353" y="623334"/>
                    <a:pt x="1195303" y="682399"/>
                  </a:cubicBezTo>
                  <a:cubicBezTo>
                    <a:pt x="1195303" y="745968"/>
                    <a:pt x="1245561" y="796124"/>
                    <a:pt x="1309231" y="796074"/>
                  </a:cubicBezTo>
                  <a:cubicBezTo>
                    <a:pt x="1369662" y="795972"/>
                    <a:pt x="1414099" y="749814"/>
                    <a:pt x="1414049" y="687156"/>
                  </a:cubicBezTo>
                  <a:cubicBezTo>
                    <a:pt x="1413998" y="624245"/>
                    <a:pt x="1364348" y="573835"/>
                    <a:pt x="1302702" y="574089"/>
                  </a:cubicBezTo>
                  <a:close/>
                  <a:moveTo>
                    <a:pt x="695356" y="428427"/>
                  </a:moveTo>
                  <a:cubicBezTo>
                    <a:pt x="632900" y="428376"/>
                    <a:pt x="583401" y="478938"/>
                    <a:pt x="584160" y="542051"/>
                  </a:cubicBezTo>
                  <a:cubicBezTo>
                    <a:pt x="584920" y="603191"/>
                    <a:pt x="632647" y="649248"/>
                    <a:pt x="695254" y="649197"/>
                  </a:cubicBezTo>
                  <a:cubicBezTo>
                    <a:pt x="756242" y="649146"/>
                    <a:pt x="804020" y="599091"/>
                    <a:pt x="803412" y="535876"/>
                  </a:cubicBezTo>
                  <a:cubicBezTo>
                    <a:pt x="802856" y="475800"/>
                    <a:pt x="755280" y="428528"/>
                    <a:pt x="695356" y="428427"/>
                  </a:cubicBezTo>
                  <a:close/>
                  <a:moveTo>
                    <a:pt x="1029497" y="372095"/>
                  </a:moveTo>
                  <a:cubicBezTo>
                    <a:pt x="967548" y="372905"/>
                    <a:pt x="920934" y="418456"/>
                    <a:pt x="920631" y="478533"/>
                  </a:cubicBezTo>
                  <a:cubicBezTo>
                    <a:pt x="920327" y="538559"/>
                    <a:pt x="972508" y="594131"/>
                    <a:pt x="1029042" y="593878"/>
                  </a:cubicBezTo>
                  <a:cubicBezTo>
                    <a:pt x="1085221" y="593676"/>
                    <a:pt x="1141502" y="538559"/>
                    <a:pt x="1141148" y="484201"/>
                  </a:cubicBezTo>
                  <a:cubicBezTo>
                    <a:pt x="1140794" y="425440"/>
                    <a:pt x="1086891" y="371387"/>
                    <a:pt x="1029497" y="372095"/>
                  </a:cubicBezTo>
                  <a:close/>
                  <a:moveTo>
                    <a:pt x="942191" y="289193"/>
                  </a:moveTo>
                  <a:cubicBezTo>
                    <a:pt x="1261453" y="294254"/>
                    <a:pt x="1555510" y="573481"/>
                    <a:pt x="1554143" y="912633"/>
                  </a:cubicBezTo>
                  <a:cubicBezTo>
                    <a:pt x="1551258" y="1264388"/>
                    <a:pt x="1274005" y="1538706"/>
                    <a:pt x="928880" y="1539617"/>
                  </a:cubicBezTo>
                  <a:cubicBezTo>
                    <a:pt x="581275" y="1540478"/>
                    <a:pt x="298657" y="1257100"/>
                    <a:pt x="300378" y="910154"/>
                  </a:cubicBezTo>
                  <a:cubicBezTo>
                    <a:pt x="302099" y="569078"/>
                    <a:pt x="585881" y="283575"/>
                    <a:pt x="942191" y="289193"/>
                  </a:cubicBezTo>
                  <a:close/>
                  <a:moveTo>
                    <a:pt x="923111" y="257358"/>
                  </a:moveTo>
                  <a:cubicBezTo>
                    <a:pt x="613010" y="255687"/>
                    <a:pt x="268493" y="501612"/>
                    <a:pt x="265709" y="920428"/>
                  </a:cubicBezTo>
                  <a:cubicBezTo>
                    <a:pt x="263229" y="1286556"/>
                    <a:pt x="557893" y="1577678"/>
                    <a:pt x="928779" y="1577678"/>
                  </a:cubicBezTo>
                  <a:cubicBezTo>
                    <a:pt x="1292630" y="1577678"/>
                    <a:pt x="1585574" y="1281242"/>
                    <a:pt x="1586232" y="912381"/>
                  </a:cubicBezTo>
                  <a:cubicBezTo>
                    <a:pt x="1586890" y="547973"/>
                    <a:pt x="1293136" y="257813"/>
                    <a:pt x="923111" y="257358"/>
                  </a:cubicBezTo>
                  <a:close/>
                  <a:moveTo>
                    <a:pt x="974128" y="96"/>
                  </a:moveTo>
                  <a:cubicBezTo>
                    <a:pt x="1004394" y="1817"/>
                    <a:pt x="1035014" y="2879"/>
                    <a:pt x="1064673" y="8447"/>
                  </a:cubicBezTo>
                  <a:cubicBezTo>
                    <a:pt x="1075048" y="10370"/>
                    <a:pt x="1089068" y="23580"/>
                    <a:pt x="1091143" y="33702"/>
                  </a:cubicBezTo>
                  <a:cubicBezTo>
                    <a:pt x="1098583" y="69688"/>
                    <a:pt x="1103897" y="106432"/>
                    <a:pt x="1105517" y="143126"/>
                  </a:cubicBezTo>
                  <a:cubicBezTo>
                    <a:pt x="1107086" y="178757"/>
                    <a:pt x="1112046" y="186096"/>
                    <a:pt x="1146867" y="194345"/>
                  </a:cubicBezTo>
                  <a:cubicBezTo>
                    <a:pt x="1184472" y="203253"/>
                    <a:pt x="1221672" y="214489"/>
                    <a:pt x="1258417" y="226484"/>
                  </a:cubicBezTo>
                  <a:cubicBezTo>
                    <a:pt x="1271778" y="230837"/>
                    <a:pt x="1278307" y="228711"/>
                    <a:pt x="1288177" y="218386"/>
                  </a:cubicBezTo>
                  <a:cubicBezTo>
                    <a:pt x="1318341" y="186754"/>
                    <a:pt x="1349772" y="156083"/>
                    <a:pt x="1382922" y="127639"/>
                  </a:cubicBezTo>
                  <a:cubicBezTo>
                    <a:pt x="1390160" y="121464"/>
                    <a:pt x="1409292" y="121464"/>
                    <a:pt x="1418402" y="126626"/>
                  </a:cubicBezTo>
                  <a:cubicBezTo>
                    <a:pt x="1443202" y="140646"/>
                    <a:pt x="1465674" y="158866"/>
                    <a:pt x="1488904" y="175619"/>
                  </a:cubicBezTo>
                  <a:cubicBezTo>
                    <a:pt x="1508390" y="189689"/>
                    <a:pt x="1515982" y="210187"/>
                    <a:pt x="1507429" y="231292"/>
                  </a:cubicBezTo>
                  <a:cubicBezTo>
                    <a:pt x="1494016" y="264494"/>
                    <a:pt x="1477972" y="296987"/>
                    <a:pt x="1459600" y="327759"/>
                  </a:cubicBezTo>
                  <a:cubicBezTo>
                    <a:pt x="1449326" y="344967"/>
                    <a:pt x="1447200" y="356254"/>
                    <a:pt x="1461118" y="372146"/>
                  </a:cubicBezTo>
                  <a:cubicBezTo>
                    <a:pt x="1493915" y="409549"/>
                    <a:pt x="1524434" y="448925"/>
                    <a:pt x="1557282" y="486276"/>
                  </a:cubicBezTo>
                  <a:cubicBezTo>
                    <a:pt x="1562646" y="492401"/>
                    <a:pt x="1575957" y="496197"/>
                    <a:pt x="1584106" y="494375"/>
                  </a:cubicBezTo>
                  <a:cubicBezTo>
                    <a:pt x="1626823" y="484859"/>
                    <a:pt x="1669236" y="473725"/>
                    <a:pt x="1711446" y="461983"/>
                  </a:cubicBezTo>
                  <a:cubicBezTo>
                    <a:pt x="1731084" y="456516"/>
                    <a:pt x="1744699" y="462033"/>
                    <a:pt x="1752898" y="479899"/>
                  </a:cubicBezTo>
                  <a:cubicBezTo>
                    <a:pt x="1766259" y="508951"/>
                    <a:pt x="1780026" y="537952"/>
                    <a:pt x="1791059" y="567914"/>
                  </a:cubicBezTo>
                  <a:cubicBezTo>
                    <a:pt x="1793944" y="575708"/>
                    <a:pt x="1790806" y="590386"/>
                    <a:pt x="1784884" y="596054"/>
                  </a:cubicBezTo>
                  <a:cubicBezTo>
                    <a:pt x="1752847" y="629459"/>
                    <a:pt x="1737663" y="639581"/>
                    <a:pt x="1671817" y="672529"/>
                  </a:cubicBezTo>
                  <a:cubicBezTo>
                    <a:pt x="1666907" y="673187"/>
                    <a:pt x="1659215" y="686701"/>
                    <a:pt x="1660227" y="693027"/>
                  </a:cubicBezTo>
                  <a:cubicBezTo>
                    <a:pt x="1669641" y="750371"/>
                    <a:pt x="1680269" y="807512"/>
                    <a:pt x="1692112" y="864400"/>
                  </a:cubicBezTo>
                  <a:cubicBezTo>
                    <a:pt x="1693378" y="870372"/>
                    <a:pt x="1704209" y="876446"/>
                    <a:pt x="1711750" y="878673"/>
                  </a:cubicBezTo>
                  <a:cubicBezTo>
                    <a:pt x="1747988" y="889301"/>
                    <a:pt x="1785644" y="895932"/>
                    <a:pt x="1820870" y="909091"/>
                  </a:cubicBezTo>
                  <a:cubicBezTo>
                    <a:pt x="1856298" y="922301"/>
                    <a:pt x="1859031" y="930905"/>
                    <a:pt x="1856501" y="969269"/>
                  </a:cubicBezTo>
                  <a:cubicBezTo>
                    <a:pt x="1854932" y="992803"/>
                    <a:pt x="1851389" y="1016237"/>
                    <a:pt x="1850427" y="1039822"/>
                  </a:cubicBezTo>
                  <a:cubicBezTo>
                    <a:pt x="1849415" y="1063762"/>
                    <a:pt x="1837572" y="1074846"/>
                    <a:pt x="1814391" y="1076314"/>
                  </a:cubicBezTo>
                  <a:cubicBezTo>
                    <a:pt x="1768942" y="1079299"/>
                    <a:pt x="1723644" y="1082691"/>
                    <a:pt x="1675562" y="1086031"/>
                  </a:cubicBezTo>
                  <a:cubicBezTo>
                    <a:pt x="1654103" y="1145855"/>
                    <a:pt x="1632491" y="1205982"/>
                    <a:pt x="1612499" y="1261757"/>
                  </a:cubicBezTo>
                  <a:cubicBezTo>
                    <a:pt x="1647118" y="1296527"/>
                    <a:pt x="1679307" y="1328413"/>
                    <a:pt x="1710940" y="1360855"/>
                  </a:cubicBezTo>
                  <a:cubicBezTo>
                    <a:pt x="1727085" y="1377405"/>
                    <a:pt x="1729768" y="1395069"/>
                    <a:pt x="1714888" y="1415112"/>
                  </a:cubicBezTo>
                  <a:cubicBezTo>
                    <a:pt x="1698338" y="1437381"/>
                    <a:pt x="1683407" y="1460865"/>
                    <a:pt x="1668173" y="1484096"/>
                  </a:cubicBezTo>
                  <a:cubicBezTo>
                    <a:pt x="1656886" y="1501304"/>
                    <a:pt x="1641146" y="1508187"/>
                    <a:pt x="1622470" y="1500241"/>
                  </a:cubicBezTo>
                  <a:cubicBezTo>
                    <a:pt x="1586940" y="1485209"/>
                    <a:pt x="1551309" y="1469874"/>
                    <a:pt x="1517500" y="1451400"/>
                  </a:cubicBezTo>
                  <a:cubicBezTo>
                    <a:pt x="1500140" y="1441885"/>
                    <a:pt x="1488044" y="1440013"/>
                    <a:pt x="1472607" y="1453425"/>
                  </a:cubicBezTo>
                  <a:cubicBezTo>
                    <a:pt x="1436976" y="1484400"/>
                    <a:pt x="1400687" y="1514666"/>
                    <a:pt x="1363892" y="1544223"/>
                  </a:cubicBezTo>
                  <a:cubicBezTo>
                    <a:pt x="1347393" y="1557484"/>
                    <a:pt x="1346634" y="1569276"/>
                    <a:pt x="1353669" y="1589774"/>
                  </a:cubicBezTo>
                  <a:cubicBezTo>
                    <a:pt x="1368194" y="1641753"/>
                    <a:pt x="1375432" y="1670754"/>
                    <a:pt x="1383935" y="1711800"/>
                  </a:cubicBezTo>
                  <a:cubicBezTo>
                    <a:pt x="1387832" y="1730527"/>
                    <a:pt x="1377102" y="1743635"/>
                    <a:pt x="1359438" y="1751227"/>
                  </a:cubicBezTo>
                  <a:cubicBezTo>
                    <a:pt x="1335448" y="1761552"/>
                    <a:pt x="1311509" y="1772029"/>
                    <a:pt x="1288025" y="1783467"/>
                  </a:cubicBezTo>
                  <a:cubicBezTo>
                    <a:pt x="1270159" y="1792172"/>
                    <a:pt x="1255683" y="1788731"/>
                    <a:pt x="1242271" y="1775217"/>
                  </a:cubicBezTo>
                  <a:cubicBezTo>
                    <a:pt x="1206235" y="1732905"/>
                    <a:pt x="1191052" y="1707599"/>
                    <a:pt x="1175868" y="1667109"/>
                  </a:cubicBezTo>
                  <a:cubicBezTo>
                    <a:pt x="1173236" y="1660125"/>
                    <a:pt x="1160684" y="1646865"/>
                    <a:pt x="1137656" y="1657341"/>
                  </a:cubicBezTo>
                  <a:cubicBezTo>
                    <a:pt x="1087752" y="1665136"/>
                    <a:pt x="1038254" y="1675511"/>
                    <a:pt x="988603" y="1684773"/>
                  </a:cubicBezTo>
                  <a:cubicBezTo>
                    <a:pt x="970534" y="1688114"/>
                    <a:pt x="966030" y="1699501"/>
                    <a:pt x="962841" y="1716608"/>
                  </a:cubicBezTo>
                  <a:cubicBezTo>
                    <a:pt x="955806" y="1754315"/>
                    <a:pt x="946089" y="1791666"/>
                    <a:pt x="935308" y="1828512"/>
                  </a:cubicBezTo>
                  <a:cubicBezTo>
                    <a:pt x="929488" y="1848352"/>
                    <a:pt x="914254" y="1857614"/>
                    <a:pt x="892237" y="1855083"/>
                  </a:cubicBezTo>
                  <a:cubicBezTo>
                    <a:pt x="865463" y="1851996"/>
                    <a:pt x="838538" y="1850022"/>
                    <a:pt x="811612" y="1848301"/>
                  </a:cubicBezTo>
                  <a:cubicBezTo>
                    <a:pt x="794201" y="1847188"/>
                    <a:pt x="781802" y="1839140"/>
                    <a:pt x="778917" y="1822185"/>
                  </a:cubicBezTo>
                  <a:cubicBezTo>
                    <a:pt x="772489" y="1784226"/>
                    <a:pt x="764796" y="1746115"/>
                    <a:pt x="763379" y="1707852"/>
                  </a:cubicBezTo>
                  <a:cubicBezTo>
                    <a:pt x="762417" y="1681787"/>
                    <a:pt x="755382" y="1667160"/>
                    <a:pt x="730126" y="1659417"/>
                  </a:cubicBezTo>
                  <a:cubicBezTo>
                    <a:pt x="687460" y="1646308"/>
                    <a:pt x="645149" y="1631833"/>
                    <a:pt x="603242" y="1616497"/>
                  </a:cubicBezTo>
                  <a:cubicBezTo>
                    <a:pt x="586742" y="1610474"/>
                    <a:pt x="576518" y="1612296"/>
                    <a:pt x="564220" y="1626215"/>
                  </a:cubicBezTo>
                  <a:cubicBezTo>
                    <a:pt x="538053" y="1655772"/>
                    <a:pt x="509558" y="1683305"/>
                    <a:pt x="481266" y="1710889"/>
                  </a:cubicBezTo>
                  <a:cubicBezTo>
                    <a:pt x="467550" y="1724251"/>
                    <a:pt x="453176" y="1725111"/>
                    <a:pt x="436677" y="1712104"/>
                  </a:cubicBezTo>
                  <a:cubicBezTo>
                    <a:pt x="416179" y="1695959"/>
                    <a:pt x="393252" y="1683052"/>
                    <a:pt x="371944" y="1667919"/>
                  </a:cubicBezTo>
                  <a:cubicBezTo>
                    <a:pt x="342285" y="1646915"/>
                    <a:pt x="339097" y="1633351"/>
                    <a:pt x="355849" y="1601870"/>
                  </a:cubicBezTo>
                  <a:cubicBezTo>
                    <a:pt x="371691" y="1572111"/>
                    <a:pt x="387330" y="1542199"/>
                    <a:pt x="404488" y="1513249"/>
                  </a:cubicBezTo>
                  <a:cubicBezTo>
                    <a:pt x="413193" y="1498520"/>
                    <a:pt x="412383" y="1486981"/>
                    <a:pt x="401502" y="1474429"/>
                  </a:cubicBezTo>
                  <a:cubicBezTo>
                    <a:pt x="367186" y="1435053"/>
                    <a:pt x="333529" y="1395069"/>
                    <a:pt x="298658" y="1356199"/>
                  </a:cubicBezTo>
                  <a:cubicBezTo>
                    <a:pt x="294760" y="1351897"/>
                    <a:pt x="283727" y="1350581"/>
                    <a:pt x="277350" y="1352454"/>
                  </a:cubicBezTo>
                  <a:cubicBezTo>
                    <a:pt x="251588" y="1360197"/>
                    <a:pt x="186147" y="1382264"/>
                    <a:pt x="178605" y="1383226"/>
                  </a:cubicBezTo>
                  <a:cubicBezTo>
                    <a:pt x="124349" y="1390261"/>
                    <a:pt x="119693" y="1387376"/>
                    <a:pt x="98790" y="1337169"/>
                  </a:cubicBezTo>
                  <a:cubicBezTo>
                    <a:pt x="91654" y="1320062"/>
                    <a:pt x="84163" y="1303107"/>
                    <a:pt x="76015" y="1286455"/>
                  </a:cubicBezTo>
                  <a:cubicBezTo>
                    <a:pt x="67056" y="1268184"/>
                    <a:pt x="68423" y="1250673"/>
                    <a:pt x="83859" y="1238222"/>
                  </a:cubicBezTo>
                  <a:cubicBezTo>
                    <a:pt x="112455" y="1215092"/>
                    <a:pt x="141405" y="1191861"/>
                    <a:pt x="172836" y="1173033"/>
                  </a:cubicBezTo>
                  <a:cubicBezTo>
                    <a:pt x="191663" y="1161747"/>
                    <a:pt x="200723" y="1151068"/>
                    <a:pt x="196522" y="1129203"/>
                  </a:cubicBezTo>
                  <a:cubicBezTo>
                    <a:pt x="188070" y="1085322"/>
                    <a:pt x="180174" y="1041340"/>
                    <a:pt x="172734" y="997308"/>
                  </a:cubicBezTo>
                  <a:cubicBezTo>
                    <a:pt x="169343" y="977265"/>
                    <a:pt x="158917" y="966687"/>
                    <a:pt x="138824" y="962132"/>
                  </a:cubicBezTo>
                  <a:cubicBezTo>
                    <a:pt x="101017" y="953630"/>
                    <a:pt x="63868" y="942495"/>
                    <a:pt x="26111" y="933840"/>
                  </a:cubicBezTo>
                  <a:cubicBezTo>
                    <a:pt x="6726" y="929386"/>
                    <a:pt x="-967" y="917695"/>
                    <a:pt x="96" y="899576"/>
                  </a:cubicBezTo>
                  <a:cubicBezTo>
                    <a:pt x="2070" y="866779"/>
                    <a:pt x="3943" y="833881"/>
                    <a:pt x="7992" y="801287"/>
                  </a:cubicBezTo>
                  <a:cubicBezTo>
                    <a:pt x="11028" y="776791"/>
                    <a:pt x="31577" y="772539"/>
                    <a:pt x="51569" y="771324"/>
                  </a:cubicBezTo>
                  <a:cubicBezTo>
                    <a:pt x="87757" y="769148"/>
                    <a:pt x="124045" y="766870"/>
                    <a:pt x="160233" y="767225"/>
                  </a:cubicBezTo>
                  <a:cubicBezTo>
                    <a:pt x="181794" y="767427"/>
                    <a:pt x="192423" y="758924"/>
                    <a:pt x="198395" y="739034"/>
                  </a:cubicBezTo>
                  <a:cubicBezTo>
                    <a:pt x="210491" y="698696"/>
                    <a:pt x="223853" y="658712"/>
                    <a:pt x="237063" y="618728"/>
                  </a:cubicBezTo>
                  <a:cubicBezTo>
                    <a:pt x="241567" y="605063"/>
                    <a:pt x="253765" y="589778"/>
                    <a:pt x="250475" y="578846"/>
                  </a:cubicBezTo>
                  <a:cubicBezTo>
                    <a:pt x="247235" y="568218"/>
                    <a:pt x="169293" y="506521"/>
                    <a:pt x="148491" y="480304"/>
                  </a:cubicBezTo>
                  <a:cubicBezTo>
                    <a:pt x="142721" y="473067"/>
                    <a:pt x="143835" y="454745"/>
                    <a:pt x="148997" y="445584"/>
                  </a:cubicBezTo>
                  <a:cubicBezTo>
                    <a:pt x="164637" y="417798"/>
                    <a:pt x="183160" y="391531"/>
                    <a:pt x="201887" y="365617"/>
                  </a:cubicBezTo>
                  <a:cubicBezTo>
                    <a:pt x="213173" y="349978"/>
                    <a:pt x="230533" y="346941"/>
                    <a:pt x="247387" y="354634"/>
                  </a:cubicBezTo>
                  <a:cubicBezTo>
                    <a:pt x="277957" y="368603"/>
                    <a:pt x="307818" y="384141"/>
                    <a:pt x="337680" y="399578"/>
                  </a:cubicBezTo>
                  <a:cubicBezTo>
                    <a:pt x="375031" y="418912"/>
                    <a:pt x="375335" y="418962"/>
                    <a:pt x="406107" y="391986"/>
                  </a:cubicBezTo>
                  <a:cubicBezTo>
                    <a:pt x="439714" y="362479"/>
                    <a:pt x="473168" y="332871"/>
                    <a:pt x="507332" y="304073"/>
                  </a:cubicBezTo>
                  <a:cubicBezTo>
                    <a:pt x="518011" y="295064"/>
                    <a:pt x="519327" y="287371"/>
                    <a:pt x="514974" y="273807"/>
                  </a:cubicBezTo>
                  <a:cubicBezTo>
                    <a:pt x="502372" y="234531"/>
                    <a:pt x="492351" y="194447"/>
                    <a:pt x="481165" y="154767"/>
                  </a:cubicBezTo>
                  <a:cubicBezTo>
                    <a:pt x="475092" y="133206"/>
                    <a:pt x="483645" y="117567"/>
                    <a:pt x="502473" y="109013"/>
                  </a:cubicBezTo>
                  <a:cubicBezTo>
                    <a:pt x="531625" y="95804"/>
                    <a:pt x="561132" y="82695"/>
                    <a:pt x="591753" y="74040"/>
                  </a:cubicBezTo>
                  <a:cubicBezTo>
                    <a:pt x="602331" y="71054"/>
                    <a:pt x="621209" y="77786"/>
                    <a:pt x="628497" y="86592"/>
                  </a:cubicBezTo>
                  <a:cubicBezTo>
                    <a:pt x="652589" y="115694"/>
                    <a:pt x="674504" y="146871"/>
                    <a:pt x="694496" y="178959"/>
                  </a:cubicBezTo>
                  <a:cubicBezTo>
                    <a:pt x="706946" y="198850"/>
                    <a:pt x="718890" y="206897"/>
                    <a:pt x="743539" y="200773"/>
                  </a:cubicBezTo>
                  <a:cubicBezTo>
                    <a:pt x="786812" y="190043"/>
                    <a:pt x="831098" y="183059"/>
                    <a:pt x="875130" y="175619"/>
                  </a:cubicBezTo>
                  <a:cubicBezTo>
                    <a:pt x="896185" y="172076"/>
                    <a:pt x="903018" y="160789"/>
                    <a:pt x="906713" y="140190"/>
                  </a:cubicBezTo>
                  <a:cubicBezTo>
                    <a:pt x="913646" y="101522"/>
                    <a:pt x="924730" y="63563"/>
                    <a:pt x="935157" y="25604"/>
                  </a:cubicBezTo>
                  <a:cubicBezTo>
                    <a:pt x="940369" y="6675"/>
                    <a:pt x="955604" y="-967"/>
                    <a:pt x="974128" y="9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xmlns="" id="{B6000B11-0BB1-4828-8438-F41E33BBCC20}"/>
                </a:ext>
              </a:extLst>
            </p:cNvPr>
            <p:cNvSpPr/>
            <p:nvPr/>
          </p:nvSpPr>
          <p:spPr>
            <a:xfrm flipH="1">
              <a:off x="3246628" y="1236368"/>
              <a:ext cx="1989569" cy="1984557"/>
            </a:xfrm>
            <a:custGeom>
              <a:avLst/>
              <a:gdLst>
                <a:gd name="connsiteX0" fmla="*/ 1802423 w 3219215"/>
                <a:gd name="connsiteY0" fmla="*/ 0 h 3211105"/>
                <a:gd name="connsiteX1" fmla="*/ 1896413 w 3219215"/>
                <a:gd name="connsiteY1" fmla="*/ 15474 h 3211105"/>
                <a:gd name="connsiteX2" fmla="*/ 1944947 w 3219215"/>
                <a:gd name="connsiteY2" fmla="*/ 72273 h 3211105"/>
                <a:gd name="connsiteX3" fmla="*/ 1943803 w 3219215"/>
                <a:gd name="connsiteY3" fmla="*/ 234843 h 3211105"/>
                <a:gd name="connsiteX4" fmla="*/ 1975456 w 3219215"/>
                <a:gd name="connsiteY4" fmla="*/ 282761 h 3211105"/>
                <a:gd name="connsiteX5" fmla="*/ 2115254 w 3219215"/>
                <a:gd name="connsiteY5" fmla="*/ 322941 h 3211105"/>
                <a:gd name="connsiteX6" fmla="*/ 2211178 w 3219215"/>
                <a:gd name="connsiteY6" fmla="*/ 214181 h 3211105"/>
                <a:gd name="connsiteX7" fmla="*/ 2359943 w 3219215"/>
                <a:gd name="connsiteY7" fmla="*/ 178748 h 3211105"/>
                <a:gd name="connsiteX8" fmla="*/ 2413049 w 3219215"/>
                <a:gd name="connsiteY8" fmla="*/ 302983 h 3211105"/>
                <a:gd name="connsiteX9" fmla="*/ 2372516 w 3219215"/>
                <a:gd name="connsiteY9" fmla="*/ 437505 h 3211105"/>
                <a:gd name="connsiteX10" fmla="*/ 2382012 w 3219215"/>
                <a:gd name="connsiteY10" fmla="*/ 477246 h 3211105"/>
                <a:gd name="connsiteX11" fmla="*/ 2502291 w 3219215"/>
                <a:gd name="connsiteY11" fmla="*/ 571588 h 3211105"/>
                <a:gd name="connsiteX12" fmla="*/ 2705745 w 3219215"/>
                <a:gd name="connsiteY12" fmla="*/ 439000 h 3211105"/>
                <a:gd name="connsiteX13" fmla="*/ 2843520 w 3219215"/>
                <a:gd name="connsiteY13" fmla="*/ 565873 h 3211105"/>
                <a:gd name="connsiteX14" fmla="*/ 2689215 w 3219215"/>
                <a:gd name="connsiteY14" fmla="*/ 775306 h 3211105"/>
                <a:gd name="connsiteX15" fmla="*/ 2770017 w 3219215"/>
                <a:gd name="connsiteY15" fmla="*/ 898662 h 3211105"/>
                <a:gd name="connsiteX16" fmla="*/ 2811253 w 3219215"/>
                <a:gd name="connsiteY16" fmla="*/ 914136 h 3211105"/>
                <a:gd name="connsiteX17" fmla="*/ 3033962 w 3219215"/>
                <a:gd name="connsiteY17" fmla="*/ 861382 h 3211105"/>
                <a:gd name="connsiteX18" fmla="*/ 3112829 w 3219215"/>
                <a:gd name="connsiteY18" fmla="*/ 1026150 h 3211105"/>
                <a:gd name="connsiteX19" fmla="*/ 2934785 w 3219215"/>
                <a:gd name="connsiteY19" fmla="*/ 1147220 h 3211105"/>
                <a:gd name="connsiteX20" fmla="*/ 2906649 w 3219215"/>
                <a:gd name="connsiteY20" fmla="*/ 1220460 h 3211105"/>
                <a:gd name="connsiteX21" fmla="*/ 2917903 w 3219215"/>
                <a:gd name="connsiteY21" fmla="*/ 1262839 h 3211105"/>
                <a:gd name="connsiteX22" fmla="*/ 3022883 w 3219215"/>
                <a:gd name="connsiteY22" fmla="*/ 1352872 h 3211105"/>
                <a:gd name="connsiteX23" fmla="*/ 3199433 w 3219215"/>
                <a:gd name="connsiteY23" fmla="*/ 1370633 h 3211105"/>
                <a:gd name="connsiteX24" fmla="*/ 3219216 w 3219215"/>
                <a:gd name="connsiteY24" fmla="*/ 1547974 h 3211105"/>
                <a:gd name="connsiteX25" fmla="*/ 3000463 w 3219215"/>
                <a:gd name="connsiteY25" fmla="*/ 1612509 h 3211105"/>
                <a:gd name="connsiteX26" fmla="*/ 2953952 w 3219215"/>
                <a:gd name="connsiteY26" fmla="*/ 1668956 h 3211105"/>
                <a:gd name="connsiteX27" fmla="*/ 2952281 w 3219215"/>
                <a:gd name="connsiteY27" fmla="*/ 1788619 h 3211105"/>
                <a:gd name="connsiteX28" fmla="*/ 3058756 w 3219215"/>
                <a:gd name="connsiteY28" fmla="*/ 1843659 h 3211105"/>
                <a:gd name="connsiteX29" fmla="*/ 3187827 w 3219215"/>
                <a:gd name="connsiteY29" fmla="*/ 1900457 h 3211105"/>
                <a:gd name="connsiteX30" fmla="*/ 3146415 w 3219215"/>
                <a:gd name="connsiteY30" fmla="*/ 2061445 h 3211105"/>
                <a:gd name="connsiteX31" fmla="*/ 3111950 w 3219215"/>
                <a:gd name="connsiteY31" fmla="*/ 2075864 h 3211105"/>
                <a:gd name="connsiteX32" fmla="*/ 2910078 w 3219215"/>
                <a:gd name="connsiteY32" fmla="*/ 2064522 h 3211105"/>
                <a:gd name="connsiteX33" fmla="*/ 2863303 w 3219215"/>
                <a:gd name="connsiteY33" fmla="*/ 2092218 h 3211105"/>
                <a:gd name="connsiteX34" fmla="*/ 2804658 w 3219215"/>
                <a:gd name="connsiteY34" fmla="*/ 2215925 h 3211105"/>
                <a:gd name="connsiteX35" fmla="*/ 3003101 w 3219215"/>
                <a:gd name="connsiteY35" fmla="*/ 2402498 h 3211105"/>
                <a:gd name="connsiteX36" fmla="*/ 2902341 w 3219215"/>
                <a:gd name="connsiteY36" fmla="*/ 2559001 h 3211105"/>
                <a:gd name="connsiteX37" fmla="*/ 2693611 w 3219215"/>
                <a:gd name="connsiteY37" fmla="*/ 2467561 h 3211105"/>
                <a:gd name="connsiteX38" fmla="*/ 2626614 w 3219215"/>
                <a:gd name="connsiteY38" fmla="*/ 2480750 h 3211105"/>
                <a:gd name="connsiteX39" fmla="*/ 2546956 w 3219215"/>
                <a:gd name="connsiteY39" fmla="*/ 2575883 h 3211105"/>
                <a:gd name="connsiteX40" fmla="*/ 2599534 w 3219215"/>
                <a:gd name="connsiteY40" fmla="*/ 2687633 h 3211105"/>
                <a:gd name="connsiteX41" fmla="*/ 2667059 w 3219215"/>
                <a:gd name="connsiteY41" fmla="*/ 2814242 h 3211105"/>
                <a:gd name="connsiteX42" fmla="*/ 2521019 w 3219215"/>
                <a:gd name="connsiteY42" fmla="*/ 2928982 h 3211105"/>
                <a:gd name="connsiteX43" fmla="*/ 2349129 w 3219215"/>
                <a:gd name="connsiteY43" fmla="*/ 2774325 h 3211105"/>
                <a:gd name="connsiteX44" fmla="*/ 2285473 w 3219215"/>
                <a:gd name="connsiteY44" fmla="*/ 2765269 h 3211105"/>
                <a:gd name="connsiteX45" fmla="*/ 2179437 w 3219215"/>
                <a:gd name="connsiteY45" fmla="*/ 2836135 h 3211105"/>
                <a:gd name="connsiteX46" fmla="*/ 2192362 w 3219215"/>
                <a:gd name="connsiteY46" fmla="*/ 2959843 h 3211105"/>
                <a:gd name="connsiteX47" fmla="*/ 2213727 w 3219215"/>
                <a:gd name="connsiteY47" fmla="*/ 3088562 h 3211105"/>
                <a:gd name="connsiteX48" fmla="*/ 2200979 w 3219215"/>
                <a:gd name="connsiteY48" fmla="*/ 3097354 h 3211105"/>
                <a:gd name="connsiteX49" fmla="*/ 2039728 w 3219215"/>
                <a:gd name="connsiteY49" fmla="*/ 3157230 h 3211105"/>
                <a:gd name="connsiteX50" fmla="*/ 1929208 w 3219215"/>
                <a:gd name="connsiteY50" fmla="*/ 2958260 h 3211105"/>
                <a:gd name="connsiteX51" fmla="*/ 1870564 w 3219215"/>
                <a:gd name="connsiteY51" fmla="*/ 2928102 h 3211105"/>
                <a:gd name="connsiteX52" fmla="*/ 1725139 w 3219215"/>
                <a:gd name="connsiteY52" fmla="*/ 3060954 h 3211105"/>
                <a:gd name="connsiteX53" fmla="*/ 1695597 w 3219215"/>
                <a:gd name="connsiteY53" fmla="*/ 3210687 h 3211105"/>
                <a:gd name="connsiteX54" fmla="*/ 1531884 w 3219215"/>
                <a:gd name="connsiteY54" fmla="*/ 3209280 h 3211105"/>
                <a:gd name="connsiteX55" fmla="*/ 1505419 w 3219215"/>
                <a:gd name="connsiteY55" fmla="*/ 3178859 h 3211105"/>
                <a:gd name="connsiteX56" fmla="*/ 1467172 w 3219215"/>
                <a:gd name="connsiteY56" fmla="*/ 2984989 h 3211105"/>
                <a:gd name="connsiteX57" fmla="*/ 1426552 w 3219215"/>
                <a:gd name="connsiteY57" fmla="*/ 2943665 h 3211105"/>
                <a:gd name="connsiteX58" fmla="*/ 1303460 w 3219215"/>
                <a:gd name="connsiteY58" fmla="*/ 2930476 h 3211105"/>
                <a:gd name="connsiteX59" fmla="*/ 1237078 w 3219215"/>
                <a:gd name="connsiteY59" fmla="*/ 3035193 h 3211105"/>
                <a:gd name="connsiteX60" fmla="*/ 1167970 w 3219215"/>
                <a:gd name="connsiteY60" fmla="*/ 3142811 h 3211105"/>
                <a:gd name="connsiteX61" fmla="*/ 1044790 w 3219215"/>
                <a:gd name="connsiteY61" fmla="*/ 3112477 h 3211105"/>
                <a:gd name="connsiteX62" fmla="*/ 991948 w 3219215"/>
                <a:gd name="connsiteY62" fmla="*/ 3095156 h 3211105"/>
                <a:gd name="connsiteX63" fmla="*/ 1025447 w 3219215"/>
                <a:gd name="connsiteY63" fmla="*/ 2872447 h 3211105"/>
                <a:gd name="connsiteX64" fmla="*/ 1000037 w 3219215"/>
                <a:gd name="connsiteY64" fmla="*/ 2816352 h 3211105"/>
                <a:gd name="connsiteX65" fmla="*/ 888287 w 3219215"/>
                <a:gd name="connsiteY65" fmla="*/ 2762631 h 3211105"/>
                <a:gd name="connsiteX66" fmla="*/ 795088 w 3219215"/>
                <a:gd name="connsiteY66" fmla="*/ 2837366 h 3211105"/>
                <a:gd name="connsiteX67" fmla="*/ 694329 w 3219215"/>
                <a:gd name="connsiteY67" fmla="*/ 2928718 h 3211105"/>
                <a:gd name="connsiteX68" fmla="*/ 618891 w 3219215"/>
                <a:gd name="connsiteY68" fmla="*/ 2869546 h 3211105"/>
                <a:gd name="connsiteX69" fmla="*/ 546090 w 3219215"/>
                <a:gd name="connsiteY69" fmla="*/ 2812308 h 3211105"/>
                <a:gd name="connsiteX70" fmla="*/ 648609 w 3219215"/>
                <a:gd name="connsiteY70" fmla="*/ 2610876 h 3211105"/>
                <a:gd name="connsiteX71" fmla="*/ 640696 w 3219215"/>
                <a:gd name="connsiteY71" fmla="*/ 2557682 h 3211105"/>
                <a:gd name="connsiteX72" fmla="*/ 551278 w 3219215"/>
                <a:gd name="connsiteY72" fmla="*/ 2462022 h 3211105"/>
                <a:gd name="connsiteX73" fmla="*/ 316347 w 3219215"/>
                <a:gd name="connsiteY73" fmla="*/ 2560760 h 3211105"/>
                <a:gd name="connsiteX74" fmla="*/ 208905 w 3219215"/>
                <a:gd name="connsiteY74" fmla="*/ 2405224 h 3211105"/>
                <a:gd name="connsiteX75" fmla="*/ 370244 w 3219215"/>
                <a:gd name="connsiteY75" fmla="*/ 2253117 h 3211105"/>
                <a:gd name="connsiteX76" fmla="*/ 382553 w 3219215"/>
                <a:gd name="connsiteY76" fmla="*/ 2200451 h 3211105"/>
                <a:gd name="connsiteX77" fmla="*/ 208993 w 3219215"/>
                <a:gd name="connsiteY77" fmla="*/ 2085184 h 3211105"/>
                <a:gd name="connsiteX78" fmla="*/ 187012 w 3219215"/>
                <a:gd name="connsiteY78" fmla="*/ 2085887 h 3211105"/>
                <a:gd name="connsiteX79" fmla="*/ 81681 w 3219215"/>
                <a:gd name="connsiteY79" fmla="*/ 2083777 h 3211105"/>
                <a:gd name="connsiteX80" fmla="*/ 47478 w 3219215"/>
                <a:gd name="connsiteY80" fmla="*/ 1982929 h 3211105"/>
                <a:gd name="connsiteX81" fmla="*/ 30070 w 3219215"/>
                <a:gd name="connsiteY81" fmla="*/ 1911448 h 3211105"/>
                <a:gd name="connsiteX82" fmla="*/ 222006 w 3219215"/>
                <a:gd name="connsiteY82" fmla="*/ 1822997 h 3211105"/>
                <a:gd name="connsiteX83" fmla="*/ 252779 w 3219215"/>
                <a:gd name="connsiteY83" fmla="*/ 1769628 h 3211105"/>
                <a:gd name="connsiteX84" fmla="*/ 248471 w 3219215"/>
                <a:gd name="connsiteY84" fmla="*/ 1721446 h 3211105"/>
                <a:gd name="connsiteX85" fmla="*/ 165120 w 3219215"/>
                <a:gd name="connsiteY85" fmla="*/ 1619367 h 3211105"/>
                <a:gd name="connsiteX86" fmla="*/ 0 w 3219215"/>
                <a:gd name="connsiteY86" fmla="*/ 1573823 h 3211105"/>
                <a:gd name="connsiteX87" fmla="*/ 0 w 3219215"/>
                <a:gd name="connsiteY87" fmla="*/ 1521069 h 3211105"/>
                <a:gd name="connsiteX88" fmla="*/ 19431 w 3219215"/>
                <a:gd name="connsiteY88" fmla="*/ 1383382 h 3211105"/>
                <a:gd name="connsiteX89" fmla="*/ 122213 w 3219215"/>
                <a:gd name="connsiteY89" fmla="*/ 1372040 h 3211105"/>
                <a:gd name="connsiteX90" fmla="*/ 292432 w 3219215"/>
                <a:gd name="connsiteY90" fmla="*/ 1219933 h 3211105"/>
                <a:gd name="connsiteX91" fmla="*/ 271506 w 3219215"/>
                <a:gd name="connsiteY91" fmla="*/ 1170872 h 3211105"/>
                <a:gd name="connsiteX92" fmla="*/ 96100 w 3219215"/>
                <a:gd name="connsiteY92" fmla="*/ 1058594 h 3211105"/>
                <a:gd name="connsiteX93" fmla="*/ 168812 w 3219215"/>
                <a:gd name="connsiteY93" fmla="*/ 880462 h 3211105"/>
                <a:gd name="connsiteX94" fmla="*/ 377981 w 3219215"/>
                <a:gd name="connsiteY94" fmla="*/ 927325 h 3211105"/>
                <a:gd name="connsiteX95" fmla="*/ 417898 w 3219215"/>
                <a:gd name="connsiteY95" fmla="*/ 915807 h 3211105"/>
                <a:gd name="connsiteX96" fmla="*/ 501074 w 3219215"/>
                <a:gd name="connsiteY96" fmla="*/ 791484 h 3211105"/>
                <a:gd name="connsiteX97" fmla="*/ 352747 w 3219215"/>
                <a:gd name="connsiteY97" fmla="*/ 596294 h 3211105"/>
                <a:gd name="connsiteX98" fmla="*/ 478917 w 3219215"/>
                <a:gd name="connsiteY98" fmla="*/ 454826 h 3211105"/>
                <a:gd name="connsiteX99" fmla="*/ 568511 w 3219215"/>
                <a:gd name="connsiteY99" fmla="*/ 511185 h 3211105"/>
                <a:gd name="connsiteX100" fmla="*/ 684305 w 3219215"/>
                <a:gd name="connsiteY100" fmla="*/ 574929 h 3211105"/>
                <a:gd name="connsiteX101" fmla="*/ 797111 w 3219215"/>
                <a:gd name="connsiteY101" fmla="*/ 497029 h 3211105"/>
                <a:gd name="connsiteX102" fmla="*/ 811266 w 3219215"/>
                <a:gd name="connsiteY102" fmla="*/ 445067 h 3211105"/>
                <a:gd name="connsiteX103" fmla="*/ 754028 w 3219215"/>
                <a:gd name="connsiteY103" fmla="*/ 274496 h 3211105"/>
                <a:gd name="connsiteX104" fmla="*/ 761766 w 3219215"/>
                <a:gd name="connsiteY104" fmla="*/ 235194 h 3211105"/>
                <a:gd name="connsiteX105" fmla="*/ 911411 w 3219215"/>
                <a:gd name="connsiteY105" fmla="*/ 147975 h 3211105"/>
                <a:gd name="connsiteX106" fmla="*/ 1039515 w 3219215"/>
                <a:gd name="connsiteY106" fmla="*/ 312567 h 3211105"/>
                <a:gd name="connsiteX107" fmla="*/ 1090598 w 3219215"/>
                <a:gd name="connsiteY107" fmla="*/ 328744 h 3211105"/>
                <a:gd name="connsiteX108" fmla="*/ 1205777 w 3219215"/>
                <a:gd name="connsiteY108" fmla="*/ 286190 h 3211105"/>
                <a:gd name="connsiteX109" fmla="*/ 1231011 w 3219215"/>
                <a:gd name="connsiteY109" fmla="*/ 249526 h 3211105"/>
                <a:gd name="connsiteX110" fmla="*/ 1231627 w 3219215"/>
                <a:gd name="connsiteY110" fmla="*/ 65063 h 3211105"/>
                <a:gd name="connsiteX111" fmla="*/ 1265829 w 3219215"/>
                <a:gd name="connsiteY111" fmla="*/ 26201 h 3211105"/>
                <a:gd name="connsiteX112" fmla="*/ 1389185 w 3219215"/>
                <a:gd name="connsiteY112" fmla="*/ 0 h 3211105"/>
                <a:gd name="connsiteX113" fmla="*/ 1415562 w 3219215"/>
                <a:gd name="connsiteY113" fmla="*/ 0 h 3211105"/>
                <a:gd name="connsiteX114" fmla="*/ 1490032 w 3219215"/>
                <a:gd name="connsiteY114" fmla="*/ 200728 h 3211105"/>
                <a:gd name="connsiteX115" fmla="*/ 1525465 w 3219215"/>
                <a:gd name="connsiteY115" fmla="*/ 227809 h 3211105"/>
                <a:gd name="connsiteX116" fmla="*/ 1656559 w 3219215"/>
                <a:gd name="connsiteY116" fmla="*/ 228072 h 3211105"/>
                <a:gd name="connsiteX117" fmla="*/ 1686892 w 3219215"/>
                <a:gd name="connsiteY117" fmla="*/ 206355 h 3211105"/>
                <a:gd name="connsiteX118" fmla="*/ 1758462 w 3219215"/>
                <a:gd name="connsiteY118" fmla="*/ 0 h 3211105"/>
                <a:gd name="connsiteX119" fmla="*/ 1802423 w 3219215"/>
                <a:gd name="connsiteY119" fmla="*/ 0 h 3211105"/>
                <a:gd name="connsiteX120" fmla="*/ 1609520 w 3219215"/>
                <a:gd name="connsiteY120" fmla="*/ 1345135 h 3211105"/>
                <a:gd name="connsiteX121" fmla="*/ 1350499 w 3219215"/>
                <a:gd name="connsiteY121" fmla="*/ 1604684 h 3211105"/>
                <a:gd name="connsiteX122" fmla="*/ 1609256 w 3219215"/>
                <a:gd name="connsiteY122" fmla="*/ 1871794 h 3211105"/>
                <a:gd name="connsiteX123" fmla="*/ 1871003 w 3219215"/>
                <a:gd name="connsiteY123" fmla="*/ 1606970 h 3211105"/>
                <a:gd name="connsiteX124" fmla="*/ 1609520 w 3219215"/>
                <a:gd name="connsiteY124" fmla="*/ 1345135 h 3211105"/>
                <a:gd name="connsiteX125" fmla="*/ 878615 w 3219215"/>
                <a:gd name="connsiteY125" fmla="*/ 2153764 h 3211105"/>
                <a:gd name="connsiteX126" fmla="*/ 1493374 w 3219215"/>
                <a:gd name="connsiteY126" fmla="*/ 2515040 h 3211105"/>
                <a:gd name="connsiteX127" fmla="*/ 1492494 w 3219215"/>
                <a:gd name="connsiteY127" fmla="*/ 2140400 h 3211105"/>
                <a:gd name="connsiteX128" fmla="*/ 1472536 w 3219215"/>
                <a:gd name="connsiteY128" fmla="*/ 2106285 h 3211105"/>
                <a:gd name="connsiteX129" fmla="*/ 1238485 w 3219215"/>
                <a:gd name="connsiteY129" fmla="*/ 1967455 h 3211105"/>
                <a:gd name="connsiteX130" fmla="*/ 1199271 w 3219215"/>
                <a:gd name="connsiteY130" fmla="*/ 1968598 h 3211105"/>
                <a:gd name="connsiteX131" fmla="*/ 878615 w 3219215"/>
                <a:gd name="connsiteY131" fmla="*/ 2153764 h 3211105"/>
                <a:gd name="connsiteX132" fmla="*/ 1731118 w 3219215"/>
                <a:gd name="connsiteY132" fmla="*/ 2518645 h 3211105"/>
                <a:gd name="connsiteX133" fmla="*/ 2344996 w 3219215"/>
                <a:gd name="connsiteY133" fmla="*/ 2153500 h 3211105"/>
                <a:gd name="connsiteX134" fmla="*/ 2015725 w 3219215"/>
                <a:gd name="connsiteY134" fmla="*/ 1963234 h 3211105"/>
                <a:gd name="connsiteX135" fmla="*/ 1987501 w 3219215"/>
                <a:gd name="connsiteY135" fmla="*/ 1965696 h 3211105"/>
                <a:gd name="connsiteX136" fmla="*/ 1749845 w 3219215"/>
                <a:gd name="connsiteY136" fmla="*/ 2107252 h 3211105"/>
                <a:gd name="connsiteX137" fmla="*/ 1731909 w 3219215"/>
                <a:gd name="connsiteY137" fmla="*/ 2138201 h 3211105"/>
                <a:gd name="connsiteX138" fmla="*/ 1731118 w 3219215"/>
                <a:gd name="connsiteY138" fmla="*/ 2518645 h 3211105"/>
                <a:gd name="connsiteX139" fmla="*/ 768887 w 3219215"/>
                <a:gd name="connsiteY139" fmla="*/ 1948376 h 3211105"/>
                <a:gd name="connsiteX140" fmla="*/ 989926 w 3219215"/>
                <a:gd name="connsiteY140" fmla="*/ 1819216 h 3211105"/>
                <a:gd name="connsiteX141" fmla="*/ 1108710 w 3219215"/>
                <a:gd name="connsiteY141" fmla="*/ 1741405 h 3211105"/>
                <a:gd name="connsiteX142" fmla="*/ 1115392 w 3219215"/>
                <a:gd name="connsiteY142" fmla="*/ 1599321 h 3211105"/>
                <a:gd name="connsiteX143" fmla="*/ 1108270 w 3219215"/>
                <a:gd name="connsiteY143" fmla="*/ 1444488 h 3211105"/>
                <a:gd name="connsiteX144" fmla="*/ 974803 w 3219215"/>
                <a:gd name="connsiteY144" fmla="*/ 1358060 h 3211105"/>
                <a:gd name="connsiteX145" fmla="*/ 774075 w 3219215"/>
                <a:gd name="connsiteY145" fmla="*/ 1242881 h 3211105"/>
                <a:gd name="connsiteX146" fmla="*/ 768887 w 3219215"/>
                <a:gd name="connsiteY146" fmla="*/ 1948376 h 3211105"/>
                <a:gd name="connsiteX147" fmla="*/ 2456835 w 3219215"/>
                <a:gd name="connsiteY147" fmla="*/ 1949870 h 3211105"/>
                <a:gd name="connsiteX148" fmla="*/ 2446548 w 3219215"/>
                <a:gd name="connsiteY148" fmla="*/ 1241298 h 3211105"/>
                <a:gd name="connsiteX149" fmla="*/ 2127826 w 3219215"/>
                <a:gd name="connsiteY149" fmla="*/ 1427783 h 3211105"/>
                <a:gd name="connsiteX150" fmla="*/ 2109714 w 3219215"/>
                <a:gd name="connsiteY150" fmla="*/ 1467085 h 3211105"/>
                <a:gd name="connsiteX151" fmla="*/ 2109538 w 3219215"/>
                <a:gd name="connsiteY151" fmla="*/ 1717314 h 3211105"/>
                <a:gd name="connsiteX152" fmla="*/ 2123958 w 3219215"/>
                <a:gd name="connsiteY152" fmla="*/ 1754417 h 3211105"/>
                <a:gd name="connsiteX153" fmla="*/ 2456835 w 3219215"/>
                <a:gd name="connsiteY153" fmla="*/ 1949870 h 3211105"/>
                <a:gd name="connsiteX154" fmla="*/ 1731205 w 3219215"/>
                <a:gd name="connsiteY154" fmla="*/ 703912 h 3211105"/>
                <a:gd name="connsiteX155" fmla="*/ 1732173 w 3219215"/>
                <a:gd name="connsiteY155" fmla="*/ 1084795 h 3211105"/>
                <a:gd name="connsiteX156" fmla="*/ 1754241 w 3219215"/>
                <a:gd name="connsiteY156" fmla="*/ 1113018 h 3211105"/>
                <a:gd name="connsiteX157" fmla="*/ 1964553 w 3219215"/>
                <a:gd name="connsiteY157" fmla="*/ 1231187 h 3211105"/>
                <a:gd name="connsiteX158" fmla="*/ 1999810 w 3219215"/>
                <a:gd name="connsiteY158" fmla="*/ 1233297 h 3211105"/>
                <a:gd name="connsiteX159" fmla="*/ 2329786 w 3219215"/>
                <a:gd name="connsiteY159" fmla="*/ 1043471 h 3211105"/>
                <a:gd name="connsiteX160" fmla="*/ 1731205 w 3219215"/>
                <a:gd name="connsiteY160" fmla="*/ 703912 h 3211105"/>
                <a:gd name="connsiteX161" fmla="*/ 1493286 w 3219215"/>
                <a:gd name="connsiteY161" fmla="*/ 715870 h 3211105"/>
                <a:gd name="connsiteX162" fmla="*/ 903234 w 3219215"/>
                <a:gd name="connsiteY162" fmla="*/ 1047516 h 3211105"/>
                <a:gd name="connsiteX163" fmla="*/ 1228461 w 3219215"/>
                <a:gd name="connsiteY163" fmla="*/ 1236199 h 3211105"/>
                <a:gd name="connsiteX164" fmla="*/ 1260026 w 3219215"/>
                <a:gd name="connsiteY164" fmla="*/ 1231011 h 3211105"/>
                <a:gd name="connsiteX165" fmla="*/ 1469107 w 3219215"/>
                <a:gd name="connsiteY165" fmla="*/ 1110644 h 3211105"/>
                <a:gd name="connsiteX166" fmla="*/ 1492231 w 3219215"/>
                <a:gd name="connsiteY166" fmla="*/ 1078640 h 3211105"/>
                <a:gd name="connsiteX167" fmla="*/ 1493286 w 3219215"/>
                <a:gd name="connsiteY167" fmla="*/ 715870 h 3211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3219215" h="3211105">
                  <a:moveTo>
                    <a:pt x="1802423" y="0"/>
                  </a:moveTo>
                  <a:cubicBezTo>
                    <a:pt x="1833724" y="5539"/>
                    <a:pt x="1865024" y="15299"/>
                    <a:pt x="1896413" y="15474"/>
                  </a:cubicBezTo>
                  <a:cubicBezTo>
                    <a:pt x="1938528" y="15738"/>
                    <a:pt x="1946881" y="34905"/>
                    <a:pt x="1944947" y="72273"/>
                  </a:cubicBezTo>
                  <a:cubicBezTo>
                    <a:pt x="1942133" y="126345"/>
                    <a:pt x="1945210" y="180682"/>
                    <a:pt x="1943803" y="234843"/>
                  </a:cubicBezTo>
                  <a:cubicBezTo>
                    <a:pt x="1943100" y="259813"/>
                    <a:pt x="1948463" y="275199"/>
                    <a:pt x="1975456" y="282761"/>
                  </a:cubicBezTo>
                  <a:cubicBezTo>
                    <a:pt x="2023198" y="296125"/>
                    <a:pt x="2075776" y="334196"/>
                    <a:pt x="2115254" y="322941"/>
                  </a:cubicBezTo>
                  <a:cubicBezTo>
                    <a:pt x="2154467" y="311687"/>
                    <a:pt x="2180844" y="253218"/>
                    <a:pt x="2211178" y="214181"/>
                  </a:cubicBezTo>
                  <a:cubicBezTo>
                    <a:pt x="2272636" y="135138"/>
                    <a:pt x="2272196" y="134786"/>
                    <a:pt x="2359943" y="178748"/>
                  </a:cubicBezTo>
                  <a:cubicBezTo>
                    <a:pt x="2438283" y="217961"/>
                    <a:pt x="2438459" y="218049"/>
                    <a:pt x="2413049" y="302983"/>
                  </a:cubicBezTo>
                  <a:cubicBezTo>
                    <a:pt x="2399597" y="347824"/>
                    <a:pt x="2384034" y="392137"/>
                    <a:pt x="2372516" y="437505"/>
                  </a:cubicBezTo>
                  <a:cubicBezTo>
                    <a:pt x="2369439" y="449551"/>
                    <a:pt x="2373484" y="469773"/>
                    <a:pt x="2382012" y="477246"/>
                  </a:cubicBezTo>
                  <a:cubicBezTo>
                    <a:pt x="2419555" y="509778"/>
                    <a:pt x="2460000" y="538968"/>
                    <a:pt x="2502291" y="571588"/>
                  </a:cubicBezTo>
                  <a:cubicBezTo>
                    <a:pt x="2572102" y="526044"/>
                    <a:pt x="2641737" y="480675"/>
                    <a:pt x="2705745" y="439000"/>
                  </a:cubicBezTo>
                  <a:cubicBezTo>
                    <a:pt x="2752080" y="481643"/>
                    <a:pt x="2796921" y="522966"/>
                    <a:pt x="2843520" y="565873"/>
                  </a:cubicBezTo>
                  <a:cubicBezTo>
                    <a:pt x="2791294" y="636739"/>
                    <a:pt x="2740299" y="706022"/>
                    <a:pt x="2689215" y="775306"/>
                  </a:cubicBezTo>
                  <a:cubicBezTo>
                    <a:pt x="2716823" y="818300"/>
                    <a:pt x="2741442" y="859976"/>
                    <a:pt x="2770017" y="898662"/>
                  </a:cubicBezTo>
                  <a:cubicBezTo>
                    <a:pt x="2777490" y="908861"/>
                    <a:pt x="2798768" y="916774"/>
                    <a:pt x="2811253" y="914136"/>
                  </a:cubicBezTo>
                  <a:cubicBezTo>
                    <a:pt x="2884229" y="898926"/>
                    <a:pt x="2956414" y="880198"/>
                    <a:pt x="3033962" y="861382"/>
                  </a:cubicBezTo>
                  <a:cubicBezTo>
                    <a:pt x="3059811" y="915367"/>
                    <a:pt x="3085485" y="968912"/>
                    <a:pt x="3112829" y="1026150"/>
                  </a:cubicBezTo>
                  <a:cubicBezTo>
                    <a:pt x="3053041" y="1067122"/>
                    <a:pt x="2995100" y="1109150"/>
                    <a:pt x="2934785" y="1147220"/>
                  </a:cubicBezTo>
                  <a:cubicBezTo>
                    <a:pt x="2904715" y="1166212"/>
                    <a:pt x="2889592" y="1184939"/>
                    <a:pt x="2906649" y="1220460"/>
                  </a:cubicBezTo>
                  <a:cubicBezTo>
                    <a:pt x="2912892" y="1233385"/>
                    <a:pt x="2914474" y="1248596"/>
                    <a:pt x="2917903" y="1262839"/>
                  </a:cubicBezTo>
                  <a:cubicBezTo>
                    <a:pt x="2937686" y="1345311"/>
                    <a:pt x="2937686" y="1344959"/>
                    <a:pt x="3022883" y="1352872"/>
                  </a:cubicBezTo>
                  <a:cubicBezTo>
                    <a:pt x="3080913" y="1358236"/>
                    <a:pt x="3138854" y="1364478"/>
                    <a:pt x="3199433" y="1370633"/>
                  </a:cubicBezTo>
                  <a:cubicBezTo>
                    <a:pt x="3206115" y="1430421"/>
                    <a:pt x="3212358" y="1486779"/>
                    <a:pt x="3219216" y="1547974"/>
                  </a:cubicBezTo>
                  <a:cubicBezTo>
                    <a:pt x="3145448" y="1570043"/>
                    <a:pt x="3073439" y="1593166"/>
                    <a:pt x="3000463" y="1612509"/>
                  </a:cubicBezTo>
                  <a:cubicBezTo>
                    <a:pt x="2968811" y="1620950"/>
                    <a:pt x="2953424" y="1634578"/>
                    <a:pt x="2953952" y="1668956"/>
                  </a:cubicBezTo>
                  <a:cubicBezTo>
                    <a:pt x="2954479" y="1709664"/>
                    <a:pt x="2934872" y="1759517"/>
                    <a:pt x="2952281" y="1788619"/>
                  </a:cubicBezTo>
                  <a:cubicBezTo>
                    <a:pt x="2969690" y="1817810"/>
                    <a:pt x="3021565" y="1826778"/>
                    <a:pt x="3058756" y="1843659"/>
                  </a:cubicBezTo>
                  <a:cubicBezTo>
                    <a:pt x="3099992" y="1862475"/>
                    <a:pt x="3141668" y="1880235"/>
                    <a:pt x="3187827" y="1900457"/>
                  </a:cubicBezTo>
                  <a:cubicBezTo>
                    <a:pt x="3174287" y="1954882"/>
                    <a:pt x="3162242" y="2008691"/>
                    <a:pt x="3146415" y="2061445"/>
                  </a:cubicBezTo>
                  <a:cubicBezTo>
                    <a:pt x="3144041" y="2069270"/>
                    <a:pt x="3123731" y="2076216"/>
                    <a:pt x="3111950" y="2075864"/>
                  </a:cubicBezTo>
                  <a:cubicBezTo>
                    <a:pt x="3044600" y="2073490"/>
                    <a:pt x="2977339" y="2069358"/>
                    <a:pt x="2910078" y="2064522"/>
                  </a:cubicBezTo>
                  <a:cubicBezTo>
                    <a:pt x="2886691" y="2062851"/>
                    <a:pt x="2872887" y="2068390"/>
                    <a:pt x="2863303" y="2092218"/>
                  </a:cubicBezTo>
                  <a:cubicBezTo>
                    <a:pt x="2846949" y="2132838"/>
                    <a:pt x="2826024" y="2171612"/>
                    <a:pt x="2804658" y="2215925"/>
                  </a:cubicBezTo>
                  <a:cubicBezTo>
                    <a:pt x="2869370" y="2276768"/>
                    <a:pt x="2935136" y="2338666"/>
                    <a:pt x="3003101" y="2402498"/>
                  </a:cubicBezTo>
                  <a:cubicBezTo>
                    <a:pt x="2969338" y="2454988"/>
                    <a:pt x="2937070" y="2505017"/>
                    <a:pt x="2902341" y="2559001"/>
                  </a:cubicBezTo>
                  <a:cubicBezTo>
                    <a:pt x="2832003" y="2528404"/>
                    <a:pt x="2762016" y="2499741"/>
                    <a:pt x="2693611" y="2467561"/>
                  </a:cubicBezTo>
                  <a:cubicBezTo>
                    <a:pt x="2665476" y="2454373"/>
                    <a:pt x="2646924" y="2455076"/>
                    <a:pt x="2626614" y="2480750"/>
                  </a:cubicBezTo>
                  <a:cubicBezTo>
                    <a:pt x="2600501" y="2513897"/>
                    <a:pt x="2551704" y="2541329"/>
                    <a:pt x="2546956" y="2575883"/>
                  </a:cubicBezTo>
                  <a:cubicBezTo>
                    <a:pt x="2542296" y="2610084"/>
                    <a:pt x="2579927" y="2650353"/>
                    <a:pt x="2599534" y="2687633"/>
                  </a:cubicBezTo>
                  <a:cubicBezTo>
                    <a:pt x="2621251" y="2728957"/>
                    <a:pt x="2643407" y="2770017"/>
                    <a:pt x="2667059" y="2814242"/>
                  </a:cubicBezTo>
                  <a:cubicBezTo>
                    <a:pt x="2619053" y="2851961"/>
                    <a:pt x="2572190" y="2888713"/>
                    <a:pt x="2521019" y="2928982"/>
                  </a:cubicBezTo>
                  <a:cubicBezTo>
                    <a:pt x="2463517" y="2877635"/>
                    <a:pt x="2404960" y="2827343"/>
                    <a:pt x="2349129" y="2774325"/>
                  </a:cubicBezTo>
                  <a:cubicBezTo>
                    <a:pt x="2327852" y="2754103"/>
                    <a:pt x="2311762" y="2746981"/>
                    <a:pt x="2285473" y="2765269"/>
                  </a:cubicBezTo>
                  <a:cubicBezTo>
                    <a:pt x="2249952" y="2790063"/>
                    <a:pt x="2195879" y="2803164"/>
                    <a:pt x="2179437" y="2836135"/>
                  </a:cubicBezTo>
                  <a:cubicBezTo>
                    <a:pt x="2163787" y="2867523"/>
                    <a:pt x="2185944" y="2917903"/>
                    <a:pt x="2192362" y="2959843"/>
                  </a:cubicBezTo>
                  <a:cubicBezTo>
                    <a:pt x="2198956" y="3003013"/>
                    <a:pt x="2206606" y="3046095"/>
                    <a:pt x="2213727" y="3088562"/>
                  </a:cubicBezTo>
                  <a:cubicBezTo>
                    <a:pt x="2208012" y="3092606"/>
                    <a:pt x="2204847" y="3095947"/>
                    <a:pt x="2200979" y="3097354"/>
                  </a:cubicBezTo>
                  <a:cubicBezTo>
                    <a:pt x="2149016" y="3116873"/>
                    <a:pt x="2096965" y="3136040"/>
                    <a:pt x="2039728" y="3157230"/>
                  </a:cubicBezTo>
                  <a:cubicBezTo>
                    <a:pt x="2002360" y="3090496"/>
                    <a:pt x="1963850" y="3025345"/>
                    <a:pt x="1929208" y="2958260"/>
                  </a:cubicBezTo>
                  <a:cubicBezTo>
                    <a:pt x="1915316" y="2931355"/>
                    <a:pt x="1899666" y="2924673"/>
                    <a:pt x="1870564" y="2928102"/>
                  </a:cubicBezTo>
                  <a:cubicBezTo>
                    <a:pt x="1732261" y="2953952"/>
                    <a:pt x="1748263" y="2941643"/>
                    <a:pt x="1725139" y="3060954"/>
                  </a:cubicBezTo>
                  <a:cubicBezTo>
                    <a:pt x="1715731" y="3109663"/>
                    <a:pt x="1705972" y="3158197"/>
                    <a:pt x="1695597" y="3210687"/>
                  </a:cubicBezTo>
                  <a:cubicBezTo>
                    <a:pt x="1639678" y="3210687"/>
                    <a:pt x="1585605" y="3212270"/>
                    <a:pt x="1531884" y="3209280"/>
                  </a:cubicBezTo>
                  <a:cubicBezTo>
                    <a:pt x="1522212" y="3208753"/>
                    <a:pt x="1508057" y="3190817"/>
                    <a:pt x="1505419" y="3178859"/>
                  </a:cubicBezTo>
                  <a:cubicBezTo>
                    <a:pt x="1490912" y="3114587"/>
                    <a:pt x="1479042" y="3049788"/>
                    <a:pt x="1467172" y="2984989"/>
                  </a:cubicBezTo>
                  <a:cubicBezTo>
                    <a:pt x="1462864" y="2961162"/>
                    <a:pt x="1455391" y="2945775"/>
                    <a:pt x="1426552" y="2943665"/>
                  </a:cubicBezTo>
                  <a:cubicBezTo>
                    <a:pt x="1384613" y="2940588"/>
                    <a:pt x="1335024" y="2915353"/>
                    <a:pt x="1303460" y="2930476"/>
                  </a:cubicBezTo>
                  <a:cubicBezTo>
                    <a:pt x="1271895" y="2945599"/>
                    <a:pt x="1258531" y="2998705"/>
                    <a:pt x="1237078" y="3035193"/>
                  </a:cubicBezTo>
                  <a:cubicBezTo>
                    <a:pt x="1214833" y="3072912"/>
                    <a:pt x="1200326" y="3129534"/>
                    <a:pt x="1167970" y="3142811"/>
                  </a:cubicBezTo>
                  <a:cubicBezTo>
                    <a:pt x="1136318" y="3155735"/>
                    <a:pt x="1086553" y="3124698"/>
                    <a:pt x="1044790" y="3112477"/>
                  </a:cubicBezTo>
                  <a:cubicBezTo>
                    <a:pt x="1028085" y="3107641"/>
                    <a:pt x="1011731" y="3101662"/>
                    <a:pt x="991948" y="3095156"/>
                  </a:cubicBezTo>
                  <a:cubicBezTo>
                    <a:pt x="1003114" y="3019630"/>
                    <a:pt x="1012874" y="2945775"/>
                    <a:pt x="1025447" y="2872447"/>
                  </a:cubicBezTo>
                  <a:cubicBezTo>
                    <a:pt x="1030019" y="2845806"/>
                    <a:pt x="1026854" y="2828661"/>
                    <a:pt x="1000037" y="2816352"/>
                  </a:cubicBezTo>
                  <a:cubicBezTo>
                    <a:pt x="961703" y="2798680"/>
                    <a:pt x="923808" y="2759818"/>
                    <a:pt x="888287" y="2762631"/>
                  </a:cubicBezTo>
                  <a:cubicBezTo>
                    <a:pt x="855404" y="2765181"/>
                    <a:pt x="825686" y="2810373"/>
                    <a:pt x="795088" y="2837366"/>
                  </a:cubicBezTo>
                  <a:cubicBezTo>
                    <a:pt x="762205" y="2866468"/>
                    <a:pt x="730025" y="2896274"/>
                    <a:pt x="694329" y="2928718"/>
                  </a:cubicBezTo>
                  <a:cubicBezTo>
                    <a:pt x="668919" y="2908759"/>
                    <a:pt x="643861" y="2889152"/>
                    <a:pt x="618891" y="2869546"/>
                  </a:cubicBezTo>
                  <a:cubicBezTo>
                    <a:pt x="594888" y="2850642"/>
                    <a:pt x="570885" y="2831739"/>
                    <a:pt x="546090" y="2812308"/>
                  </a:cubicBezTo>
                  <a:cubicBezTo>
                    <a:pt x="580908" y="2743376"/>
                    <a:pt x="613615" y="2676467"/>
                    <a:pt x="648609" y="2610876"/>
                  </a:cubicBezTo>
                  <a:cubicBezTo>
                    <a:pt x="660214" y="2589071"/>
                    <a:pt x="658544" y="2575003"/>
                    <a:pt x="640696" y="2557682"/>
                  </a:cubicBezTo>
                  <a:cubicBezTo>
                    <a:pt x="610274" y="2528140"/>
                    <a:pt x="582666" y="2495872"/>
                    <a:pt x="551278" y="2462022"/>
                  </a:cubicBezTo>
                  <a:cubicBezTo>
                    <a:pt x="474960" y="2494114"/>
                    <a:pt x="398467" y="2526206"/>
                    <a:pt x="316347" y="2560760"/>
                  </a:cubicBezTo>
                  <a:cubicBezTo>
                    <a:pt x="281266" y="2509940"/>
                    <a:pt x="245833" y="2458681"/>
                    <a:pt x="208905" y="2405224"/>
                  </a:cubicBezTo>
                  <a:cubicBezTo>
                    <a:pt x="263769" y="2353261"/>
                    <a:pt x="316259" y="2302354"/>
                    <a:pt x="370244" y="2253117"/>
                  </a:cubicBezTo>
                  <a:cubicBezTo>
                    <a:pt x="387829" y="2237027"/>
                    <a:pt x="391434" y="2224014"/>
                    <a:pt x="382553" y="2200451"/>
                  </a:cubicBezTo>
                  <a:cubicBezTo>
                    <a:pt x="325315" y="2048608"/>
                    <a:pt x="360485" y="2066192"/>
                    <a:pt x="208993" y="2085184"/>
                  </a:cubicBezTo>
                  <a:cubicBezTo>
                    <a:pt x="201696" y="2086063"/>
                    <a:pt x="194310" y="2085799"/>
                    <a:pt x="187012" y="2085887"/>
                  </a:cubicBezTo>
                  <a:cubicBezTo>
                    <a:pt x="150964" y="2086503"/>
                    <a:pt x="104453" y="2100922"/>
                    <a:pt x="81681" y="2083777"/>
                  </a:cubicBezTo>
                  <a:cubicBezTo>
                    <a:pt x="58205" y="2066192"/>
                    <a:pt x="57326" y="2017923"/>
                    <a:pt x="47478" y="1982929"/>
                  </a:cubicBezTo>
                  <a:cubicBezTo>
                    <a:pt x="41148" y="1960597"/>
                    <a:pt x="36488" y="1937825"/>
                    <a:pt x="30070" y="1911448"/>
                  </a:cubicBezTo>
                  <a:cubicBezTo>
                    <a:pt x="94869" y="1881290"/>
                    <a:pt x="157646" y="1850253"/>
                    <a:pt x="222006" y="1822997"/>
                  </a:cubicBezTo>
                  <a:cubicBezTo>
                    <a:pt x="248559" y="1811743"/>
                    <a:pt x="257527" y="1796620"/>
                    <a:pt x="252779" y="1769628"/>
                  </a:cubicBezTo>
                  <a:cubicBezTo>
                    <a:pt x="250053" y="1753802"/>
                    <a:pt x="248998" y="1737624"/>
                    <a:pt x="248471" y="1721446"/>
                  </a:cubicBezTo>
                  <a:cubicBezTo>
                    <a:pt x="246185" y="1644162"/>
                    <a:pt x="281881" y="1646184"/>
                    <a:pt x="165120" y="1619367"/>
                  </a:cubicBezTo>
                  <a:cubicBezTo>
                    <a:pt x="110168" y="1603717"/>
                    <a:pt x="55040" y="1588946"/>
                    <a:pt x="0" y="1573823"/>
                  </a:cubicBezTo>
                  <a:cubicBezTo>
                    <a:pt x="0" y="1556239"/>
                    <a:pt x="0" y="1538654"/>
                    <a:pt x="0" y="1521069"/>
                  </a:cubicBezTo>
                  <a:cubicBezTo>
                    <a:pt x="6418" y="1475525"/>
                    <a:pt x="12837" y="1429981"/>
                    <a:pt x="19431" y="1383382"/>
                  </a:cubicBezTo>
                  <a:cubicBezTo>
                    <a:pt x="55479" y="1379337"/>
                    <a:pt x="88714" y="1373710"/>
                    <a:pt x="122213" y="1372040"/>
                  </a:cubicBezTo>
                  <a:cubicBezTo>
                    <a:pt x="316523" y="1362808"/>
                    <a:pt x="263769" y="1389185"/>
                    <a:pt x="292432" y="1219933"/>
                  </a:cubicBezTo>
                  <a:cubicBezTo>
                    <a:pt x="296652" y="1194963"/>
                    <a:pt x="292168" y="1183533"/>
                    <a:pt x="271506" y="1170872"/>
                  </a:cubicBezTo>
                  <a:cubicBezTo>
                    <a:pt x="212950" y="1135175"/>
                    <a:pt x="155800" y="1097016"/>
                    <a:pt x="96100" y="1058594"/>
                  </a:cubicBezTo>
                  <a:cubicBezTo>
                    <a:pt x="120806" y="998015"/>
                    <a:pt x="144370" y="940337"/>
                    <a:pt x="168812" y="880462"/>
                  </a:cubicBezTo>
                  <a:cubicBezTo>
                    <a:pt x="241261" y="896991"/>
                    <a:pt x="309313" y="913609"/>
                    <a:pt x="377981" y="927325"/>
                  </a:cubicBezTo>
                  <a:cubicBezTo>
                    <a:pt x="390378" y="929787"/>
                    <a:pt x="411128" y="924863"/>
                    <a:pt x="417898" y="915807"/>
                  </a:cubicBezTo>
                  <a:cubicBezTo>
                    <a:pt x="447441" y="876241"/>
                    <a:pt x="473202" y="833862"/>
                    <a:pt x="501074" y="791484"/>
                  </a:cubicBezTo>
                  <a:cubicBezTo>
                    <a:pt x="451045" y="725629"/>
                    <a:pt x="402600" y="661885"/>
                    <a:pt x="352747" y="596294"/>
                  </a:cubicBezTo>
                  <a:cubicBezTo>
                    <a:pt x="395830" y="548025"/>
                    <a:pt x="437241" y="501601"/>
                    <a:pt x="478917" y="454826"/>
                  </a:cubicBezTo>
                  <a:cubicBezTo>
                    <a:pt x="511536" y="475400"/>
                    <a:pt x="539760" y="493688"/>
                    <a:pt x="568511" y="511185"/>
                  </a:cubicBezTo>
                  <a:cubicBezTo>
                    <a:pt x="607021" y="534660"/>
                    <a:pt x="647729" y="578006"/>
                    <a:pt x="684305" y="574929"/>
                  </a:cubicBezTo>
                  <a:cubicBezTo>
                    <a:pt x="723695" y="571588"/>
                    <a:pt x="758776" y="523582"/>
                    <a:pt x="797111" y="497029"/>
                  </a:cubicBezTo>
                  <a:cubicBezTo>
                    <a:pt x="818124" y="482522"/>
                    <a:pt x="819619" y="467663"/>
                    <a:pt x="811266" y="445067"/>
                  </a:cubicBezTo>
                  <a:cubicBezTo>
                    <a:pt x="790516" y="388796"/>
                    <a:pt x="771261" y="331910"/>
                    <a:pt x="754028" y="274496"/>
                  </a:cubicBezTo>
                  <a:cubicBezTo>
                    <a:pt x="750511" y="262802"/>
                    <a:pt x="753765" y="240382"/>
                    <a:pt x="761766" y="235194"/>
                  </a:cubicBezTo>
                  <a:cubicBezTo>
                    <a:pt x="809508" y="204597"/>
                    <a:pt x="859536" y="177605"/>
                    <a:pt x="911411" y="147975"/>
                  </a:cubicBezTo>
                  <a:cubicBezTo>
                    <a:pt x="955284" y="204157"/>
                    <a:pt x="998191" y="257790"/>
                    <a:pt x="1039515" y="312567"/>
                  </a:cubicBezTo>
                  <a:cubicBezTo>
                    <a:pt x="1053670" y="331294"/>
                    <a:pt x="1066155" y="339295"/>
                    <a:pt x="1090598" y="328744"/>
                  </a:cubicBezTo>
                  <a:cubicBezTo>
                    <a:pt x="1128141" y="312567"/>
                    <a:pt x="1168498" y="302807"/>
                    <a:pt x="1205777" y="286190"/>
                  </a:cubicBezTo>
                  <a:cubicBezTo>
                    <a:pt x="1217647" y="280826"/>
                    <a:pt x="1230484" y="262450"/>
                    <a:pt x="1231011" y="249526"/>
                  </a:cubicBezTo>
                  <a:cubicBezTo>
                    <a:pt x="1233649" y="188155"/>
                    <a:pt x="1233385" y="126521"/>
                    <a:pt x="1231627" y="65063"/>
                  </a:cubicBezTo>
                  <a:cubicBezTo>
                    <a:pt x="1230835" y="38686"/>
                    <a:pt x="1240595" y="29982"/>
                    <a:pt x="1265829" y="26201"/>
                  </a:cubicBezTo>
                  <a:cubicBezTo>
                    <a:pt x="1307328" y="19783"/>
                    <a:pt x="1348125" y="8968"/>
                    <a:pt x="1389185" y="0"/>
                  </a:cubicBezTo>
                  <a:cubicBezTo>
                    <a:pt x="1397977" y="0"/>
                    <a:pt x="1406769" y="0"/>
                    <a:pt x="1415562" y="0"/>
                  </a:cubicBezTo>
                  <a:cubicBezTo>
                    <a:pt x="1440004" y="67085"/>
                    <a:pt x="1463392" y="134522"/>
                    <a:pt x="1490032" y="200728"/>
                  </a:cubicBezTo>
                  <a:cubicBezTo>
                    <a:pt x="1494956" y="212950"/>
                    <a:pt x="1512717" y="226842"/>
                    <a:pt x="1525465" y="227809"/>
                  </a:cubicBezTo>
                  <a:cubicBezTo>
                    <a:pt x="1568987" y="231150"/>
                    <a:pt x="1612949" y="230534"/>
                    <a:pt x="1656559" y="228072"/>
                  </a:cubicBezTo>
                  <a:cubicBezTo>
                    <a:pt x="1667373" y="227457"/>
                    <a:pt x="1683199" y="216379"/>
                    <a:pt x="1686892" y="206355"/>
                  </a:cubicBezTo>
                  <a:cubicBezTo>
                    <a:pt x="1712214" y="138127"/>
                    <a:pt x="1734898" y="68932"/>
                    <a:pt x="1758462" y="0"/>
                  </a:cubicBezTo>
                  <a:cubicBezTo>
                    <a:pt x="1773145" y="0"/>
                    <a:pt x="1787740" y="0"/>
                    <a:pt x="1802423" y="0"/>
                  </a:cubicBezTo>
                  <a:close/>
                  <a:moveTo>
                    <a:pt x="1609520" y="1345135"/>
                  </a:moveTo>
                  <a:cubicBezTo>
                    <a:pt x="1464711" y="1344959"/>
                    <a:pt x="1349531" y="1460402"/>
                    <a:pt x="1350499" y="1604684"/>
                  </a:cubicBezTo>
                  <a:cubicBezTo>
                    <a:pt x="1351466" y="1752835"/>
                    <a:pt x="1466381" y="1871531"/>
                    <a:pt x="1609256" y="1871794"/>
                  </a:cubicBezTo>
                  <a:cubicBezTo>
                    <a:pt x="1751692" y="1872058"/>
                    <a:pt x="1870739" y="1751604"/>
                    <a:pt x="1871003" y="1606970"/>
                  </a:cubicBezTo>
                  <a:cubicBezTo>
                    <a:pt x="1871267" y="1458908"/>
                    <a:pt x="1757846" y="1345311"/>
                    <a:pt x="1609520" y="1345135"/>
                  </a:cubicBezTo>
                  <a:close/>
                  <a:moveTo>
                    <a:pt x="878615" y="2153764"/>
                  </a:moveTo>
                  <a:cubicBezTo>
                    <a:pt x="1037668" y="2355635"/>
                    <a:pt x="1235495" y="2481365"/>
                    <a:pt x="1493374" y="2515040"/>
                  </a:cubicBezTo>
                  <a:cubicBezTo>
                    <a:pt x="1493374" y="2386057"/>
                    <a:pt x="1493901" y="2263228"/>
                    <a:pt x="1492494" y="2140400"/>
                  </a:cubicBezTo>
                  <a:cubicBezTo>
                    <a:pt x="1492318" y="2128706"/>
                    <a:pt x="1482647" y="2112528"/>
                    <a:pt x="1472536" y="2106285"/>
                  </a:cubicBezTo>
                  <a:cubicBezTo>
                    <a:pt x="1395339" y="2058631"/>
                    <a:pt x="1317352" y="2012295"/>
                    <a:pt x="1238485" y="1967455"/>
                  </a:cubicBezTo>
                  <a:cubicBezTo>
                    <a:pt x="1228549" y="1961828"/>
                    <a:pt x="1209558" y="1962707"/>
                    <a:pt x="1199271" y="1968598"/>
                  </a:cubicBezTo>
                  <a:cubicBezTo>
                    <a:pt x="1093499" y="2028298"/>
                    <a:pt x="988871" y="2089756"/>
                    <a:pt x="878615" y="2153764"/>
                  </a:cubicBezTo>
                  <a:close/>
                  <a:moveTo>
                    <a:pt x="1731118" y="2518645"/>
                  </a:moveTo>
                  <a:cubicBezTo>
                    <a:pt x="1986710" y="2477233"/>
                    <a:pt x="2187614" y="2357130"/>
                    <a:pt x="2344996" y="2153500"/>
                  </a:cubicBezTo>
                  <a:cubicBezTo>
                    <a:pt x="2232983" y="2088437"/>
                    <a:pt x="2124661" y="2025220"/>
                    <a:pt x="2015725" y="1963234"/>
                  </a:cubicBezTo>
                  <a:cubicBezTo>
                    <a:pt x="2008867" y="1959278"/>
                    <a:pt x="1995063" y="1961300"/>
                    <a:pt x="1987501" y="1965696"/>
                  </a:cubicBezTo>
                  <a:cubicBezTo>
                    <a:pt x="1907755" y="2012032"/>
                    <a:pt x="1828360" y="2058983"/>
                    <a:pt x="1749845" y="2107252"/>
                  </a:cubicBezTo>
                  <a:cubicBezTo>
                    <a:pt x="1740701" y="2112880"/>
                    <a:pt x="1732085" y="2127563"/>
                    <a:pt x="1731909" y="2138201"/>
                  </a:cubicBezTo>
                  <a:cubicBezTo>
                    <a:pt x="1730678" y="2262349"/>
                    <a:pt x="1731118" y="2386672"/>
                    <a:pt x="1731118" y="2518645"/>
                  </a:cubicBezTo>
                  <a:close/>
                  <a:moveTo>
                    <a:pt x="768887" y="1948376"/>
                  </a:moveTo>
                  <a:cubicBezTo>
                    <a:pt x="843710" y="1904678"/>
                    <a:pt x="917038" y="1862299"/>
                    <a:pt x="989926" y="1819216"/>
                  </a:cubicBezTo>
                  <a:cubicBezTo>
                    <a:pt x="1031338" y="1794686"/>
                    <a:pt x="1087872" y="1778068"/>
                    <a:pt x="1108710" y="1741405"/>
                  </a:cubicBezTo>
                  <a:cubicBezTo>
                    <a:pt x="1129636" y="1704653"/>
                    <a:pt x="1115392" y="1647503"/>
                    <a:pt x="1115392" y="1599321"/>
                  </a:cubicBezTo>
                  <a:cubicBezTo>
                    <a:pt x="1115392" y="1546743"/>
                    <a:pt x="1131570" y="1483702"/>
                    <a:pt x="1108270" y="1444488"/>
                  </a:cubicBezTo>
                  <a:cubicBezTo>
                    <a:pt x="1084004" y="1403604"/>
                    <a:pt x="1021315" y="1385228"/>
                    <a:pt x="974803" y="1358060"/>
                  </a:cubicBezTo>
                  <a:cubicBezTo>
                    <a:pt x="908245" y="1319198"/>
                    <a:pt x="841072" y="1281303"/>
                    <a:pt x="774075" y="1242881"/>
                  </a:cubicBezTo>
                  <a:cubicBezTo>
                    <a:pt x="677799" y="1425321"/>
                    <a:pt x="675161" y="1751164"/>
                    <a:pt x="768887" y="1948376"/>
                  </a:cubicBezTo>
                  <a:close/>
                  <a:moveTo>
                    <a:pt x="2456835" y="1949870"/>
                  </a:moveTo>
                  <a:cubicBezTo>
                    <a:pt x="2547923" y="1708257"/>
                    <a:pt x="2547835" y="1476404"/>
                    <a:pt x="2446548" y="1241298"/>
                  </a:cubicBezTo>
                  <a:cubicBezTo>
                    <a:pt x="2336732" y="1305042"/>
                    <a:pt x="2231576" y="1365357"/>
                    <a:pt x="2127826" y="1427783"/>
                  </a:cubicBezTo>
                  <a:cubicBezTo>
                    <a:pt x="2117452" y="1434026"/>
                    <a:pt x="2109978" y="1453544"/>
                    <a:pt x="2109714" y="1467085"/>
                  </a:cubicBezTo>
                  <a:cubicBezTo>
                    <a:pt x="2108044" y="1550436"/>
                    <a:pt x="2108308" y="1633875"/>
                    <a:pt x="2109538" y="1717314"/>
                  </a:cubicBezTo>
                  <a:cubicBezTo>
                    <a:pt x="2109714" y="1730062"/>
                    <a:pt x="2114814" y="1748878"/>
                    <a:pt x="2123958" y="1754417"/>
                  </a:cubicBezTo>
                  <a:cubicBezTo>
                    <a:pt x="2232631" y="1819744"/>
                    <a:pt x="2342623" y="1883224"/>
                    <a:pt x="2456835" y="1949870"/>
                  </a:cubicBezTo>
                  <a:close/>
                  <a:moveTo>
                    <a:pt x="1731205" y="703912"/>
                  </a:moveTo>
                  <a:cubicBezTo>
                    <a:pt x="1731205" y="830785"/>
                    <a:pt x="1730678" y="957834"/>
                    <a:pt x="1732173" y="1084795"/>
                  </a:cubicBezTo>
                  <a:cubicBezTo>
                    <a:pt x="1732261" y="1094467"/>
                    <a:pt x="1744394" y="1107303"/>
                    <a:pt x="1754241" y="1113018"/>
                  </a:cubicBezTo>
                  <a:cubicBezTo>
                    <a:pt x="1823788" y="1153463"/>
                    <a:pt x="1893863" y="1192940"/>
                    <a:pt x="1964553" y="1231187"/>
                  </a:cubicBezTo>
                  <a:cubicBezTo>
                    <a:pt x="1974137" y="1236374"/>
                    <a:pt x="1991018" y="1238309"/>
                    <a:pt x="1999810" y="1233297"/>
                  </a:cubicBezTo>
                  <a:cubicBezTo>
                    <a:pt x="2110242" y="1170960"/>
                    <a:pt x="2219794" y="1107040"/>
                    <a:pt x="2329786" y="1043471"/>
                  </a:cubicBezTo>
                  <a:cubicBezTo>
                    <a:pt x="2201066" y="861822"/>
                    <a:pt x="1923230" y="703736"/>
                    <a:pt x="1731205" y="703912"/>
                  </a:cubicBezTo>
                  <a:close/>
                  <a:moveTo>
                    <a:pt x="1493286" y="715870"/>
                  </a:moveTo>
                  <a:cubicBezTo>
                    <a:pt x="1324561" y="689581"/>
                    <a:pt x="1002939" y="870351"/>
                    <a:pt x="903234" y="1047516"/>
                  </a:cubicBezTo>
                  <a:cubicBezTo>
                    <a:pt x="1011379" y="1110644"/>
                    <a:pt x="1119525" y="1174125"/>
                    <a:pt x="1228461" y="1236199"/>
                  </a:cubicBezTo>
                  <a:cubicBezTo>
                    <a:pt x="1235759" y="1240331"/>
                    <a:pt x="1251057" y="1236023"/>
                    <a:pt x="1260026" y="1231011"/>
                  </a:cubicBezTo>
                  <a:cubicBezTo>
                    <a:pt x="1330188" y="1191709"/>
                    <a:pt x="1400087" y="1151968"/>
                    <a:pt x="1469107" y="1110644"/>
                  </a:cubicBezTo>
                  <a:cubicBezTo>
                    <a:pt x="1479745" y="1104314"/>
                    <a:pt x="1492055" y="1089631"/>
                    <a:pt x="1492231" y="1078640"/>
                  </a:cubicBezTo>
                  <a:cubicBezTo>
                    <a:pt x="1493901" y="957482"/>
                    <a:pt x="1493286" y="836324"/>
                    <a:pt x="1493286" y="7158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xmlns="" id="{075F45D3-1548-4546-8A4A-5D6F6BC9B798}"/>
                </a:ext>
              </a:extLst>
            </p:cNvPr>
            <p:cNvSpPr/>
            <p:nvPr/>
          </p:nvSpPr>
          <p:spPr>
            <a:xfrm flipH="1">
              <a:off x="3027347" y="2681487"/>
              <a:ext cx="1112517" cy="1112730"/>
            </a:xfrm>
            <a:custGeom>
              <a:avLst/>
              <a:gdLst>
                <a:gd name="connsiteX0" fmla="*/ 1779651 w 3214291"/>
                <a:gd name="connsiteY0" fmla="*/ 0 h 3214907"/>
                <a:gd name="connsiteX1" fmla="*/ 1939935 w 3214291"/>
                <a:gd name="connsiteY1" fmla="*/ 29982 h 3214907"/>
                <a:gd name="connsiteX2" fmla="*/ 1939319 w 3214291"/>
                <a:gd name="connsiteY2" fmla="*/ 237920 h 3214907"/>
                <a:gd name="connsiteX3" fmla="*/ 1974576 w 3214291"/>
                <a:gd name="connsiteY3" fmla="*/ 287157 h 3214907"/>
                <a:gd name="connsiteX4" fmla="*/ 2041310 w 3214291"/>
                <a:gd name="connsiteY4" fmla="*/ 308786 h 3214907"/>
                <a:gd name="connsiteX5" fmla="*/ 2166161 w 3214291"/>
                <a:gd name="connsiteY5" fmla="*/ 270803 h 3214907"/>
                <a:gd name="connsiteX6" fmla="*/ 2270174 w 3214291"/>
                <a:gd name="connsiteY6" fmla="*/ 137600 h 3214907"/>
                <a:gd name="connsiteX7" fmla="*/ 2436612 w 3214291"/>
                <a:gd name="connsiteY7" fmla="*/ 219368 h 3214907"/>
                <a:gd name="connsiteX8" fmla="*/ 2370758 w 3214291"/>
                <a:gd name="connsiteY8" fmla="*/ 425636 h 3214907"/>
                <a:gd name="connsiteX9" fmla="*/ 2391684 w 3214291"/>
                <a:gd name="connsiteY9" fmla="*/ 491226 h 3214907"/>
                <a:gd name="connsiteX10" fmla="*/ 2495960 w 3214291"/>
                <a:gd name="connsiteY10" fmla="*/ 565961 h 3214907"/>
                <a:gd name="connsiteX11" fmla="*/ 2611316 w 3214291"/>
                <a:gd name="connsiteY11" fmla="*/ 500810 h 3214907"/>
                <a:gd name="connsiteX12" fmla="*/ 2711284 w 3214291"/>
                <a:gd name="connsiteY12" fmla="*/ 443924 h 3214907"/>
                <a:gd name="connsiteX13" fmla="*/ 2798416 w 3214291"/>
                <a:gd name="connsiteY13" fmla="*/ 518219 h 3214907"/>
                <a:gd name="connsiteX14" fmla="*/ 2843169 w 3214291"/>
                <a:gd name="connsiteY14" fmla="*/ 564466 h 3214907"/>
                <a:gd name="connsiteX15" fmla="*/ 2684116 w 3214291"/>
                <a:gd name="connsiteY15" fmla="*/ 776361 h 3214907"/>
                <a:gd name="connsiteX16" fmla="*/ 2765972 w 3214291"/>
                <a:gd name="connsiteY16" fmla="*/ 905168 h 3214907"/>
                <a:gd name="connsiteX17" fmla="*/ 2805538 w 3214291"/>
                <a:gd name="connsiteY17" fmla="*/ 916686 h 3214907"/>
                <a:gd name="connsiteX18" fmla="*/ 2993693 w 3214291"/>
                <a:gd name="connsiteY18" fmla="*/ 872900 h 3214907"/>
                <a:gd name="connsiteX19" fmla="*/ 3047326 w 3214291"/>
                <a:gd name="connsiteY19" fmla="*/ 898310 h 3214907"/>
                <a:gd name="connsiteX20" fmla="*/ 3108169 w 3214291"/>
                <a:gd name="connsiteY20" fmla="*/ 1031777 h 3214907"/>
                <a:gd name="connsiteX21" fmla="*/ 2920893 w 3214291"/>
                <a:gd name="connsiteY21" fmla="*/ 1157947 h 3214907"/>
                <a:gd name="connsiteX22" fmla="*/ 2898648 w 3214291"/>
                <a:gd name="connsiteY22" fmla="*/ 1211756 h 3214907"/>
                <a:gd name="connsiteX23" fmla="*/ 2926080 w 3214291"/>
                <a:gd name="connsiteY23" fmla="*/ 1322539 h 3214907"/>
                <a:gd name="connsiteX24" fmla="*/ 2968195 w 3214291"/>
                <a:gd name="connsiteY24" fmla="*/ 1355334 h 3214907"/>
                <a:gd name="connsiteX25" fmla="*/ 3195916 w 3214291"/>
                <a:gd name="connsiteY25" fmla="*/ 1373271 h 3214907"/>
                <a:gd name="connsiteX26" fmla="*/ 3214292 w 3214291"/>
                <a:gd name="connsiteY26" fmla="*/ 1553073 h 3214907"/>
                <a:gd name="connsiteX27" fmla="*/ 2992814 w 3214291"/>
                <a:gd name="connsiteY27" fmla="*/ 1614532 h 3214907"/>
                <a:gd name="connsiteX28" fmla="*/ 2949028 w 3214291"/>
                <a:gd name="connsiteY28" fmla="*/ 1667022 h 3214907"/>
                <a:gd name="connsiteX29" fmla="*/ 3067812 w 3214291"/>
                <a:gd name="connsiteY29" fmla="*/ 1857463 h 3214907"/>
                <a:gd name="connsiteX30" fmla="*/ 3190201 w 3214291"/>
                <a:gd name="connsiteY30" fmla="*/ 1912855 h 3214907"/>
                <a:gd name="connsiteX31" fmla="*/ 3148262 w 3214291"/>
                <a:gd name="connsiteY31" fmla="*/ 2067160 h 3214907"/>
                <a:gd name="connsiteX32" fmla="*/ 3110631 w 3214291"/>
                <a:gd name="connsiteY32" fmla="*/ 2084393 h 3214907"/>
                <a:gd name="connsiteX33" fmla="*/ 2913067 w 3214291"/>
                <a:gd name="connsiteY33" fmla="*/ 2075248 h 3214907"/>
                <a:gd name="connsiteX34" fmla="*/ 2862248 w 3214291"/>
                <a:gd name="connsiteY34" fmla="*/ 2104967 h 3214907"/>
                <a:gd name="connsiteX35" fmla="*/ 2900231 w 3214291"/>
                <a:gd name="connsiteY35" fmla="*/ 2313872 h 3214907"/>
                <a:gd name="connsiteX36" fmla="*/ 3003013 w 3214291"/>
                <a:gd name="connsiteY36" fmla="*/ 2408741 h 3214907"/>
                <a:gd name="connsiteX37" fmla="*/ 2904539 w 3214291"/>
                <a:gd name="connsiteY37" fmla="*/ 2567442 h 3214907"/>
                <a:gd name="connsiteX38" fmla="*/ 2687281 w 3214291"/>
                <a:gd name="connsiteY38" fmla="*/ 2478288 h 3214907"/>
                <a:gd name="connsiteX39" fmla="*/ 2626438 w 3214291"/>
                <a:gd name="connsiteY39" fmla="*/ 2490773 h 3214907"/>
                <a:gd name="connsiteX40" fmla="*/ 2536669 w 3214291"/>
                <a:gd name="connsiteY40" fmla="*/ 2586609 h 3214907"/>
                <a:gd name="connsiteX41" fmla="*/ 2667410 w 3214291"/>
                <a:gd name="connsiteY41" fmla="*/ 2826288 h 3214907"/>
                <a:gd name="connsiteX42" fmla="*/ 2518821 w 3214291"/>
                <a:gd name="connsiteY42" fmla="*/ 2941027 h 3214907"/>
                <a:gd name="connsiteX43" fmla="*/ 2344293 w 3214291"/>
                <a:gd name="connsiteY43" fmla="*/ 2785052 h 3214907"/>
                <a:gd name="connsiteX44" fmla="*/ 2287231 w 3214291"/>
                <a:gd name="connsiteY44" fmla="*/ 2777666 h 3214907"/>
                <a:gd name="connsiteX45" fmla="*/ 2184273 w 3214291"/>
                <a:gd name="connsiteY45" fmla="*/ 2839740 h 3214907"/>
                <a:gd name="connsiteX46" fmla="*/ 2191483 w 3214291"/>
                <a:gd name="connsiteY46" fmla="*/ 2957996 h 3214907"/>
                <a:gd name="connsiteX47" fmla="*/ 2193945 w 3214291"/>
                <a:gd name="connsiteY47" fmla="*/ 2979801 h 3214907"/>
                <a:gd name="connsiteX48" fmla="*/ 2206430 w 3214291"/>
                <a:gd name="connsiteY48" fmla="*/ 3105004 h 3214907"/>
                <a:gd name="connsiteX49" fmla="*/ 2055026 w 3214291"/>
                <a:gd name="connsiteY49" fmla="*/ 3162593 h 3214907"/>
                <a:gd name="connsiteX50" fmla="*/ 2021352 w 3214291"/>
                <a:gd name="connsiteY50" fmla="*/ 3140085 h 3214907"/>
                <a:gd name="connsiteX51" fmla="*/ 1924460 w 3214291"/>
                <a:gd name="connsiteY51" fmla="*/ 2962832 h 3214907"/>
                <a:gd name="connsiteX52" fmla="*/ 1876190 w 3214291"/>
                <a:gd name="connsiteY52" fmla="*/ 2937774 h 3214907"/>
                <a:gd name="connsiteX53" fmla="*/ 1776310 w 3214291"/>
                <a:gd name="connsiteY53" fmla="*/ 2952809 h 3214907"/>
                <a:gd name="connsiteX54" fmla="*/ 1734283 w 3214291"/>
                <a:gd name="connsiteY54" fmla="*/ 2997562 h 3214907"/>
                <a:gd name="connsiteX55" fmla="*/ 1698674 w 3214291"/>
                <a:gd name="connsiteY55" fmla="*/ 3205324 h 3214907"/>
                <a:gd name="connsiteX56" fmla="*/ 1693223 w 3214291"/>
                <a:gd name="connsiteY56" fmla="*/ 3214907 h 3214907"/>
                <a:gd name="connsiteX57" fmla="*/ 1509727 w 3214291"/>
                <a:gd name="connsiteY57" fmla="*/ 3214907 h 3214907"/>
                <a:gd name="connsiteX58" fmla="*/ 1465766 w 3214291"/>
                <a:gd name="connsiteY58" fmla="*/ 2998441 h 3214907"/>
                <a:gd name="connsiteX59" fmla="*/ 1421892 w 3214291"/>
                <a:gd name="connsiteY59" fmla="*/ 2954040 h 3214907"/>
                <a:gd name="connsiteX60" fmla="*/ 1239540 w 3214291"/>
                <a:gd name="connsiteY60" fmla="*/ 3036072 h 3214907"/>
                <a:gd name="connsiteX61" fmla="*/ 1172366 w 3214291"/>
                <a:gd name="connsiteY61" fmla="*/ 3162681 h 3214907"/>
                <a:gd name="connsiteX62" fmla="*/ 1083564 w 3214291"/>
                <a:gd name="connsiteY62" fmla="*/ 3134985 h 3214907"/>
                <a:gd name="connsiteX63" fmla="*/ 993091 w 3214291"/>
                <a:gd name="connsiteY63" fmla="*/ 3103421 h 3214907"/>
                <a:gd name="connsiteX64" fmla="*/ 1026326 w 3214291"/>
                <a:gd name="connsiteY64" fmla="*/ 2876404 h 3214907"/>
                <a:gd name="connsiteX65" fmla="*/ 1000301 w 3214291"/>
                <a:gd name="connsiteY65" fmla="*/ 2825232 h 3214907"/>
                <a:gd name="connsiteX66" fmla="*/ 792979 w 3214291"/>
                <a:gd name="connsiteY66" fmla="*/ 2848444 h 3214907"/>
                <a:gd name="connsiteX67" fmla="*/ 692834 w 3214291"/>
                <a:gd name="connsiteY67" fmla="*/ 2939708 h 3214907"/>
                <a:gd name="connsiteX68" fmla="*/ 539320 w 3214291"/>
                <a:gd name="connsiteY68" fmla="*/ 2820133 h 3214907"/>
                <a:gd name="connsiteX69" fmla="*/ 661709 w 3214291"/>
                <a:gd name="connsiteY69" fmla="*/ 2592236 h 3214907"/>
                <a:gd name="connsiteX70" fmla="*/ 559279 w 3214291"/>
                <a:gd name="connsiteY70" fmla="*/ 2483563 h 3214907"/>
                <a:gd name="connsiteX71" fmla="*/ 517867 w 3214291"/>
                <a:gd name="connsiteY71" fmla="*/ 2481717 h 3214907"/>
                <a:gd name="connsiteX72" fmla="*/ 313182 w 3214291"/>
                <a:gd name="connsiteY72" fmla="*/ 2570871 h 3214907"/>
                <a:gd name="connsiteX73" fmla="*/ 206971 w 3214291"/>
                <a:gd name="connsiteY73" fmla="*/ 2410411 h 3214907"/>
                <a:gd name="connsiteX74" fmla="*/ 368661 w 3214291"/>
                <a:gd name="connsiteY74" fmla="*/ 2261030 h 3214907"/>
                <a:gd name="connsiteX75" fmla="*/ 380355 w 3214291"/>
                <a:gd name="connsiteY75" fmla="*/ 2205551 h 3214907"/>
                <a:gd name="connsiteX76" fmla="*/ 350286 w 3214291"/>
                <a:gd name="connsiteY76" fmla="*/ 2142158 h 3214907"/>
                <a:gd name="connsiteX77" fmla="*/ 252867 w 3214291"/>
                <a:gd name="connsiteY77" fmla="*/ 2088261 h 3214907"/>
                <a:gd name="connsiteX78" fmla="*/ 74383 w 3214291"/>
                <a:gd name="connsiteY78" fmla="*/ 2103208 h 3214907"/>
                <a:gd name="connsiteX79" fmla="*/ 30509 w 3214291"/>
                <a:gd name="connsiteY79" fmla="*/ 1936066 h 3214907"/>
                <a:gd name="connsiteX80" fmla="*/ 52754 w 3214291"/>
                <a:gd name="connsiteY80" fmla="*/ 1903535 h 3214907"/>
                <a:gd name="connsiteX81" fmla="*/ 220687 w 3214291"/>
                <a:gd name="connsiteY81" fmla="*/ 1827218 h 3214907"/>
                <a:gd name="connsiteX82" fmla="*/ 248646 w 3214291"/>
                <a:gd name="connsiteY82" fmla="*/ 1780706 h 3214907"/>
                <a:gd name="connsiteX83" fmla="*/ 243371 w 3214291"/>
                <a:gd name="connsiteY83" fmla="*/ 1719424 h 3214907"/>
                <a:gd name="connsiteX84" fmla="*/ 164944 w 3214291"/>
                <a:gd name="connsiteY84" fmla="*/ 1624906 h 3214907"/>
                <a:gd name="connsiteX85" fmla="*/ 0 w 3214291"/>
                <a:gd name="connsiteY85" fmla="*/ 1580241 h 3214907"/>
                <a:gd name="connsiteX86" fmla="*/ 12485 w 3214291"/>
                <a:gd name="connsiteY86" fmla="*/ 1413627 h 3214907"/>
                <a:gd name="connsiteX87" fmla="*/ 40796 w 3214291"/>
                <a:gd name="connsiteY87" fmla="*/ 1390328 h 3214907"/>
                <a:gd name="connsiteX88" fmla="*/ 228072 w 3214291"/>
                <a:gd name="connsiteY88" fmla="*/ 1366061 h 3214907"/>
                <a:gd name="connsiteX89" fmla="*/ 267462 w 3214291"/>
                <a:gd name="connsiteY89" fmla="*/ 1329661 h 3214907"/>
                <a:gd name="connsiteX90" fmla="*/ 288476 w 3214291"/>
                <a:gd name="connsiteY90" fmla="*/ 1198568 h 3214907"/>
                <a:gd name="connsiteX91" fmla="*/ 185078 w 3214291"/>
                <a:gd name="connsiteY91" fmla="*/ 1122866 h 3214907"/>
                <a:gd name="connsiteX92" fmla="*/ 93023 w 3214291"/>
                <a:gd name="connsiteY92" fmla="*/ 1062111 h 3214907"/>
                <a:gd name="connsiteX93" fmla="*/ 164768 w 3214291"/>
                <a:gd name="connsiteY93" fmla="*/ 886880 h 3214907"/>
                <a:gd name="connsiteX94" fmla="*/ 369013 w 3214291"/>
                <a:gd name="connsiteY94" fmla="*/ 931545 h 3214907"/>
                <a:gd name="connsiteX95" fmla="*/ 422646 w 3214291"/>
                <a:gd name="connsiteY95" fmla="*/ 910531 h 3214907"/>
                <a:gd name="connsiteX96" fmla="*/ 497557 w 3214291"/>
                <a:gd name="connsiteY96" fmla="*/ 792627 h 3214907"/>
                <a:gd name="connsiteX97" fmla="*/ 349758 w 3214291"/>
                <a:gd name="connsiteY97" fmla="*/ 599811 h 3214907"/>
                <a:gd name="connsiteX98" fmla="*/ 477071 w 3214291"/>
                <a:gd name="connsiteY98" fmla="*/ 458079 h 3214907"/>
                <a:gd name="connsiteX99" fmla="*/ 642278 w 3214291"/>
                <a:gd name="connsiteY99" fmla="*/ 563059 h 3214907"/>
                <a:gd name="connsiteX100" fmla="*/ 717276 w 3214291"/>
                <a:gd name="connsiteY100" fmla="*/ 557432 h 3214907"/>
                <a:gd name="connsiteX101" fmla="*/ 754820 w 3214291"/>
                <a:gd name="connsiteY101" fmla="*/ 527099 h 3214907"/>
                <a:gd name="connsiteX102" fmla="*/ 793682 w 3214291"/>
                <a:gd name="connsiteY102" fmla="*/ 399347 h 3214907"/>
                <a:gd name="connsiteX103" fmla="*/ 755347 w 3214291"/>
                <a:gd name="connsiteY103" fmla="*/ 277925 h 3214907"/>
                <a:gd name="connsiteX104" fmla="*/ 774251 w 3214291"/>
                <a:gd name="connsiteY104" fmla="*/ 224995 h 3214907"/>
                <a:gd name="connsiteX105" fmla="*/ 896200 w 3214291"/>
                <a:gd name="connsiteY105" fmla="*/ 155096 h 3214907"/>
                <a:gd name="connsiteX106" fmla="*/ 907191 w 3214291"/>
                <a:gd name="connsiteY106" fmla="*/ 150700 h 3214907"/>
                <a:gd name="connsiteX107" fmla="*/ 1035119 w 3214291"/>
                <a:gd name="connsiteY107" fmla="*/ 310544 h 3214907"/>
                <a:gd name="connsiteX108" fmla="*/ 1097632 w 3214291"/>
                <a:gd name="connsiteY108" fmla="*/ 328920 h 3214907"/>
                <a:gd name="connsiteX109" fmla="*/ 1219669 w 3214291"/>
                <a:gd name="connsiteY109" fmla="*/ 276166 h 3214907"/>
                <a:gd name="connsiteX110" fmla="*/ 1227758 w 3214291"/>
                <a:gd name="connsiteY110" fmla="*/ 148326 h 3214907"/>
                <a:gd name="connsiteX111" fmla="*/ 1227846 w 3214291"/>
                <a:gd name="connsiteY111" fmla="*/ 37631 h 3214907"/>
                <a:gd name="connsiteX112" fmla="*/ 1383294 w 3214291"/>
                <a:gd name="connsiteY112" fmla="*/ 11078 h 3214907"/>
                <a:gd name="connsiteX113" fmla="*/ 1415737 w 3214291"/>
                <a:gd name="connsiteY113" fmla="*/ 8968 h 3214907"/>
                <a:gd name="connsiteX114" fmla="*/ 1485109 w 3214291"/>
                <a:gd name="connsiteY114" fmla="*/ 198794 h 3214907"/>
                <a:gd name="connsiteX115" fmla="*/ 1529334 w 3214291"/>
                <a:gd name="connsiteY115" fmla="*/ 229831 h 3214907"/>
                <a:gd name="connsiteX116" fmla="*/ 1666758 w 3214291"/>
                <a:gd name="connsiteY116" fmla="*/ 223237 h 3214907"/>
                <a:gd name="connsiteX117" fmla="*/ 1721182 w 3214291"/>
                <a:gd name="connsiteY117" fmla="*/ 99617 h 3214907"/>
                <a:gd name="connsiteX118" fmla="*/ 1753362 w 3214291"/>
                <a:gd name="connsiteY118" fmla="*/ 264 h 3214907"/>
                <a:gd name="connsiteX119" fmla="*/ 1779651 w 3214291"/>
                <a:gd name="connsiteY119" fmla="*/ 0 h 3214907"/>
                <a:gd name="connsiteX120" fmla="*/ 1603893 w 3214291"/>
                <a:gd name="connsiteY120" fmla="*/ 1891929 h 3214907"/>
                <a:gd name="connsiteX121" fmla="*/ 1892281 w 3214291"/>
                <a:gd name="connsiteY121" fmla="*/ 1604420 h 3214907"/>
                <a:gd name="connsiteX122" fmla="*/ 1607762 w 3214291"/>
                <a:gd name="connsiteY122" fmla="*/ 1326408 h 3214907"/>
                <a:gd name="connsiteX123" fmla="*/ 1323243 w 3214291"/>
                <a:gd name="connsiteY123" fmla="*/ 1604069 h 3214907"/>
                <a:gd name="connsiteX124" fmla="*/ 1603893 w 3214291"/>
                <a:gd name="connsiteY124" fmla="*/ 1891929 h 3214907"/>
                <a:gd name="connsiteX125" fmla="*/ 1579099 w 3214291"/>
                <a:gd name="connsiteY125" fmla="*/ 2795602 h 3214907"/>
                <a:gd name="connsiteX126" fmla="*/ 1745449 w 3214291"/>
                <a:gd name="connsiteY126" fmla="*/ 2767203 h 3214907"/>
                <a:gd name="connsiteX127" fmla="*/ 1862386 w 3214291"/>
                <a:gd name="connsiteY127" fmla="*/ 2571838 h 3214907"/>
                <a:gd name="connsiteX128" fmla="*/ 1735338 w 3214291"/>
                <a:gd name="connsiteY128" fmla="*/ 2305167 h 3214907"/>
                <a:gd name="connsiteX129" fmla="*/ 1441763 w 3214291"/>
                <a:gd name="connsiteY129" fmla="*/ 2294089 h 3214907"/>
                <a:gd name="connsiteX130" fmla="*/ 1308120 w 3214291"/>
                <a:gd name="connsiteY130" fmla="*/ 2584323 h 3214907"/>
                <a:gd name="connsiteX131" fmla="*/ 1413803 w 3214291"/>
                <a:gd name="connsiteY131" fmla="*/ 2760785 h 3214907"/>
                <a:gd name="connsiteX132" fmla="*/ 1579099 w 3214291"/>
                <a:gd name="connsiteY132" fmla="*/ 2795602 h 3214907"/>
                <a:gd name="connsiteX133" fmla="*/ 949833 w 3214291"/>
                <a:gd name="connsiteY133" fmla="*/ 1372567 h 3214907"/>
                <a:gd name="connsiteX134" fmla="*/ 1103698 w 3214291"/>
                <a:gd name="connsiteY134" fmla="*/ 1151265 h 3214907"/>
                <a:gd name="connsiteX135" fmla="*/ 917565 w 3214291"/>
                <a:gd name="connsiteY135" fmla="*/ 872021 h 3214907"/>
                <a:gd name="connsiteX136" fmla="*/ 687734 w 3214291"/>
                <a:gd name="connsiteY136" fmla="*/ 891276 h 3214907"/>
                <a:gd name="connsiteX137" fmla="*/ 543628 w 3214291"/>
                <a:gd name="connsiteY137" fmla="*/ 1115128 h 3214907"/>
                <a:gd name="connsiteX138" fmla="*/ 670677 w 3214291"/>
                <a:gd name="connsiteY138" fmla="*/ 1362720 h 3214907"/>
                <a:gd name="connsiteX139" fmla="*/ 949833 w 3214291"/>
                <a:gd name="connsiteY139" fmla="*/ 1372567 h 3214907"/>
                <a:gd name="connsiteX140" fmla="*/ 515405 w 3214291"/>
                <a:gd name="connsiteY140" fmla="*/ 1994183 h 3214907"/>
                <a:gd name="connsiteX141" fmla="*/ 539936 w 3214291"/>
                <a:gd name="connsiteY141" fmla="*/ 2091075 h 3214907"/>
                <a:gd name="connsiteX142" fmla="*/ 638058 w 3214291"/>
                <a:gd name="connsiteY142" fmla="*/ 2276768 h 3214907"/>
                <a:gd name="connsiteX143" fmla="*/ 918708 w 3214291"/>
                <a:gd name="connsiteY143" fmla="*/ 2308596 h 3214907"/>
                <a:gd name="connsiteX144" fmla="*/ 1081894 w 3214291"/>
                <a:gd name="connsiteY144" fmla="*/ 2018186 h 3214907"/>
                <a:gd name="connsiteX145" fmla="*/ 973133 w 3214291"/>
                <a:gd name="connsiteY145" fmla="*/ 1822909 h 3214907"/>
                <a:gd name="connsiteX146" fmla="*/ 618099 w 3214291"/>
                <a:gd name="connsiteY146" fmla="*/ 1839790 h 3214907"/>
                <a:gd name="connsiteX147" fmla="*/ 515405 w 3214291"/>
                <a:gd name="connsiteY147" fmla="*/ 1994183 h 3214907"/>
                <a:gd name="connsiteX148" fmla="*/ 2380781 w 3214291"/>
                <a:gd name="connsiteY148" fmla="*/ 1836186 h 3214907"/>
                <a:gd name="connsiteX149" fmla="*/ 2257777 w 3214291"/>
                <a:gd name="connsiteY149" fmla="*/ 1849902 h 3214907"/>
                <a:gd name="connsiteX150" fmla="*/ 2111033 w 3214291"/>
                <a:gd name="connsiteY150" fmla="*/ 2083425 h 3214907"/>
                <a:gd name="connsiteX151" fmla="*/ 2305256 w 3214291"/>
                <a:gd name="connsiteY151" fmla="*/ 2357042 h 3214907"/>
                <a:gd name="connsiteX152" fmla="*/ 2524184 w 3214291"/>
                <a:gd name="connsiteY152" fmla="*/ 2334270 h 3214907"/>
                <a:gd name="connsiteX153" fmla="*/ 2666004 w 3214291"/>
                <a:gd name="connsiteY153" fmla="*/ 2109626 h 3214907"/>
                <a:gd name="connsiteX154" fmla="*/ 2544230 w 3214291"/>
                <a:gd name="connsiteY154" fmla="*/ 1863002 h 3214907"/>
                <a:gd name="connsiteX155" fmla="*/ 2380781 w 3214291"/>
                <a:gd name="connsiteY155" fmla="*/ 1836186 h 3214907"/>
                <a:gd name="connsiteX156" fmla="*/ 1901249 w 3214291"/>
                <a:gd name="connsiteY156" fmla="*/ 614494 h 3214907"/>
                <a:gd name="connsiteX157" fmla="*/ 1780443 w 3214291"/>
                <a:gd name="connsiteY157" fmla="*/ 450957 h 3214907"/>
                <a:gd name="connsiteX158" fmla="*/ 1493462 w 3214291"/>
                <a:gd name="connsiteY158" fmla="*/ 444803 h 3214907"/>
                <a:gd name="connsiteX159" fmla="*/ 1363336 w 3214291"/>
                <a:gd name="connsiteY159" fmla="*/ 686415 h 3214907"/>
                <a:gd name="connsiteX160" fmla="*/ 1491176 w 3214291"/>
                <a:gd name="connsiteY160" fmla="*/ 919939 h 3214907"/>
                <a:gd name="connsiteX161" fmla="*/ 1744833 w 3214291"/>
                <a:gd name="connsiteY161" fmla="*/ 947899 h 3214907"/>
                <a:gd name="connsiteX162" fmla="*/ 1901249 w 3214291"/>
                <a:gd name="connsiteY162" fmla="*/ 614494 h 3214907"/>
                <a:gd name="connsiteX163" fmla="*/ 2588720 w 3214291"/>
                <a:gd name="connsiteY163" fmla="*/ 1382239 h 3214907"/>
                <a:gd name="connsiteX164" fmla="*/ 2688863 w 3214291"/>
                <a:gd name="connsiteY164" fmla="*/ 1186610 h 3214907"/>
                <a:gd name="connsiteX165" fmla="*/ 2557331 w 3214291"/>
                <a:gd name="connsiteY165" fmla="*/ 921961 h 3214907"/>
                <a:gd name="connsiteX166" fmla="*/ 2307893 w 3214291"/>
                <a:gd name="connsiteY166" fmla="*/ 903585 h 3214907"/>
                <a:gd name="connsiteX167" fmla="*/ 2129057 w 3214291"/>
                <a:gd name="connsiteY167" fmla="*/ 1222482 h 3214907"/>
                <a:gd name="connsiteX168" fmla="*/ 2221816 w 3214291"/>
                <a:gd name="connsiteY168" fmla="*/ 1388130 h 3214907"/>
                <a:gd name="connsiteX169" fmla="*/ 2588720 w 3214291"/>
                <a:gd name="connsiteY169" fmla="*/ 1382239 h 321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3214291" h="3214907">
                  <a:moveTo>
                    <a:pt x="1779651" y="0"/>
                  </a:moveTo>
                  <a:cubicBezTo>
                    <a:pt x="1830998" y="9584"/>
                    <a:pt x="1882345" y="19167"/>
                    <a:pt x="1939935" y="29982"/>
                  </a:cubicBezTo>
                  <a:cubicBezTo>
                    <a:pt x="1939935" y="98122"/>
                    <a:pt x="1941254" y="168021"/>
                    <a:pt x="1939319" y="237920"/>
                  </a:cubicBezTo>
                  <a:cubicBezTo>
                    <a:pt x="1938528" y="265791"/>
                    <a:pt x="1945562" y="281354"/>
                    <a:pt x="1974576" y="287157"/>
                  </a:cubicBezTo>
                  <a:cubicBezTo>
                    <a:pt x="1997349" y="291641"/>
                    <a:pt x="2019242" y="300961"/>
                    <a:pt x="2041310" y="308786"/>
                  </a:cubicBezTo>
                  <a:cubicBezTo>
                    <a:pt x="2116396" y="335251"/>
                    <a:pt x="2116221" y="335339"/>
                    <a:pt x="2166161" y="270803"/>
                  </a:cubicBezTo>
                  <a:cubicBezTo>
                    <a:pt x="2200099" y="227017"/>
                    <a:pt x="2234389" y="183408"/>
                    <a:pt x="2270174" y="137600"/>
                  </a:cubicBezTo>
                  <a:cubicBezTo>
                    <a:pt x="2326181" y="165120"/>
                    <a:pt x="2379638" y="191409"/>
                    <a:pt x="2436612" y="219368"/>
                  </a:cubicBezTo>
                  <a:cubicBezTo>
                    <a:pt x="2414368" y="289882"/>
                    <a:pt x="2394585" y="358462"/>
                    <a:pt x="2370758" y="425636"/>
                  </a:cubicBezTo>
                  <a:cubicBezTo>
                    <a:pt x="2360120" y="455705"/>
                    <a:pt x="2366362" y="473554"/>
                    <a:pt x="2391684" y="491226"/>
                  </a:cubicBezTo>
                  <a:cubicBezTo>
                    <a:pt x="2427556" y="516284"/>
                    <a:pt x="2460704" y="564994"/>
                    <a:pt x="2495960" y="565961"/>
                  </a:cubicBezTo>
                  <a:cubicBezTo>
                    <a:pt x="2533768" y="567016"/>
                    <a:pt x="2572893" y="524461"/>
                    <a:pt x="2611316" y="500810"/>
                  </a:cubicBezTo>
                  <a:cubicBezTo>
                    <a:pt x="2644814" y="480236"/>
                    <a:pt x="2679896" y="441110"/>
                    <a:pt x="2711284" y="443924"/>
                  </a:cubicBezTo>
                  <a:cubicBezTo>
                    <a:pt x="2742321" y="446737"/>
                    <a:pt x="2769841" y="491402"/>
                    <a:pt x="2798416" y="518219"/>
                  </a:cubicBezTo>
                  <a:cubicBezTo>
                    <a:pt x="2813187" y="532198"/>
                    <a:pt x="2826727" y="547409"/>
                    <a:pt x="2843169" y="564466"/>
                  </a:cubicBezTo>
                  <a:cubicBezTo>
                    <a:pt x="2790767" y="634277"/>
                    <a:pt x="2738277" y="704264"/>
                    <a:pt x="2684116" y="776361"/>
                  </a:cubicBezTo>
                  <a:cubicBezTo>
                    <a:pt x="2711108" y="819619"/>
                    <a:pt x="2736694" y="863668"/>
                    <a:pt x="2765972" y="905168"/>
                  </a:cubicBezTo>
                  <a:cubicBezTo>
                    <a:pt x="2772303" y="914136"/>
                    <a:pt x="2793229" y="919148"/>
                    <a:pt x="2805538" y="916686"/>
                  </a:cubicBezTo>
                  <a:cubicBezTo>
                    <a:pt x="2868666" y="903937"/>
                    <a:pt x="2931355" y="889078"/>
                    <a:pt x="2993693" y="872900"/>
                  </a:cubicBezTo>
                  <a:cubicBezTo>
                    <a:pt x="3020686" y="865867"/>
                    <a:pt x="3036160" y="869647"/>
                    <a:pt x="3047326" y="898310"/>
                  </a:cubicBezTo>
                  <a:cubicBezTo>
                    <a:pt x="3064647" y="942975"/>
                    <a:pt x="3086891" y="985794"/>
                    <a:pt x="3108169" y="1031777"/>
                  </a:cubicBezTo>
                  <a:cubicBezTo>
                    <a:pt x="3044600" y="1074860"/>
                    <a:pt x="2983582" y="1117854"/>
                    <a:pt x="2920893" y="1157947"/>
                  </a:cubicBezTo>
                  <a:cubicBezTo>
                    <a:pt x="2898648" y="1172191"/>
                    <a:pt x="2891351" y="1186522"/>
                    <a:pt x="2898648" y="1211756"/>
                  </a:cubicBezTo>
                  <a:cubicBezTo>
                    <a:pt x="2909287" y="1248244"/>
                    <a:pt x="2918519" y="1285260"/>
                    <a:pt x="2926080" y="1322539"/>
                  </a:cubicBezTo>
                  <a:cubicBezTo>
                    <a:pt x="2931092" y="1347245"/>
                    <a:pt x="2943665" y="1354015"/>
                    <a:pt x="2968195" y="1355334"/>
                  </a:cubicBezTo>
                  <a:cubicBezTo>
                    <a:pt x="3042578" y="1359379"/>
                    <a:pt x="3116697" y="1366764"/>
                    <a:pt x="3195916" y="1373271"/>
                  </a:cubicBezTo>
                  <a:cubicBezTo>
                    <a:pt x="3202071" y="1433410"/>
                    <a:pt x="3207962" y="1491000"/>
                    <a:pt x="3214292" y="1553073"/>
                  </a:cubicBezTo>
                  <a:cubicBezTo>
                    <a:pt x="3138590" y="1574351"/>
                    <a:pt x="3066142" y="1596419"/>
                    <a:pt x="2992814" y="1614532"/>
                  </a:cubicBezTo>
                  <a:cubicBezTo>
                    <a:pt x="2962305" y="1622005"/>
                    <a:pt x="2949995" y="1633962"/>
                    <a:pt x="2949028" y="1667022"/>
                  </a:cubicBezTo>
                  <a:cubicBezTo>
                    <a:pt x="2944983" y="1801720"/>
                    <a:pt x="2943753" y="1801632"/>
                    <a:pt x="3067812" y="1857463"/>
                  </a:cubicBezTo>
                  <a:cubicBezTo>
                    <a:pt x="3107641" y="1875399"/>
                    <a:pt x="3147295" y="1893424"/>
                    <a:pt x="3190201" y="1912855"/>
                  </a:cubicBezTo>
                  <a:cubicBezTo>
                    <a:pt x="3176222" y="1966224"/>
                    <a:pt x="3164528" y="2017395"/>
                    <a:pt x="3148262" y="2067160"/>
                  </a:cubicBezTo>
                  <a:cubicBezTo>
                    <a:pt x="3145272" y="2076303"/>
                    <a:pt x="3123555" y="2084656"/>
                    <a:pt x="3110631" y="2084393"/>
                  </a:cubicBezTo>
                  <a:cubicBezTo>
                    <a:pt x="3044776" y="2083161"/>
                    <a:pt x="2978834" y="2080084"/>
                    <a:pt x="2913067" y="2075248"/>
                  </a:cubicBezTo>
                  <a:cubicBezTo>
                    <a:pt x="2887130" y="2073314"/>
                    <a:pt x="2873854" y="2082106"/>
                    <a:pt x="2862248" y="2104967"/>
                  </a:cubicBezTo>
                  <a:cubicBezTo>
                    <a:pt x="2801933" y="2223838"/>
                    <a:pt x="2801405" y="2223487"/>
                    <a:pt x="2900231" y="2313872"/>
                  </a:cubicBezTo>
                  <a:cubicBezTo>
                    <a:pt x="2933642" y="2344469"/>
                    <a:pt x="2966789" y="2375330"/>
                    <a:pt x="3003013" y="2408741"/>
                  </a:cubicBezTo>
                  <a:cubicBezTo>
                    <a:pt x="2970042" y="2461846"/>
                    <a:pt x="2937950" y="2513545"/>
                    <a:pt x="2904539" y="2567442"/>
                  </a:cubicBezTo>
                  <a:cubicBezTo>
                    <a:pt x="2830156" y="2537108"/>
                    <a:pt x="2758147" y="2509061"/>
                    <a:pt x="2687281" y="2478288"/>
                  </a:cubicBezTo>
                  <a:cubicBezTo>
                    <a:pt x="2661784" y="2467209"/>
                    <a:pt x="2644814" y="2469056"/>
                    <a:pt x="2626438" y="2490773"/>
                  </a:cubicBezTo>
                  <a:cubicBezTo>
                    <a:pt x="2599094" y="2523041"/>
                    <a:pt x="2568673" y="2552759"/>
                    <a:pt x="2536669" y="2586609"/>
                  </a:cubicBezTo>
                  <a:cubicBezTo>
                    <a:pt x="2580015" y="2666092"/>
                    <a:pt x="2623185" y="2745310"/>
                    <a:pt x="2667410" y="2826288"/>
                  </a:cubicBezTo>
                  <a:cubicBezTo>
                    <a:pt x="2617646" y="2864710"/>
                    <a:pt x="2569288" y="2902077"/>
                    <a:pt x="2518821" y="2941027"/>
                  </a:cubicBezTo>
                  <a:cubicBezTo>
                    <a:pt x="2459560" y="2888361"/>
                    <a:pt x="2400828" y="2837805"/>
                    <a:pt x="2344293" y="2785052"/>
                  </a:cubicBezTo>
                  <a:cubicBezTo>
                    <a:pt x="2325038" y="2767115"/>
                    <a:pt x="2309827" y="2763774"/>
                    <a:pt x="2287231" y="2777666"/>
                  </a:cubicBezTo>
                  <a:cubicBezTo>
                    <a:pt x="2252414" y="2799031"/>
                    <a:pt x="2200715" y="2809406"/>
                    <a:pt x="2184273" y="2839740"/>
                  </a:cubicBezTo>
                  <a:cubicBezTo>
                    <a:pt x="2168271" y="2869194"/>
                    <a:pt x="2187614" y="2917815"/>
                    <a:pt x="2191483" y="2957996"/>
                  </a:cubicBezTo>
                  <a:cubicBezTo>
                    <a:pt x="2192186" y="2965294"/>
                    <a:pt x="2193241" y="2972503"/>
                    <a:pt x="2193945" y="2979801"/>
                  </a:cubicBezTo>
                  <a:cubicBezTo>
                    <a:pt x="2198165" y="3021565"/>
                    <a:pt x="2202297" y="3063328"/>
                    <a:pt x="2206430" y="3105004"/>
                  </a:cubicBezTo>
                  <a:cubicBezTo>
                    <a:pt x="2156138" y="3124698"/>
                    <a:pt x="2106286" y="3145800"/>
                    <a:pt x="2055026" y="3162593"/>
                  </a:cubicBezTo>
                  <a:cubicBezTo>
                    <a:pt x="2046849" y="3165231"/>
                    <a:pt x="2027682" y="3150987"/>
                    <a:pt x="2021352" y="3140085"/>
                  </a:cubicBezTo>
                  <a:cubicBezTo>
                    <a:pt x="1987501" y="3081880"/>
                    <a:pt x="1955146" y="3022795"/>
                    <a:pt x="1924460" y="2962832"/>
                  </a:cubicBezTo>
                  <a:cubicBezTo>
                    <a:pt x="1913206" y="2940851"/>
                    <a:pt x="1900194" y="2933114"/>
                    <a:pt x="1876190" y="2937774"/>
                  </a:cubicBezTo>
                  <a:cubicBezTo>
                    <a:pt x="1843131" y="2944280"/>
                    <a:pt x="1809809" y="2950083"/>
                    <a:pt x="1776310" y="2952809"/>
                  </a:cubicBezTo>
                  <a:cubicBezTo>
                    <a:pt x="1746768" y="2955271"/>
                    <a:pt x="1738239" y="2970130"/>
                    <a:pt x="1734283" y="2997562"/>
                  </a:cubicBezTo>
                  <a:cubicBezTo>
                    <a:pt x="1724348" y="3067109"/>
                    <a:pt x="1710895" y="3136128"/>
                    <a:pt x="1698674" y="3205324"/>
                  </a:cubicBezTo>
                  <a:cubicBezTo>
                    <a:pt x="1698234" y="3207961"/>
                    <a:pt x="1695948" y="3210247"/>
                    <a:pt x="1693223" y="3214907"/>
                  </a:cubicBezTo>
                  <a:cubicBezTo>
                    <a:pt x="1634842" y="3214907"/>
                    <a:pt x="1575230" y="3214907"/>
                    <a:pt x="1509727" y="3214907"/>
                  </a:cubicBezTo>
                  <a:cubicBezTo>
                    <a:pt x="1494956" y="3143602"/>
                    <a:pt x="1478251" y="3071417"/>
                    <a:pt x="1465766" y="2998441"/>
                  </a:cubicBezTo>
                  <a:cubicBezTo>
                    <a:pt x="1460930" y="2970218"/>
                    <a:pt x="1448269" y="2959843"/>
                    <a:pt x="1421892" y="2954040"/>
                  </a:cubicBezTo>
                  <a:cubicBezTo>
                    <a:pt x="1298008" y="2926696"/>
                    <a:pt x="1298096" y="2925992"/>
                    <a:pt x="1239540" y="3036072"/>
                  </a:cubicBezTo>
                  <a:cubicBezTo>
                    <a:pt x="1217647" y="3077308"/>
                    <a:pt x="1195754" y="3118544"/>
                    <a:pt x="1172366" y="3162681"/>
                  </a:cubicBezTo>
                  <a:cubicBezTo>
                    <a:pt x="1141505" y="3153097"/>
                    <a:pt x="1112403" y="3144481"/>
                    <a:pt x="1083564" y="3134985"/>
                  </a:cubicBezTo>
                  <a:cubicBezTo>
                    <a:pt x="1054550" y="3125402"/>
                    <a:pt x="1025887" y="3114851"/>
                    <a:pt x="993091" y="3103421"/>
                  </a:cubicBezTo>
                  <a:cubicBezTo>
                    <a:pt x="1003994" y="3026488"/>
                    <a:pt x="1012874" y="2951050"/>
                    <a:pt x="1026326" y="2876404"/>
                  </a:cubicBezTo>
                  <a:cubicBezTo>
                    <a:pt x="1031338" y="2848796"/>
                    <a:pt x="1022282" y="2837542"/>
                    <a:pt x="1000301" y="2825232"/>
                  </a:cubicBezTo>
                  <a:cubicBezTo>
                    <a:pt x="888551" y="2762631"/>
                    <a:pt x="888814" y="2762104"/>
                    <a:pt x="792979" y="2848444"/>
                  </a:cubicBezTo>
                  <a:cubicBezTo>
                    <a:pt x="760359" y="2877810"/>
                    <a:pt x="728091" y="2907528"/>
                    <a:pt x="692834" y="2939708"/>
                  </a:cubicBezTo>
                  <a:cubicBezTo>
                    <a:pt x="641663" y="2899879"/>
                    <a:pt x="591283" y="2860577"/>
                    <a:pt x="539320" y="2820133"/>
                  </a:cubicBezTo>
                  <a:cubicBezTo>
                    <a:pt x="580644" y="2743200"/>
                    <a:pt x="620649" y="2668729"/>
                    <a:pt x="661709" y="2592236"/>
                  </a:cubicBezTo>
                  <a:cubicBezTo>
                    <a:pt x="627507" y="2555309"/>
                    <a:pt x="595064" y="2517677"/>
                    <a:pt x="559279" y="2483563"/>
                  </a:cubicBezTo>
                  <a:cubicBezTo>
                    <a:pt x="551542" y="2476178"/>
                    <a:pt x="529824" y="2476793"/>
                    <a:pt x="517867" y="2481717"/>
                  </a:cubicBezTo>
                  <a:cubicBezTo>
                    <a:pt x="450342" y="2509501"/>
                    <a:pt x="383872" y="2539746"/>
                    <a:pt x="313182" y="2570871"/>
                  </a:cubicBezTo>
                  <a:cubicBezTo>
                    <a:pt x="277837" y="2517414"/>
                    <a:pt x="243459" y="2465451"/>
                    <a:pt x="206971" y="2410411"/>
                  </a:cubicBezTo>
                  <a:cubicBezTo>
                    <a:pt x="261132" y="2360031"/>
                    <a:pt x="314061" y="2309563"/>
                    <a:pt x="368661" y="2261030"/>
                  </a:cubicBezTo>
                  <a:cubicBezTo>
                    <a:pt x="387917" y="2243885"/>
                    <a:pt x="395302" y="2229554"/>
                    <a:pt x="380355" y="2205551"/>
                  </a:cubicBezTo>
                  <a:cubicBezTo>
                    <a:pt x="368046" y="2185856"/>
                    <a:pt x="360045" y="2163435"/>
                    <a:pt x="350286" y="2142158"/>
                  </a:cubicBezTo>
                  <a:cubicBezTo>
                    <a:pt x="322238" y="2080700"/>
                    <a:pt x="322326" y="2081315"/>
                    <a:pt x="252867" y="2088261"/>
                  </a:cubicBezTo>
                  <a:cubicBezTo>
                    <a:pt x="194750" y="2094064"/>
                    <a:pt x="136457" y="2098109"/>
                    <a:pt x="74383" y="2103208"/>
                  </a:cubicBezTo>
                  <a:cubicBezTo>
                    <a:pt x="58821" y="2045882"/>
                    <a:pt x="42643" y="1991458"/>
                    <a:pt x="30509" y="1936066"/>
                  </a:cubicBezTo>
                  <a:cubicBezTo>
                    <a:pt x="28487" y="1926922"/>
                    <a:pt x="42115" y="1908722"/>
                    <a:pt x="52754" y="1903535"/>
                  </a:cubicBezTo>
                  <a:cubicBezTo>
                    <a:pt x="107882" y="1876366"/>
                    <a:pt x="164065" y="1851308"/>
                    <a:pt x="220687" y="1827218"/>
                  </a:cubicBezTo>
                  <a:cubicBezTo>
                    <a:pt x="242756" y="1817810"/>
                    <a:pt x="252955" y="1805412"/>
                    <a:pt x="248646" y="1780706"/>
                  </a:cubicBezTo>
                  <a:cubicBezTo>
                    <a:pt x="245130" y="1760572"/>
                    <a:pt x="244514" y="1739910"/>
                    <a:pt x="243371" y="1719424"/>
                  </a:cubicBezTo>
                  <a:cubicBezTo>
                    <a:pt x="239239" y="1644953"/>
                    <a:pt x="239327" y="1645041"/>
                    <a:pt x="164944" y="1624906"/>
                  </a:cubicBezTo>
                  <a:cubicBezTo>
                    <a:pt x="111399" y="1610487"/>
                    <a:pt x="57854" y="1595892"/>
                    <a:pt x="0" y="1580241"/>
                  </a:cubicBezTo>
                  <a:cubicBezTo>
                    <a:pt x="3781" y="1523795"/>
                    <a:pt x="6242" y="1468491"/>
                    <a:pt x="12485" y="1413627"/>
                  </a:cubicBezTo>
                  <a:cubicBezTo>
                    <a:pt x="13540" y="1404659"/>
                    <a:pt x="29982" y="1392086"/>
                    <a:pt x="40796" y="1390328"/>
                  </a:cubicBezTo>
                  <a:cubicBezTo>
                    <a:pt x="102958" y="1380392"/>
                    <a:pt x="165383" y="1371512"/>
                    <a:pt x="228072" y="1366061"/>
                  </a:cubicBezTo>
                  <a:cubicBezTo>
                    <a:pt x="253922" y="1363775"/>
                    <a:pt x="263417" y="1352960"/>
                    <a:pt x="267462" y="1329661"/>
                  </a:cubicBezTo>
                  <a:cubicBezTo>
                    <a:pt x="275287" y="1285172"/>
                    <a:pt x="302016" y="1234528"/>
                    <a:pt x="288476" y="1198568"/>
                  </a:cubicBezTo>
                  <a:cubicBezTo>
                    <a:pt x="275903" y="1165069"/>
                    <a:pt x="221303" y="1147308"/>
                    <a:pt x="185078" y="1122866"/>
                  </a:cubicBezTo>
                  <a:cubicBezTo>
                    <a:pt x="155975" y="1103259"/>
                    <a:pt x="126521" y="1084180"/>
                    <a:pt x="93023" y="1062111"/>
                  </a:cubicBezTo>
                  <a:cubicBezTo>
                    <a:pt x="116674" y="1004257"/>
                    <a:pt x="140149" y="946844"/>
                    <a:pt x="164768" y="886880"/>
                  </a:cubicBezTo>
                  <a:cubicBezTo>
                    <a:pt x="235106" y="902091"/>
                    <a:pt x="302280" y="915807"/>
                    <a:pt x="369013" y="931545"/>
                  </a:cubicBezTo>
                  <a:cubicBezTo>
                    <a:pt x="393280" y="937260"/>
                    <a:pt x="409106" y="934710"/>
                    <a:pt x="422646" y="910531"/>
                  </a:cubicBezTo>
                  <a:cubicBezTo>
                    <a:pt x="444803" y="871054"/>
                    <a:pt x="471092" y="833862"/>
                    <a:pt x="497557" y="792627"/>
                  </a:cubicBezTo>
                  <a:cubicBezTo>
                    <a:pt x="448759" y="728970"/>
                    <a:pt x="400050" y="665402"/>
                    <a:pt x="349758" y="599811"/>
                  </a:cubicBezTo>
                  <a:cubicBezTo>
                    <a:pt x="392049" y="552684"/>
                    <a:pt x="433725" y="506349"/>
                    <a:pt x="477071" y="458079"/>
                  </a:cubicBezTo>
                  <a:cubicBezTo>
                    <a:pt x="534045" y="493864"/>
                    <a:pt x="590140" y="525692"/>
                    <a:pt x="642278" y="563059"/>
                  </a:cubicBezTo>
                  <a:cubicBezTo>
                    <a:pt x="672348" y="584601"/>
                    <a:pt x="693362" y="583018"/>
                    <a:pt x="717276" y="557432"/>
                  </a:cubicBezTo>
                  <a:cubicBezTo>
                    <a:pt x="728179" y="545827"/>
                    <a:pt x="742159" y="537034"/>
                    <a:pt x="754820" y="527099"/>
                  </a:cubicBezTo>
                  <a:cubicBezTo>
                    <a:pt x="817948" y="477686"/>
                    <a:pt x="817948" y="477686"/>
                    <a:pt x="793682" y="399347"/>
                  </a:cubicBezTo>
                  <a:cubicBezTo>
                    <a:pt x="781109" y="358814"/>
                    <a:pt x="769679" y="317842"/>
                    <a:pt x="755347" y="277925"/>
                  </a:cubicBezTo>
                  <a:cubicBezTo>
                    <a:pt x="746555" y="253306"/>
                    <a:pt x="748753" y="238096"/>
                    <a:pt x="774251" y="224995"/>
                  </a:cubicBezTo>
                  <a:cubicBezTo>
                    <a:pt x="815926" y="203718"/>
                    <a:pt x="855580" y="178572"/>
                    <a:pt x="896200" y="155096"/>
                  </a:cubicBezTo>
                  <a:cubicBezTo>
                    <a:pt x="898662" y="153690"/>
                    <a:pt x="901563" y="152898"/>
                    <a:pt x="907191" y="150700"/>
                  </a:cubicBezTo>
                  <a:cubicBezTo>
                    <a:pt x="949570" y="203366"/>
                    <a:pt x="993531" y="256120"/>
                    <a:pt x="1035119" y="310544"/>
                  </a:cubicBezTo>
                  <a:cubicBezTo>
                    <a:pt x="1052791" y="333668"/>
                    <a:pt x="1068969" y="341933"/>
                    <a:pt x="1097632" y="328920"/>
                  </a:cubicBezTo>
                  <a:cubicBezTo>
                    <a:pt x="1138692" y="310193"/>
                    <a:pt x="1196457" y="306852"/>
                    <a:pt x="1219669" y="276166"/>
                  </a:cubicBezTo>
                  <a:cubicBezTo>
                    <a:pt x="1241122" y="247679"/>
                    <a:pt x="1226967" y="192024"/>
                    <a:pt x="1227758" y="148326"/>
                  </a:cubicBezTo>
                  <a:cubicBezTo>
                    <a:pt x="1228373" y="112014"/>
                    <a:pt x="1227846" y="75614"/>
                    <a:pt x="1227846" y="37631"/>
                  </a:cubicBezTo>
                  <a:cubicBezTo>
                    <a:pt x="1282534" y="28223"/>
                    <a:pt x="1332826" y="19431"/>
                    <a:pt x="1383294" y="11078"/>
                  </a:cubicBezTo>
                  <a:cubicBezTo>
                    <a:pt x="1393141" y="9408"/>
                    <a:pt x="1403428" y="9672"/>
                    <a:pt x="1415737" y="8968"/>
                  </a:cubicBezTo>
                  <a:cubicBezTo>
                    <a:pt x="1439301" y="72888"/>
                    <a:pt x="1463480" y="135402"/>
                    <a:pt x="1485109" y="198794"/>
                  </a:cubicBezTo>
                  <a:cubicBezTo>
                    <a:pt x="1493022" y="222006"/>
                    <a:pt x="1504540" y="231062"/>
                    <a:pt x="1529334" y="229831"/>
                  </a:cubicBezTo>
                  <a:cubicBezTo>
                    <a:pt x="1576109" y="227545"/>
                    <a:pt x="1633875" y="244866"/>
                    <a:pt x="1666758" y="223237"/>
                  </a:cubicBezTo>
                  <a:cubicBezTo>
                    <a:pt x="1698410" y="202311"/>
                    <a:pt x="1705181" y="142787"/>
                    <a:pt x="1721182" y="99617"/>
                  </a:cubicBezTo>
                  <a:cubicBezTo>
                    <a:pt x="1733315" y="66997"/>
                    <a:pt x="1742723" y="33411"/>
                    <a:pt x="1753362" y="264"/>
                  </a:cubicBezTo>
                  <a:cubicBezTo>
                    <a:pt x="1762067" y="0"/>
                    <a:pt x="1770859" y="0"/>
                    <a:pt x="1779651" y="0"/>
                  </a:cubicBezTo>
                  <a:close/>
                  <a:moveTo>
                    <a:pt x="1603893" y="1891929"/>
                  </a:moveTo>
                  <a:cubicBezTo>
                    <a:pt x="1761978" y="1892193"/>
                    <a:pt x="1892808" y="1761715"/>
                    <a:pt x="1892281" y="1604420"/>
                  </a:cubicBezTo>
                  <a:cubicBezTo>
                    <a:pt x="1891841" y="1457325"/>
                    <a:pt x="1758374" y="1326935"/>
                    <a:pt x="1607762" y="1326408"/>
                  </a:cubicBezTo>
                  <a:cubicBezTo>
                    <a:pt x="1458028" y="1325880"/>
                    <a:pt x="1324649" y="1456094"/>
                    <a:pt x="1323243" y="1604069"/>
                  </a:cubicBezTo>
                  <a:cubicBezTo>
                    <a:pt x="1321748" y="1763122"/>
                    <a:pt x="1447038" y="1891665"/>
                    <a:pt x="1603893" y="1891929"/>
                  </a:cubicBezTo>
                  <a:close/>
                  <a:moveTo>
                    <a:pt x="1579099" y="2795602"/>
                  </a:moveTo>
                  <a:cubicBezTo>
                    <a:pt x="1639502" y="2785667"/>
                    <a:pt x="1694014" y="2781886"/>
                    <a:pt x="1745449" y="2767203"/>
                  </a:cubicBezTo>
                  <a:cubicBezTo>
                    <a:pt x="1840846" y="2740035"/>
                    <a:pt x="1881114" y="2669433"/>
                    <a:pt x="1862386" y="2571838"/>
                  </a:cubicBezTo>
                  <a:cubicBezTo>
                    <a:pt x="1843307" y="2472133"/>
                    <a:pt x="1796620" y="2384562"/>
                    <a:pt x="1735338" y="2305167"/>
                  </a:cubicBezTo>
                  <a:cubicBezTo>
                    <a:pt x="1654449" y="2200187"/>
                    <a:pt x="1529774" y="2194472"/>
                    <a:pt x="1441763" y="2294089"/>
                  </a:cubicBezTo>
                  <a:cubicBezTo>
                    <a:pt x="1368875" y="2376561"/>
                    <a:pt x="1321220" y="2473364"/>
                    <a:pt x="1308120" y="2584323"/>
                  </a:cubicBezTo>
                  <a:cubicBezTo>
                    <a:pt x="1298360" y="2667322"/>
                    <a:pt x="1334848" y="2733617"/>
                    <a:pt x="1413803" y="2760785"/>
                  </a:cubicBezTo>
                  <a:cubicBezTo>
                    <a:pt x="1468316" y="2779424"/>
                    <a:pt x="1527136" y="2785139"/>
                    <a:pt x="1579099" y="2795602"/>
                  </a:cubicBezTo>
                  <a:close/>
                  <a:moveTo>
                    <a:pt x="949833" y="1372567"/>
                  </a:moveTo>
                  <a:cubicBezTo>
                    <a:pt x="1067562" y="1353664"/>
                    <a:pt x="1128932" y="1267763"/>
                    <a:pt x="1103698" y="1151265"/>
                  </a:cubicBezTo>
                  <a:cubicBezTo>
                    <a:pt x="1078465" y="1034855"/>
                    <a:pt x="1010412" y="943766"/>
                    <a:pt x="917565" y="872021"/>
                  </a:cubicBezTo>
                  <a:cubicBezTo>
                    <a:pt x="835973" y="808980"/>
                    <a:pt x="753677" y="811970"/>
                    <a:pt x="687734" y="891276"/>
                  </a:cubicBezTo>
                  <a:cubicBezTo>
                    <a:pt x="631288" y="959153"/>
                    <a:pt x="580820" y="1035206"/>
                    <a:pt x="543628" y="1115128"/>
                  </a:cubicBezTo>
                  <a:cubicBezTo>
                    <a:pt x="493073" y="1223889"/>
                    <a:pt x="553476" y="1334497"/>
                    <a:pt x="670677" y="1362720"/>
                  </a:cubicBezTo>
                  <a:cubicBezTo>
                    <a:pt x="724398" y="1375557"/>
                    <a:pt x="912378" y="1378546"/>
                    <a:pt x="949833" y="1372567"/>
                  </a:cubicBezTo>
                  <a:close/>
                  <a:moveTo>
                    <a:pt x="515405" y="1994183"/>
                  </a:moveTo>
                  <a:cubicBezTo>
                    <a:pt x="523230" y="2026627"/>
                    <a:pt x="526132" y="2061357"/>
                    <a:pt x="539936" y="2091075"/>
                  </a:cubicBezTo>
                  <a:cubicBezTo>
                    <a:pt x="569302" y="2154555"/>
                    <a:pt x="599723" y="2218475"/>
                    <a:pt x="638058" y="2276768"/>
                  </a:cubicBezTo>
                  <a:cubicBezTo>
                    <a:pt x="704000" y="2377001"/>
                    <a:pt x="832280" y="2392299"/>
                    <a:pt x="918708" y="2308596"/>
                  </a:cubicBezTo>
                  <a:cubicBezTo>
                    <a:pt x="1000828" y="2229026"/>
                    <a:pt x="1057539" y="2130904"/>
                    <a:pt x="1081894" y="2018186"/>
                  </a:cubicBezTo>
                  <a:cubicBezTo>
                    <a:pt x="1101412" y="1927714"/>
                    <a:pt x="1059649" y="1851836"/>
                    <a:pt x="973133" y="1822909"/>
                  </a:cubicBezTo>
                  <a:cubicBezTo>
                    <a:pt x="853821" y="1782992"/>
                    <a:pt x="733278" y="1787300"/>
                    <a:pt x="618099" y="1839790"/>
                  </a:cubicBezTo>
                  <a:cubicBezTo>
                    <a:pt x="554883" y="1868453"/>
                    <a:pt x="519186" y="1920504"/>
                    <a:pt x="515405" y="1994183"/>
                  </a:cubicBezTo>
                  <a:close/>
                  <a:moveTo>
                    <a:pt x="2380781" y="1836186"/>
                  </a:moveTo>
                  <a:cubicBezTo>
                    <a:pt x="2333303" y="1841285"/>
                    <a:pt x="2295056" y="1843044"/>
                    <a:pt x="2257777" y="1849902"/>
                  </a:cubicBezTo>
                  <a:cubicBezTo>
                    <a:pt x="2139344" y="1871882"/>
                    <a:pt x="2077798" y="1967543"/>
                    <a:pt x="2111033" y="2083425"/>
                  </a:cubicBezTo>
                  <a:cubicBezTo>
                    <a:pt x="2143477" y="2196406"/>
                    <a:pt x="2208716" y="2289077"/>
                    <a:pt x="2305256" y="2357042"/>
                  </a:cubicBezTo>
                  <a:cubicBezTo>
                    <a:pt x="2384738" y="2413049"/>
                    <a:pt x="2463253" y="2409180"/>
                    <a:pt x="2524184" y="2334270"/>
                  </a:cubicBezTo>
                  <a:cubicBezTo>
                    <a:pt x="2579751" y="2265954"/>
                    <a:pt x="2628900" y="2189461"/>
                    <a:pt x="2666004" y="2109626"/>
                  </a:cubicBezTo>
                  <a:cubicBezTo>
                    <a:pt x="2715768" y="2002712"/>
                    <a:pt x="2659233" y="1894479"/>
                    <a:pt x="2544230" y="1863002"/>
                  </a:cubicBezTo>
                  <a:cubicBezTo>
                    <a:pt x="2488399" y="1847703"/>
                    <a:pt x="2429403" y="1843835"/>
                    <a:pt x="2380781" y="1836186"/>
                  </a:cubicBezTo>
                  <a:close/>
                  <a:moveTo>
                    <a:pt x="1901249" y="614494"/>
                  </a:moveTo>
                  <a:cubicBezTo>
                    <a:pt x="1902304" y="527011"/>
                    <a:pt x="1862123" y="471707"/>
                    <a:pt x="1780443" y="450957"/>
                  </a:cubicBezTo>
                  <a:cubicBezTo>
                    <a:pt x="1685573" y="426867"/>
                    <a:pt x="1589297" y="424405"/>
                    <a:pt x="1493462" y="444803"/>
                  </a:cubicBezTo>
                  <a:cubicBezTo>
                    <a:pt x="1362896" y="472587"/>
                    <a:pt x="1311285" y="562796"/>
                    <a:pt x="1363336" y="686415"/>
                  </a:cubicBezTo>
                  <a:cubicBezTo>
                    <a:pt x="1397625" y="767832"/>
                    <a:pt x="1441939" y="846348"/>
                    <a:pt x="1491176" y="919939"/>
                  </a:cubicBezTo>
                  <a:cubicBezTo>
                    <a:pt x="1558612" y="1020787"/>
                    <a:pt x="1653745" y="1028788"/>
                    <a:pt x="1744833" y="947899"/>
                  </a:cubicBezTo>
                  <a:cubicBezTo>
                    <a:pt x="1845329" y="858657"/>
                    <a:pt x="1893863" y="744357"/>
                    <a:pt x="1901249" y="614494"/>
                  </a:cubicBezTo>
                  <a:close/>
                  <a:moveTo>
                    <a:pt x="2588720" y="1382239"/>
                  </a:moveTo>
                  <a:cubicBezTo>
                    <a:pt x="2673829" y="1349268"/>
                    <a:pt x="2708734" y="1275676"/>
                    <a:pt x="2688863" y="1186610"/>
                  </a:cubicBezTo>
                  <a:cubicBezTo>
                    <a:pt x="2666883" y="1088048"/>
                    <a:pt x="2619493" y="1000037"/>
                    <a:pt x="2557331" y="921961"/>
                  </a:cubicBezTo>
                  <a:cubicBezTo>
                    <a:pt x="2494026" y="842391"/>
                    <a:pt x="2385969" y="833071"/>
                    <a:pt x="2307893" y="903585"/>
                  </a:cubicBezTo>
                  <a:cubicBezTo>
                    <a:pt x="2213815" y="988519"/>
                    <a:pt x="2151038" y="1095961"/>
                    <a:pt x="2129057" y="1222482"/>
                  </a:cubicBezTo>
                  <a:cubicBezTo>
                    <a:pt x="2116045" y="1297745"/>
                    <a:pt x="2150159" y="1361225"/>
                    <a:pt x="2221816" y="1388130"/>
                  </a:cubicBezTo>
                  <a:cubicBezTo>
                    <a:pt x="2276768" y="1408704"/>
                    <a:pt x="2528492" y="1405538"/>
                    <a:pt x="2588720" y="138223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9" name="그래픽 5">
              <a:extLst>
                <a:ext uri="{FF2B5EF4-FFF2-40B4-BE49-F238E27FC236}">
                  <a16:creationId xmlns:a16="http://schemas.microsoft.com/office/drawing/2014/main" xmlns="" id="{2CB477F3-DE88-4A38-9E10-35C7B1101DE9}"/>
                </a:ext>
              </a:extLst>
            </p:cNvPr>
            <p:cNvSpPr/>
            <p:nvPr/>
          </p:nvSpPr>
          <p:spPr>
            <a:xfrm flipH="1">
              <a:off x="3897329" y="2870289"/>
              <a:ext cx="1464640" cy="1460202"/>
            </a:xfrm>
            <a:custGeom>
              <a:avLst/>
              <a:gdLst>
                <a:gd name="connsiteX0" fmla="*/ 2629724 w 2636466"/>
                <a:gd name="connsiteY0" fmla="*/ 1216867 h 2628477"/>
                <a:gd name="connsiteX1" fmla="*/ 2617293 w 2636466"/>
                <a:gd name="connsiteY1" fmla="*/ 1201132 h 2628477"/>
                <a:gd name="connsiteX2" fmla="*/ 2439991 w 2636466"/>
                <a:gd name="connsiteY2" fmla="*/ 1156224 h 2628477"/>
                <a:gd name="connsiteX3" fmla="*/ 2411007 w 2636466"/>
                <a:gd name="connsiteY3" fmla="*/ 1114275 h 2628477"/>
                <a:gd name="connsiteX4" fmla="*/ 2408332 w 2636466"/>
                <a:gd name="connsiteY4" fmla="*/ 1100082 h 2628477"/>
                <a:gd name="connsiteX5" fmla="*/ 2423438 w 2636466"/>
                <a:gd name="connsiteY5" fmla="*/ 1058824 h 2628477"/>
                <a:gd name="connsiteX6" fmla="*/ 2430802 w 2636466"/>
                <a:gd name="connsiteY6" fmla="*/ 1053349 h 2628477"/>
                <a:gd name="connsiteX7" fmla="*/ 2571410 w 2636466"/>
                <a:gd name="connsiteY7" fmla="*/ 952550 h 2628477"/>
                <a:gd name="connsiteX8" fmla="*/ 2580977 w 2636466"/>
                <a:gd name="connsiteY8" fmla="*/ 935934 h 2628477"/>
                <a:gd name="connsiteX9" fmla="*/ 2568924 w 2636466"/>
                <a:gd name="connsiteY9" fmla="*/ 903583 h 2628477"/>
                <a:gd name="connsiteX10" fmla="*/ 2533551 w 2636466"/>
                <a:gd name="connsiteY10" fmla="*/ 882026 h 2628477"/>
                <a:gd name="connsiteX11" fmla="*/ 2371921 w 2636466"/>
                <a:gd name="connsiteY11" fmla="*/ 882435 h 2628477"/>
                <a:gd name="connsiteX12" fmla="*/ 2323835 w 2636466"/>
                <a:gd name="connsiteY12" fmla="*/ 848259 h 2628477"/>
                <a:gd name="connsiteX13" fmla="*/ 2314143 w 2636466"/>
                <a:gd name="connsiteY13" fmla="*/ 824121 h 2628477"/>
                <a:gd name="connsiteX14" fmla="*/ 2316755 w 2636466"/>
                <a:gd name="connsiteY14" fmla="*/ 800550 h 2628477"/>
                <a:gd name="connsiteX15" fmla="*/ 2436876 w 2636466"/>
                <a:gd name="connsiteY15" fmla="*/ 656952 h 2628477"/>
                <a:gd name="connsiteX16" fmla="*/ 2442509 w 2636466"/>
                <a:gd name="connsiteY16" fmla="*/ 645466 h 2628477"/>
                <a:gd name="connsiteX17" fmla="*/ 2441911 w 2636466"/>
                <a:gd name="connsiteY17" fmla="*/ 631021 h 2628477"/>
                <a:gd name="connsiteX18" fmla="*/ 2418529 w 2636466"/>
                <a:gd name="connsiteY18" fmla="*/ 594642 h 2628477"/>
                <a:gd name="connsiteX19" fmla="*/ 2403171 w 2636466"/>
                <a:gd name="connsiteY19" fmla="*/ 589512 h 2628477"/>
                <a:gd name="connsiteX20" fmla="*/ 2232352 w 2636466"/>
                <a:gd name="connsiteY20" fmla="*/ 633665 h 2628477"/>
                <a:gd name="connsiteX21" fmla="*/ 2176682 w 2636466"/>
                <a:gd name="connsiteY21" fmla="*/ 616419 h 2628477"/>
                <a:gd name="connsiteX22" fmla="*/ 2160884 w 2636466"/>
                <a:gd name="connsiteY22" fmla="*/ 592722 h 2628477"/>
                <a:gd name="connsiteX23" fmla="*/ 2157202 w 2636466"/>
                <a:gd name="connsiteY23" fmla="*/ 567294 h 2628477"/>
                <a:gd name="connsiteX24" fmla="*/ 2236475 w 2636466"/>
                <a:gd name="connsiteY24" fmla="*/ 401164 h 2628477"/>
                <a:gd name="connsiteX25" fmla="*/ 2239873 w 2636466"/>
                <a:gd name="connsiteY25" fmla="*/ 387349 h 2628477"/>
                <a:gd name="connsiteX26" fmla="*/ 2239716 w 2636466"/>
                <a:gd name="connsiteY26" fmla="*/ 377876 h 2628477"/>
                <a:gd name="connsiteX27" fmla="*/ 2202833 w 2636466"/>
                <a:gd name="connsiteY27" fmla="*/ 342473 h 2628477"/>
                <a:gd name="connsiteX28" fmla="*/ 2187665 w 2636466"/>
                <a:gd name="connsiteY28" fmla="*/ 342473 h 2628477"/>
                <a:gd name="connsiteX29" fmla="*/ 2026412 w 2636466"/>
                <a:gd name="connsiteY29" fmla="*/ 432571 h 2628477"/>
                <a:gd name="connsiteX30" fmla="*/ 1981725 w 2636466"/>
                <a:gd name="connsiteY30" fmla="*/ 429613 h 2628477"/>
                <a:gd name="connsiteX31" fmla="*/ 1968507 w 2636466"/>
                <a:gd name="connsiteY31" fmla="*/ 419008 h 2628477"/>
                <a:gd name="connsiteX32" fmla="*/ 1957713 w 2636466"/>
                <a:gd name="connsiteY32" fmla="*/ 407741 h 2628477"/>
                <a:gd name="connsiteX33" fmla="*/ 1945723 w 2636466"/>
                <a:gd name="connsiteY33" fmla="*/ 375705 h 2628477"/>
                <a:gd name="connsiteX34" fmla="*/ 1978452 w 2636466"/>
                <a:gd name="connsiteY34" fmla="*/ 208033 h 2628477"/>
                <a:gd name="connsiteX35" fmla="*/ 1979113 w 2636466"/>
                <a:gd name="connsiteY35" fmla="*/ 189812 h 2628477"/>
                <a:gd name="connsiteX36" fmla="*/ 1972504 w 2636466"/>
                <a:gd name="connsiteY36" fmla="*/ 174391 h 2628477"/>
                <a:gd name="connsiteX37" fmla="*/ 1934300 w 2636466"/>
                <a:gd name="connsiteY37" fmla="*/ 153904 h 2628477"/>
                <a:gd name="connsiteX38" fmla="*/ 1918470 w 2636466"/>
                <a:gd name="connsiteY38" fmla="*/ 156548 h 2628477"/>
                <a:gd name="connsiteX39" fmla="*/ 1825602 w 2636466"/>
                <a:gd name="connsiteY39" fmla="*/ 243814 h 2628477"/>
                <a:gd name="connsiteX40" fmla="*/ 1769775 w 2636466"/>
                <a:gd name="connsiteY40" fmla="*/ 295645 h 2628477"/>
                <a:gd name="connsiteX41" fmla="*/ 1754417 w 2636466"/>
                <a:gd name="connsiteY41" fmla="*/ 297974 h 2628477"/>
                <a:gd name="connsiteX42" fmla="*/ 1715426 w 2636466"/>
                <a:gd name="connsiteY42" fmla="*/ 282522 h 2628477"/>
                <a:gd name="connsiteX43" fmla="*/ 1697236 w 2636466"/>
                <a:gd name="connsiteY43" fmla="*/ 258983 h 2628477"/>
                <a:gd name="connsiteX44" fmla="*/ 1691288 w 2636466"/>
                <a:gd name="connsiteY44" fmla="*/ 167657 h 2628477"/>
                <a:gd name="connsiteX45" fmla="*/ 1686914 w 2636466"/>
                <a:gd name="connsiteY45" fmla="*/ 107675 h 2628477"/>
                <a:gd name="connsiteX46" fmla="*/ 1675962 w 2636466"/>
                <a:gd name="connsiteY46" fmla="*/ 54585 h 2628477"/>
                <a:gd name="connsiteX47" fmla="*/ 1667906 w 2636466"/>
                <a:gd name="connsiteY47" fmla="*/ 47567 h 2628477"/>
                <a:gd name="connsiteX48" fmla="*/ 1631181 w 2636466"/>
                <a:gd name="connsiteY48" fmla="*/ 38032 h 2628477"/>
                <a:gd name="connsiteX49" fmla="*/ 1608019 w 2636466"/>
                <a:gd name="connsiteY49" fmla="*/ 46686 h 2628477"/>
                <a:gd name="connsiteX50" fmla="*/ 1504388 w 2636466"/>
                <a:gd name="connsiteY50" fmla="*/ 210865 h 2628477"/>
                <a:gd name="connsiteX51" fmla="*/ 1481383 w 2636466"/>
                <a:gd name="connsiteY51" fmla="*/ 220998 h 2628477"/>
                <a:gd name="connsiteX52" fmla="*/ 1443808 w 2636466"/>
                <a:gd name="connsiteY52" fmla="*/ 216184 h 2628477"/>
                <a:gd name="connsiteX53" fmla="*/ 1410607 w 2636466"/>
                <a:gd name="connsiteY53" fmla="*/ 189214 h 2628477"/>
                <a:gd name="connsiteX54" fmla="*/ 1352671 w 2636466"/>
                <a:gd name="connsiteY54" fmla="*/ 12164 h 2628477"/>
                <a:gd name="connsiteX55" fmla="*/ 1336149 w 2636466"/>
                <a:gd name="connsiteY55" fmla="*/ 79 h 2628477"/>
                <a:gd name="connsiteX56" fmla="*/ 1299329 w 2636466"/>
                <a:gd name="connsiteY56" fmla="*/ 79 h 2628477"/>
                <a:gd name="connsiteX57" fmla="*/ 1283752 w 2636466"/>
                <a:gd name="connsiteY57" fmla="*/ 11629 h 2628477"/>
                <a:gd name="connsiteX58" fmla="*/ 1225186 w 2636466"/>
                <a:gd name="connsiteY58" fmla="*/ 192644 h 2628477"/>
                <a:gd name="connsiteX59" fmla="*/ 1201395 w 2636466"/>
                <a:gd name="connsiteY59" fmla="*/ 214484 h 2628477"/>
                <a:gd name="connsiteX60" fmla="*/ 1165236 w 2636466"/>
                <a:gd name="connsiteY60" fmla="*/ 219236 h 2628477"/>
                <a:gd name="connsiteX61" fmla="*/ 1122531 w 2636466"/>
                <a:gd name="connsiteY61" fmla="*/ 196578 h 2628477"/>
                <a:gd name="connsiteX62" fmla="*/ 1025887 w 2636466"/>
                <a:gd name="connsiteY62" fmla="*/ 43445 h 2628477"/>
                <a:gd name="connsiteX63" fmla="*/ 1010183 w 2636466"/>
                <a:gd name="connsiteY63" fmla="*/ 36868 h 2628477"/>
                <a:gd name="connsiteX64" fmla="*/ 968328 w 2636466"/>
                <a:gd name="connsiteY64" fmla="*/ 47536 h 2628477"/>
                <a:gd name="connsiteX65" fmla="*/ 960209 w 2636466"/>
                <a:gd name="connsiteY65" fmla="*/ 54554 h 2628477"/>
                <a:gd name="connsiteX66" fmla="*/ 940540 w 2636466"/>
                <a:gd name="connsiteY66" fmla="*/ 242178 h 2628477"/>
                <a:gd name="connsiteX67" fmla="*/ 936826 w 2636466"/>
                <a:gd name="connsiteY67" fmla="*/ 269211 h 2628477"/>
                <a:gd name="connsiteX68" fmla="*/ 929211 w 2636466"/>
                <a:gd name="connsiteY68" fmla="*/ 278809 h 2628477"/>
                <a:gd name="connsiteX69" fmla="*/ 883076 w 2636466"/>
                <a:gd name="connsiteY69" fmla="*/ 297659 h 2628477"/>
                <a:gd name="connsiteX70" fmla="*/ 865515 w 2636466"/>
                <a:gd name="connsiteY70" fmla="*/ 294733 h 2628477"/>
                <a:gd name="connsiteX71" fmla="*/ 730729 w 2636466"/>
                <a:gd name="connsiteY71" fmla="*/ 167657 h 2628477"/>
                <a:gd name="connsiteX72" fmla="*/ 686766 w 2636466"/>
                <a:gd name="connsiteY72" fmla="*/ 161898 h 2628477"/>
                <a:gd name="connsiteX73" fmla="*/ 666090 w 2636466"/>
                <a:gd name="connsiteY73" fmla="*/ 173321 h 2628477"/>
                <a:gd name="connsiteX74" fmla="*/ 657184 w 2636466"/>
                <a:gd name="connsiteY74" fmla="*/ 189875 h 2628477"/>
                <a:gd name="connsiteX75" fmla="*/ 658034 w 2636466"/>
                <a:gd name="connsiteY75" fmla="*/ 206711 h 2628477"/>
                <a:gd name="connsiteX76" fmla="*/ 691675 w 2636466"/>
                <a:gd name="connsiteY76" fmla="*/ 381590 h 2628477"/>
                <a:gd name="connsiteX77" fmla="*/ 681636 w 2636466"/>
                <a:gd name="connsiteY77" fmla="*/ 405539 h 2628477"/>
                <a:gd name="connsiteX78" fmla="*/ 667695 w 2636466"/>
                <a:gd name="connsiteY78" fmla="*/ 419071 h 2628477"/>
                <a:gd name="connsiteX79" fmla="*/ 640820 w 2636466"/>
                <a:gd name="connsiteY79" fmla="*/ 439715 h 2628477"/>
                <a:gd name="connsiteX80" fmla="*/ 626343 w 2636466"/>
                <a:gd name="connsiteY80" fmla="*/ 440816 h 2628477"/>
                <a:gd name="connsiteX81" fmla="*/ 448853 w 2636466"/>
                <a:gd name="connsiteY81" fmla="*/ 342630 h 2628477"/>
                <a:gd name="connsiteX82" fmla="*/ 432834 w 2636466"/>
                <a:gd name="connsiteY82" fmla="*/ 343385 h 2628477"/>
                <a:gd name="connsiteX83" fmla="*/ 398564 w 2636466"/>
                <a:gd name="connsiteY83" fmla="*/ 375736 h 2628477"/>
                <a:gd name="connsiteX84" fmla="*/ 396424 w 2636466"/>
                <a:gd name="connsiteY84" fmla="*/ 387443 h 2628477"/>
                <a:gd name="connsiteX85" fmla="*/ 403284 w 2636466"/>
                <a:gd name="connsiteY85" fmla="*/ 408339 h 2628477"/>
                <a:gd name="connsiteX86" fmla="*/ 480417 w 2636466"/>
                <a:gd name="connsiteY86" fmla="*/ 570316 h 2628477"/>
                <a:gd name="connsiteX87" fmla="*/ 477711 w 2636466"/>
                <a:gd name="connsiteY87" fmla="*/ 590362 h 2628477"/>
                <a:gd name="connsiteX88" fmla="*/ 462416 w 2636466"/>
                <a:gd name="connsiteY88" fmla="*/ 611321 h 2628477"/>
                <a:gd name="connsiteX89" fmla="*/ 451779 w 2636466"/>
                <a:gd name="connsiteY89" fmla="*/ 626143 h 2628477"/>
                <a:gd name="connsiteX90" fmla="*/ 416911 w 2636466"/>
                <a:gd name="connsiteY90" fmla="*/ 637661 h 2628477"/>
                <a:gd name="connsiteX91" fmla="*/ 251001 w 2636466"/>
                <a:gd name="connsiteY91" fmla="*/ 593949 h 2628477"/>
                <a:gd name="connsiteX92" fmla="*/ 207604 w 2636466"/>
                <a:gd name="connsiteY92" fmla="*/ 609968 h 2628477"/>
                <a:gd name="connsiteX93" fmla="*/ 194292 w 2636466"/>
                <a:gd name="connsiteY93" fmla="*/ 631084 h 2628477"/>
                <a:gd name="connsiteX94" fmla="*/ 193694 w 2636466"/>
                <a:gd name="connsiteY94" fmla="*/ 645560 h 2628477"/>
                <a:gd name="connsiteX95" fmla="*/ 201435 w 2636466"/>
                <a:gd name="connsiteY95" fmla="*/ 659092 h 2628477"/>
                <a:gd name="connsiteX96" fmla="*/ 322941 w 2636466"/>
                <a:gd name="connsiteY96" fmla="*/ 804201 h 2628477"/>
                <a:gd name="connsiteX97" fmla="*/ 324546 w 2636466"/>
                <a:gd name="connsiteY97" fmla="*/ 819558 h 2628477"/>
                <a:gd name="connsiteX98" fmla="*/ 312367 w 2636466"/>
                <a:gd name="connsiteY98" fmla="*/ 848353 h 2628477"/>
                <a:gd name="connsiteX99" fmla="*/ 306640 w 2636466"/>
                <a:gd name="connsiteY99" fmla="*/ 864371 h 2628477"/>
                <a:gd name="connsiteX100" fmla="*/ 278757 w 2636466"/>
                <a:gd name="connsiteY100" fmla="*/ 882970 h 2628477"/>
                <a:gd name="connsiteX101" fmla="*/ 102651 w 2636466"/>
                <a:gd name="connsiteY101" fmla="*/ 882120 h 2628477"/>
                <a:gd name="connsiteX102" fmla="*/ 67405 w 2636466"/>
                <a:gd name="connsiteY102" fmla="*/ 903772 h 2628477"/>
                <a:gd name="connsiteX103" fmla="*/ 57114 w 2636466"/>
                <a:gd name="connsiteY103" fmla="*/ 928979 h 2628477"/>
                <a:gd name="connsiteX104" fmla="*/ 64919 w 2636466"/>
                <a:gd name="connsiteY104" fmla="*/ 952330 h 2628477"/>
                <a:gd name="connsiteX105" fmla="*/ 211884 w 2636466"/>
                <a:gd name="connsiteY105" fmla="*/ 1058195 h 2628477"/>
                <a:gd name="connsiteX106" fmla="*/ 227902 w 2636466"/>
                <a:gd name="connsiteY106" fmla="*/ 1102756 h 2628477"/>
                <a:gd name="connsiteX107" fmla="*/ 198823 w 2636466"/>
                <a:gd name="connsiteY107" fmla="*/ 1156255 h 2628477"/>
                <a:gd name="connsiteX108" fmla="*/ 20420 w 2636466"/>
                <a:gd name="connsiteY108" fmla="*/ 1201100 h 2628477"/>
                <a:gd name="connsiteX109" fmla="*/ 6542 w 2636466"/>
                <a:gd name="connsiteY109" fmla="*/ 1219510 h 2628477"/>
                <a:gd name="connsiteX110" fmla="*/ 625 w 2636466"/>
                <a:gd name="connsiteY110" fmla="*/ 1261743 h 2628477"/>
                <a:gd name="connsiteX111" fmla="*/ 9185 w 2636466"/>
                <a:gd name="connsiteY111" fmla="*/ 1274016 h 2628477"/>
                <a:gd name="connsiteX112" fmla="*/ 180414 w 2636466"/>
                <a:gd name="connsiteY112" fmla="*/ 1341362 h 2628477"/>
                <a:gd name="connsiteX113" fmla="*/ 208516 w 2636466"/>
                <a:gd name="connsiteY113" fmla="*/ 1383217 h 2628477"/>
                <a:gd name="connsiteX114" fmla="*/ 210814 w 2636466"/>
                <a:gd name="connsiteY114" fmla="*/ 1402445 h 2628477"/>
                <a:gd name="connsiteX115" fmla="*/ 195267 w 2636466"/>
                <a:gd name="connsiteY115" fmla="*/ 1434985 h 2628477"/>
                <a:gd name="connsiteX116" fmla="*/ 188533 w 2636466"/>
                <a:gd name="connsiteY116" fmla="*/ 1440933 h 2628477"/>
                <a:gd name="connsiteX117" fmla="*/ 41001 w 2636466"/>
                <a:gd name="connsiteY117" fmla="*/ 1522094 h 2628477"/>
                <a:gd name="connsiteX118" fmla="*/ 22623 w 2636466"/>
                <a:gd name="connsiteY118" fmla="*/ 1554036 h 2628477"/>
                <a:gd name="connsiteX119" fmla="*/ 22277 w 2636466"/>
                <a:gd name="connsiteY119" fmla="*/ 1560456 h 2628477"/>
                <a:gd name="connsiteX120" fmla="*/ 58184 w 2636466"/>
                <a:gd name="connsiteY120" fmla="*/ 1603224 h 2628477"/>
                <a:gd name="connsiteX121" fmla="*/ 231647 w 2636466"/>
                <a:gd name="connsiteY121" fmla="*/ 1624529 h 2628477"/>
                <a:gd name="connsiteX122" fmla="*/ 256854 w 2636466"/>
                <a:gd name="connsiteY122" fmla="*/ 1645457 h 2628477"/>
                <a:gd name="connsiteX123" fmla="*/ 264690 w 2636466"/>
                <a:gd name="connsiteY123" fmla="*/ 1669122 h 2628477"/>
                <a:gd name="connsiteX124" fmla="*/ 259529 w 2636466"/>
                <a:gd name="connsiteY124" fmla="*/ 1712865 h 2628477"/>
                <a:gd name="connsiteX125" fmla="*/ 256697 w 2636466"/>
                <a:gd name="connsiteY125" fmla="*/ 1717240 h 2628477"/>
                <a:gd name="connsiteX126" fmla="*/ 251567 w 2636466"/>
                <a:gd name="connsiteY126" fmla="*/ 1721268 h 2628477"/>
                <a:gd name="connsiteX127" fmla="*/ 114861 w 2636466"/>
                <a:gd name="connsiteY127" fmla="*/ 1851522 h 2628477"/>
                <a:gd name="connsiteX128" fmla="*/ 123642 w 2636466"/>
                <a:gd name="connsiteY128" fmla="*/ 1877548 h 2628477"/>
                <a:gd name="connsiteX129" fmla="*/ 133555 w 2636466"/>
                <a:gd name="connsiteY129" fmla="*/ 1897500 h 2628477"/>
                <a:gd name="connsiteX130" fmla="*/ 155395 w 2636466"/>
                <a:gd name="connsiteY130" fmla="*/ 1909238 h 2628477"/>
                <a:gd name="connsiteX131" fmla="*/ 345222 w 2636466"/>
                <a:gd name="connsiteY131" fmla="*/ 1884345 h 2628477"/>
                <a:gd name="connsiteX132" fmla="*/ 371783 w 2636466"/>
                <a:gd name="connsiteY132" fmla="*/ 1897343 h 2628477"/>
                <a:gd name="connsiteX133" fmla="*/ 392490 w 2636466"/>
                <a:gd name="connsiteY133" fmla="*/ 1930795 h 2628477"/>
                <a:gd name="connsiteX134" fmla="*/ 392805 w 2636466"/>
                <a:gd name="connsiteY134" fmla="*/ 1957104 h 2628477"/>
                <a:gd name="connsiteX135" fmla="*/ 297167 w 2636466"/>
                <a:gd name="connsiteY135" fmla="*/ 2107279 h 2628477"/>
                <a:gd name="connsiteX136" fmla="*/ 299150 w 2636466"/>
                <a:gd name="connsiteY136" fmla="*/ 2154075 h 2628477"/>
                <a:gd name="connsiteX137" fmla="*/ 317025 w 2636466"/>
                <a:gd name="connsiteY137" fmla="*/ 2175034 h 2628477"/>
                <a:gd name="connsiteX138" fmla="*/ 336536 w 2636466"/>
                <a:gd name="connsiteY138" fmla="*/ 2180415 h 2628477"/>
                <a:gd name="connsiteX139" fmla="*/ 359698 w 2636466"/>
                <a:gd name="connsiteY139" fmla="*/ 2171194 h 2628477"/>
                <a:gd name="connsiteX140" fmla="*/ 518024 w 2636466"/>
                <a:gd name="connsiteY140" fmla="*/ 2107657 h 2628477"/>
                <a:gd name="connsiteX141" fmla="*/ 543609 w 2636466"/>
                <a:gd name="connsiteY141" fmla="*/ 2112629 h 2628477"/>
                <a:gd name="connsiteX142" fmla="*/ 569981 w 2636466"/>
                <a:gd name="connsiteY142" fmla="*/ 2136200 h 2628477"/>
                <a:gd name="connsiteX143" fmla="*/ 578100 w 2636466"/>
                <a:gd name="connsiteY143" fmla="*/ 2173649 h 2628477"/>
                <a:gd name="connsiteX144" fmla="*/ 520510 w 2636466"/>
                <a:gd name="connsiteY144" fmla="*/ 2349378 h 2628477"/>
                <a:gd name="connsiteX145" fmla="*/ 519849 w 2636466"/>
                <a:gd name="connsiteY145" fmla="*/ 2365711 h 2628477"/>
                <a:gd name="connsiteX146" fmla="*/ 532185 w 2636466"/>
                <a:gd name="connsiteY146" fmla="*/ 2375403 h 2628477"/>
                <a:gd name="connsiteX147" fmla="*/ 554529 w 2636466"/>
                <a:gd name="connsiteY147" fmla="*/ 2391547 h 2628477"/>
                <a:gd name="connsiteX148" fmla="*/ 589901 w 2636466"/>
                <a:gd name="connsiteY148" fmla="*/ 2391327 h 2628477"/>
                <a:gd name="connsiteX149" fmla="*/ 742562 w 2636466"/>
                <a:gd name="connsiteY149" fmla="*/ 2279923 h 2628477"/>
                <a:gd name="connsiteX150" fmla="*/ 764056 w 2636466"/>
                <a:gd name="connsiteY150" fmla="*/ 2278476 h 2628477"/>
                <a:gd name="connsiteX151" fmla="*/ 790397 w 2636466"/>
                <a:gd name="connsiteY151" fmla="*/ 2293204 h 2628477"/>
                <a:gd name="connsiteX152" fmla="*/ 813338 w 2636466"/>
                <a:gd name="connsiteY152" fmla="*/ 2339748 h 2628477"/>
                <a:gd name="connsiteX153" fmla="*/ 804652 w 2636466"/>
                <a:gd name="connsiteY153" fmla="*/ 2470191 h 2628477"/>
                <a:gd name="connsiteX154" fmla="*/ 802292 w 2636466"/>
                <a:gd name="connsiteY154" fmla="*/ 2526239 h 2628477"/>
                <a:gd name="connsiteX155" fmla="*/ 810286 w 2636466"/>
                <a:gd name="connsiteY155" fmla="*/ 2533666 h 2628477"/>
                <a:gd name="connsiteX156" fmla="*/ 849277 w 2636466"/>
                <a:gd name="connsiteY156" fmla="*/ 2549307 h 2628477"/>
                <a:gd name="connsiteX157" fmla="*/ 877191 w 2636466"/>
                <a:gd name="connsiteY157" fmla="*/ 2541911 h 2628477"/>
                <a:gd name="connsiteX158" fmla="*/ 999074 w 2636466"/>
                <a:gd name="connsiteY158" fmla="*/ 2393971 h 2628477"/>
                <a:gd name="connsiteX159" fmla="*/ 1020662 w 2636466"/>
                <a:gd name="connsiteY159" fmla="*/ 2386355 h 2628477"/>
                <a:gd name="connsiteX160" fmla="*/ 1066420 w 2636466"/>
                <a:gd name="connsiteY160" fmla="*/ 2398093 h 2628477"/>
                <a:gd name="connsiteX161" fmla="*/ 1079606 w 2636466"/>
                <a:gd name="connsiteY161" fmla="*/ 2411971 h 2628477"/>
                <a:gd name="connsiteX162" fmla="*/ 1086498 w 2636466"/>
                <a:gd name="connsiteY162" fmla="*/ 2452033 h 2628477"/>
                <a:gd name="connsiteX163" fmla="*/ 1115167 w 2636466"/>
                <a:gd name="connsiteY163" fmla="*/ 2604411 h 2628477"/>
                <a:gd name="connsiteX164" fmla="*/ 1134741 w 2636466"/>
                <a:gd name="connsiteY164" fmla="*/ 2623355 h 2628477"/>
                <a:gd name="connsiteX165" fmla="*/ 1176471 w 2636466"/>
                <a:gd name="connsiteY165" fmla="*/ 2628328 h 2628477"/>
                <a:gd name="connsiteX166" fmla="*/ 1190349 w 2636466"/>
                <a:gd name="connsiteY166" fmla="*/ 2622915 h 2628477"/>
                <a:gd name="connsiteX167" fmla="*/ 1192331 w 2636466"/>
                <a:gd name="connsiteY167" fmla="*/ 2619485 h 2628477"/>
                <a:gd name="connsiteX168" fmla="*/ 1276262 w 2636466"/>
                <a:gd name="connsiteY168" fmla="*/ 2439602 h 2628477"/>
                <a:gd name="connsiteX169" fmla="*/ 1291997 w 2636466"/>
                <a:gd name="connsiteY169" fmla="*/ 2426448 h 2628477"/>
                <a:gd name="connsiteX170" fmla="*/ 1344615 w 2636466"/>
                <a:gd name="connsiteY170" fmla="*/ 2426511 h 2628477"/>
                <a:gd name="connsiteX171" fmla="*/ 1358052 w 2636466"/>
                <a:gd name="connsiteY171" fmla="*/ 2435008 h 2628477"/>
                <a:gd name="connsiteX172" fmla="*/ 1378193 w 2636466"/>
                <a:gd name="connsiteY172" fmla="*/ 2477838 h 2628477"/>
                <a:gd name="connsiteX173" fmla="*/ 1446168 w 2636466"/>
                <a:gd name="connsiteY173" fmla="*/ 2623041 h 2628477"/>
                <a:gd name="connsiteX174" fmla="*/ 1460078 w 2636466"/>
                <a:gd name="connsiteY174" fmla="*/ 2628328 h 2628477"/>
                <a:gd name="connsiteX175" fmla="*/ 1501807 w 2636466"/>
                <a:gd name="connsiteY175" fmla="*/ 2623324 h 2628477"/>
                <a:gd name="connsiteX176" fmla="*/ 1521539 w 2636466"/>
                <a:gd name="connsiteY176" fmla="*/ 2604442 h 2628477"/>
                <a:gd name="connsiteX177" fmla="*/ 1549862 w 2636466"/>
                <a:gd name="connsiteY177" fmla="*/ 2451907 h 2628477"/>
                <a:gd name="connsiteX178" fmla="*/ 1556911 w 2636466"/>
                <a:gd name="connsiteY178" fmla="*/ 2411720 h 2628477"/>
                <a:gd name="connsiteX179" fmla="*/ 1569531 w 2636466"/>
                <a:gd name="connsiteY179" fmla="*/ 2398502 h 2628477"/>
                <a:gd name="connsiteX180" fmla="*/ 1610410 w 2636466"/>
                <a:gd name="connsiteY180" fmla="*/ 2388243 h 2628477"/>
                <a:gd name="connsiteX181" fmla="*/ 1640622 w 2636466"/>
                <a:gd name="connsiteY181" fmla="*/ 2397621 h 2628477"/>
                <a:gd name="connsiteX182" fmla="*/ 1760868 w 2636466"/>
                <a:gd name="connsiteY182" fmla="*/ 2544145 h 2628477"/>
                <a:gd name="connsiteX183" fmla="*/ 1783684 w 2636466"/>
                <a:gd name="connsiteY183" fmla="*/ 2550786 h 2628477"/>
                <a:gd name="connsiteX184" fmla="*/ 1826389 w 2636466"/>
                <a:gd name="connsiteY184" fmla="*/ 2533572 h 2628477"/>
                <a:gd name="connsiteX185" fmla="*/ 1834257 w 2636466"/>
                <a:gd name="connsiteY185" fmla="*/ 2525987 h 2628477"/>
                <a:gd name="connsiteX186" fmla="*/ 1832777 w 2636466"/>
                <a:gd name="connsiteY186" fmla="*/ 2492314 h 2628477"/>
                <a:gd name="connsiteX187" fmla="*/ 1826672 w 2636466"/>
                <a:gd name="connsiteY187" fmla="*/ 2392145 h 2628477"/>
                <a:gd name="connsiteX188" fmla="*/ 1823651 w 2636466"/>
                <a:gd name="connsiteY188" fmla="*/ 2341384 h 2628477"/>
                <a:gd name="connsiteX189" fmla="*/ 1821700 w 2636466"/>
                <a:gd name="connsiteY189" fmla="*/ 2323163 h 2628477"/>
                <a:gd name="connsiteX190" fmla="*/ 1835358 w 2636466"/>
                <a:gd name="connsiteY190" fmla="*/ 2299183 h 2628477"/>
                <a:gd name="connsiteX191" fmla="*/ 1865317 w 2636466"/>
                <a:gd name="connsiteY191" fmla="*/ 2282850 h 2628477"/>
                <a:gd name="connsiteX192" fmla="*/ 1901319 w 2636466"/>
                <a:gd name="connsiteY192" fmla="*/ 2284738 h 2628477"/>
                <a:gd name="connsiteX193" fmla="*/ 2050581 w 2636466"/>
                <a:gd name="connsiteY193" fmla="*/ 2394663 h 2628477"/>
                <a:gd name="connsiteX194" fmla="*/ 2077708 w 2636466"/>
                <a:gd name="connsiteY194" fmla="*/ 2394694 h 2628477"/>
                <a:gd name="connsiteX195" fmla="*/ 2104269 w 2636466"/>
                <a:gd name="connsiteY195" fmla="*/ 2375372 h 2628477"/>
                <a:gd name="connsiteX196" fmla="*/ 2116133 w 2636466"/>
                <a:gd name="connsiteY196" fmla="*/ 2364861 h 2628477"/>
                <a:gd name="connsiteX197" fmla="*/ 2114308 w 2636466"/>
                <a:gd name="connsiteY197" fmla="*/ 2344783 h 2628477"/>
                <a:gd name="connsiteX198" fmla="*/ 2063169 w 2636466"/>
                <a:gd name="connsiteY198" fmla="*/ 2186804 h 2628477"/>
                <a:gd name="connsiteX199" fmla="*/ 2055113 w 2636466"/>
                <a:gd name="connsiteY199" fmla="*/ 2164743 h 2628477"/>
                <a:gd name="connsiteX200" fmla="*/ 2060022 w 2636466"/>
                <a:gd name="connsiteY200" fmla="*/ 2142683 h 2628477"/>
                <a:gd name="connsiteX201" fmla="*/ 2090926 w 2636466"/>
                <a:gd name="connsiteY201" fmla="*/ 2114360 h 2628477"/>
                <a:gd name="connsiteX202" fmla="*/ 2119690 w 2636466"/>
                <a:gd name="connsiteY202" fmla="*/ 2108097 h 2628477"/>
                <a:gd name="connsiteX203" fmla="*/ 2287739 w 2636466"/>
                <a:gd name="connsiteY203" fmla="*/ 2175600 h 2628477"/>
                <a:gd name="connsiteX204" fmla="*/ 2326825 w 2636466"/>
                <a:gd name="connsiteY204" fmla="*/ 2165939 h 2628477"/>
                <a:gd name="connsiteX205" fmla="*/ 2333088 w 2636466"/>
                <a:gd name="connsiteY205" fmla="*/ 2159204 h 2628477"/>
                <a:gd name="connsiteX206" fmla="*/ 2346620 w 2636466"/>
                <a:gd name="connsiteY206" fmla="*/ 2143847 h 2628477"/>
                <a:gd name="connsiteX207" fmla="*/ 2345927 w 2636466"/>
                <a:gd name="connsiteY207" fmla="*/ 2117570 h 2628477"/>
                <a:gd name="connsiteX208" fmla="*/ 2249692 w 2636466"/>
                <a:gd name="connsiteY208" fmla="*/ 1966765 h 2628477"/>
                <a:gd name="connsiteX209" fmla="*/ 2241667 w 2636466"/>
                <a:gd name="connsiteY209" fmla="*/ 1953359 h 2628477"/>
                <a:gd name="connsiteX210" fmla="*/ 2242706 w 2636466"/>
                <a:gd name="connsiteY210" fmla="*/ 1932746 h 2628477"/>
                <a:gd name="connsiteX211" fmla="*/ 2264200 w 2636466"/>
                <a:gd name="connsiteY211" fmla="*/ 1898287 h 2628477"/>
                <a:gd name="connsiteX212" fmla="*/ 2292712 w 2636466"/>
                <a:gd name="connsiteY212" fmla="*/ 1884503 h 2628477"/>
                <a:gd name="connsiteX213" fmla="*/ 2464380 w 2636466"/>
                <a:gd name="connsiteY213" fmla="*/ 1906815 h 2628477"/>
                <a:gd name="connsiteX214" fmla="*/ 2509823 w 2636466"/>
                <a:gd name="connsiteY214" fmla="*/ 1882929 h 2628477"/>
                <a:gd name="connsiteX215" fmla="*/ 2515456 w 2636466"/>
                <a:gd name="connsiteY215" fmla="*/ 1870530 h 2628477"/>
                <a:gd name="connsiteX216" fmla="*/ 2521498 w 2636466"/>
                <a:gd name="connsiteY216" fmla="*/ 1851459 h 2628477"/>
                <a:gd name="connsiteX217" fmla="*/ 2387153 w 2636466"/>
                <a:gd name="connsiteY217" fmla="*/ 1722527 h 2628477"/>
                <a:gd name="connsiteX218" fmla="*/ 2380261 w 2636466"/>
                <a:gd name="connsiteY218" fmla="*/ 1713149 h 2628477"/>
                <a:gd name="connsiteX219" fmla="*/ 2370977 w 2636466"/>
                <a:gd name="connsiteY219" fmla="*/ 1673150 h 2628477"/>
                <a:gd name="connsiteX220" fmla="*/ 2372299 w 2636466"/>
                <a:gd name="connsiteY220" fmla="*/ 1669500 h 2628477"/>
                <a:gd name="connsiteX221" fmla="*/ 2377901 w 2636466"/>
                <a:gd name="connsiteY221" fmla="*/ 1652034 h 2628477"/>
                <a:gd name="connsiteX222" fmla="*/ 2411322 w 2636466"/>
                <a:gd name="connsiteY222" fmla="*/ 1623868 h 2628477"/>
                <a:gd name="connsiteX223" fmla="*/ 2595075 w 2636466"/>
                <a:gd name="connsiteY223" fmla="*/ 1601241 h 2628477"/>
                <a:gd name="connsiteX224" fmla="*/ 2606688 w 2636466"/>
                <a:gd name="connsiteY224" fmla="*/ 1593720 h 2628477"/>
                <a:gd name="connsiteX225" fmla="*/ 2613894 w 2636466"/>
                <a:gd name="connsiteY225" fmla="*/ 1545948 h 2628477"/>
                <a:gd name="connsiteX226" fmla="*/ 2606688 w 2636466"/>
                <a:gd name="connsiteY226" fmla="*/ 1528766 h 2628477"/>
                <a:gd name="connsiteX227" fmla="*/ 2447796 w 2636466"/>
                <a:gd name="connsiteY227" fmla="*/ 1440807 h 2628477"/>
                <a:gd name="connsiteX228" fmla="*/ 2438827 w 2636466"/>
                <a:gd name="connsiteY228" fmla="*/ 1433506 h 2628477"/>
                <a:gd name="connsiteX229" fmla="*/ 2425420 w 2636466"/>
                <a:gd name="connsiteY229" fmla="*/ 1405938 h 2628477"/>
                <a:gd name="connsiteX230" fmla="*/ 2427749 w 2636466"/>
                <a:gd name="connsiteY230" fmla="*/ 1382839 h 2628477"/>
                <a:gd name="connsiteX231" fmla="*/ 2427718 w 2636466"/>
                <a:gd name="connsiteY231" fmla="*/ 1374972 h 2628477"/>
                <a:gd name="connsiteX232" fmla="*/ 2449054 w 2636466"/>
                <a:gd name="connsiteY232" fmla="*/ 1344006 h 2628477"/>
                <a:gd name="connsiteX233" fmla="*/ 2627301 w 2636466"/>
                <a:gd name="connsiteY233" fmla="*/ 1273796 h 2628477"/>
                <a:gd name="connsiteX234" fmla="*/ 2636144 w 2636466"/>
                <a:gd name="connsiteY234" fmla="*/ 1257526 h 2628477"/>
                <a:gd name="connsiteX235" fmla="*/ 2629724 w 2636466"/>
                <a:gd name="connsiteY235" fmla="*/ 1216867 h 2628477"/>
                <a:gd name="connsiteX236" fmla="*/ 1949940 w 2636466"/>
                <a:gd name="connsiteY236" fmla="*/ 885110 h 2628477"/>
                <a:gd name="connsiteX237" fmla="*/ 2012880 w 2636466"/>
                <a:gd name="connsiteY237" fmla="*/ 948050 h 2628477"/>
                <a:gd name="connsiteX238" fmla="*/ 1949940 w 2636466"/>
                <a:gd name="connsiteY238" fmla="*/ 1010990 h 2628477"/>
                <a:gd name="connsiteX239" fmla="*/ 1887000 w 2636466"/>
                <a:gd name="connsiteY239" fmla="*/ 948050 h 2628477"/>
                <a:gd name="connsiteX240" fmla="*/ 1949940 w 2636466"/>
                <a:gd name="connsiteY240" fmla="*/ 885110 h 2628477"/>
                <a:gd name="connsiteX241" fmla="*/ 1317393 w 2636466"/>
                <a:gd name="connsiteY241" fmla="*/ 409913 h 2628477"/>
                <a:gd name="connsiteX242" fmla="*/ 1789443 w 2636466"/>
                <a:gd name="connsiteY242" fmla="*/ 745068 h 2628477"/>
                <a:gd name="connsiteX243" fmla="*/ 1317393 w 2636466"/>
                <a:gd name="connsiteY243" fmla="*/ 1080224 h 2628477"/>
                <a:gd name="connsiteX244" fmla="*/ 845343 w 2636466"/>
                <a:gd name="connsiteY244" fmla="*/ 745068 h 2628477"/>
                <a:gd name="connsiteX245" fmla="*/ 1317393 w 2636466"/>
                <a:gd name="connsiteY245" fmla="*/ 409913 h 2628477"/>
                <a:gd name="connsiteX246" fmla="*/ 684846 w 2636466"/>
                <a:gd name="connsiteY246" fmla="*/ 885110 h 2628477"/>
                <a:gd name="connsiteX247" fmla="*/ 747786 w 2636466"/>
                <a:gd name="connsiteY247" fmla="*/ 948050 h 2628477"/>
                <a:gd name="connsiteX248" fmla="*/ 684846 w 2636466"/>
                <a:gd name="connsiteY248" fmla="*/ 1010990 h 2628477"/>
                <a:gd name="connsiteX249" fmla="*/ 621906 w 2636466"/>
                <a:gd name="connsiteY249" fmla="*/ 948050 h 2628477"/>
                <a:gd name="connsiteX250" fmla="*/ 684846 w 2636466"/>
                <a:gd name="connsiteY250" fmla="*/ 885110 h 2628477"/>
                <a:gd name="connsiteX251" fmla="*/ 1053926 w 2636466"/>
                <a:gd name="connsiteY251" fmla="*/ 2005473 h 2628477"/>
                <a:gd name="connsiteX252" fmla="*/ 536654 w 2636466"/>
                <a:gd name="connsiteY252" fmla="*/ 1745468 h 2628477"/>
                <a:gd name="connsiteX253" fmla="*/ 611553 w 2636466"/>
                <a:gd name="connsiteY253" fmla="*/ 1171393 h 2628477"/>
                <a:gd name="connsiteX254" fmla="*/ 1128825 w 2636466"/>
                <a:gd name="connsiteY254" fmla="*/ 1431398 h 2628477"/>
                <a:gd name="connsiteX255" fmla="*/ 1053926 w 2636466"/>
                <a:gd name="connsiteY255" fmla="*/ 2005473 h 2628477"/>
                <a:gd name="connsiteX256" fmla="*/ 1318967 w 2636466"/>
                <a:gd name="connsiteY256" fmla="*/ 2109293 h 2628477"/>
                <a:gd name="connsiteX257" fmla="*/ 1254453 w 2636466"/>
                <a:gd name="connsiteY257" fmla="*/ 2044779 h 2628477"/>
                <a:gd name="connsiteX258" fmla="*/ 1318967 w 2636466"/>
                <a:gd name="connsiteY258" fmla="*/ 1980266 h 2628477"/>
                <a:gd name="connsiteX259" fmla="*/ 1383480 w 2636466"/>
                <a:gd name="connsiteY259" fmla="*/ 2044779 h 2628477"/>
                <a:gd name="connsiteX260" fmla="*/ 1318967 w 2636466"/>
                <a:gd name="connsiteY260" fmla="*/ 2109293 h 2628477"/>
                <a:gd name="connsiteX261" fmla="*/ 1318967 w 2636466"/>
                <a:gd name="connsiteY261" fmla="*/ 1442129 h 2628477"/>
                <a:gd name="connsiteX262" fmla="*/ 1188366 w 2636466"/>
                <a:gd name="connsiteY262" fmla="*/ 1311528 h 2628477"/>
                <a:gd name="connsiteX263" fmla="*/ 1318967 w 2636466"/>
                <a:gd name="connsiteY263" fmla="*/ 1180928 h 2628477"/>
                <a:gd name="connsiteX264" fmla="*/ 1449567 w 2636466"/>
                <a:gd name="connsiteY264" fmla="*/ 1311528 h 2628477"/>
                <a:gd name="connsiteX265" fmla="*/ 1318967 w 2636466"/>
                <a:gd name="connsiteY265" fmla="*/ 1442129 h 2628477"/>
                <a:gd name="connsiteX266" fmla="*/ 2098730 w 2636466"/>
                <a:gd name="connsiteY266" fmla="*/ 1745500 h 2628477"/>
                <a:gd name="connsiteX267" fmla="*/ 1581458 w 2636466"/>
                <a:gd name="connsiteY267" fmla="*/ 2005505 h 2628477"/>
                <a:gd name="connsiteX268" fmla="*/ 1506559 w 2636466"/>
                <a:gd name="connsiteY268" fmla="*/ 1431429 h 2628477"/>
                <a:gd name="connsiteX269" fmla="*/ 2023832 w 2636466"/>
                <a:gd name="connsiteY269" fmla="*/ 1171424 h 2628477"/>
                <a:gd name="connsiteX270" fmla="*/ 2098730 w 2636466"/>
                <a:gd name="connsiteY270" fmla="*/ 1745500 h 262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2636466" h="2628477">
                  <a:moveTo>
                    <a:pt x="2629724" y="1216867"/>
                  </a:moveTo>
                  <a:cubicBezTo>
                    <a:pt x="2631643" y="1206828"/>
                    <a:pt x="2626168" y="1203335"/>
                    <a:pt x="2617293" y="1201132"/>
                  </a:cubicBezTo>
                  <a:cubicBezTo>
                    <a:pt x="2558129" y="1186372"/>
                    <a:pt x="2499092" y="1171235"/>
                    <a:pt x="2439991" y="1156224"/>
                  </a:cubicBezTo>
                  <a:cubicBezTo>
                    <a:pt x="2418214" y="1150622"/>
                    <a:pt x="2411479" y="1134761"/>
                    <a:pt x="2411007" y="1114275"/>
                  </a:cubicBezTo>
                  <a:cubicBezTo>
                    <a:pt x="2410913" y="1109523"/>
                    <a:pt x="2409339" y="1104802"/>
                    <a:pt x="2408332" y="1100082"/>
                  </a:cubicBezTo>
                  <a:cubicBezTo>
                    <a:pt x="2402384" y="1070311"/>
                    <a:pt x="2398073" y="1076762"/>
                    <a:pt x="2423438" y="1058824"/>
                  </a:cubicBezTo>
                  <a:cubicBezTo>
                    <a:pt x="2425924" y="1057062"/>
                    <a:pt x="2428316" y="1055111"/>
                    <a:pt x="2430802" y="1053349"/>
                  </a:cubicBezTo>
                  <a:cubicBezTo>
                    <a:pt x="2477755" y="1019833"/>
                    <a:pt x="2523985" y="985342"/>
                    <a:pt x="2571410" y="952550"/>
                  </a:cubicBezTo>
                  <a:cubicBezTo>
                    <a:pt x="2577232" y="948522"/>
                    <a:pt x="2582928" y="944211"/>
                    <a:pt x="2580977" y="935934"/>
                  </a:cubicBezTo>
                  <a:cubicBezTo>
                    <a:pt x="2578333" y="924668"/>
                    <a:pt x="2576319" y="913118"/>
                    <a:pt x="2568924" y="903583"/>
                  </a:cubicBezTo>
                  <a:cubicBezTo>
                    <a:pt x="2565305" y="882844"/>
                    <a:pt x="2551363" y="881648"/>
                    <a:pt x="2533551" y="882026"/>
                  </a:cubicBezTo>
                  <a:cubicBezTo>
                    <a:pt x="2479706" y="883127"/>
                    <a:pt x="2425798" y="882435"/>
                    <a:pt x="2371921" y="882435"/>
                  </a:cubicBezTo>
                  <a:cubicBezTo>
                    <a:pt x="2336266" y="882435"/>
                    <a:pt x="2336266" y="882404"/>
                    <a:pt x="2323835" y="848259"/>
                  </a:cubicBezTo>
                  <a:cubicBezTo>
                    <a:pt x="2321695" y="839793"/>
                    <a:pt x="2318706" y="831611"/>
                    <a:pt x="2314143" y="824121"/>
                  </a:cubicBezTo>
                  <a:cubicBezTo>
                    <a:pt x="2308856" y="815435"/>
                    <a:pt x="2310052" y="808418"/>
                    <a:pt x="2316755" y="800550"/>
                  </a:cubicBezTo>
                  <a:cubicBezTo>
                    <a:pt x="2357194" y="753030"/>
                    <a:pt x="2395933" y="704063"/>
                    <a:pt x="2436876" y="656952"/>
                  </a:cubicBezTo>
                  <a:cubicBezTo>
                    <a:pt x="2439865" y="653491"/>
                    <a:pt x="2441376" y="649651"/>
                    <a:pt x="2442509" y="645466"/>
                  </a:cubicBezTo>
                  <a:cubicBezTo>
                    <a:pt x="2446537" y="640462"/>
                    <a:pt x="2444963" y="635742"/>
                    <a:pt x="2441911" y="631021"/>
                  </a:cubicBezTo>
                  <a:cubicBezTo>
                    <a:pt x="2434075" y="618937"/>
                    <a:pt x="2426144" y="606884"/>
                    <a:pt x="2418529" y="594642"/>
                  </a:cubicBezTo>
                  <a:cubicBezTo>
                    <a:pt x="2414658" y="588411"/>
                    <a:pt x="2410378" y="587593"/>
                    <a:pt x="2403171" y="589512"/>
                  </a:cubicBezTo>
                  <a:cubicBezTo>
                    <a:pt x="2346305" y="604523"/>
                    <a:pt x="2289187" y="618559"/>
                    <a:pt x="2232352" y="633665"/>
                  </a:cubicBezTo>
                  <a:cubicBezTo>
                    <a:pt x="2198018" y="642791"/>
                    <a:pt x="2198176" y="643420"/>
                    <a:pt x="2176682" y="616419"/>
                  </a:cubicBezTo>
                  <a:cubicBezTo>
                    <a:pt x="2173629" y="607041"/>
                    <a:pt x="2167776" y="599205"/>
                    <a:pt x="2160884" y="592722"/>
                  </a:cubicBezTo>
                  <a:cubicBezTo>
                    <a:pt x="2152355" y="584697"/>
                    <a:pt x="2152135" y="577522"/>
                    <a:pt x="2157202" y="567294"/>
                  </a:cubicBezTo>
                  <a:cubicBezTo>
                    <a:pt x="2184360" y="512285"/>
                    <a:pt x="2209316" y="456205"/>
                    <a:pt x="2236475" y="401164"/>
                  </a:cubicBezTo>
                  <a:cubicBezTo>
                    <a:pt x="2238615" y="396790"/>
                    <a:pt x="2240566" y="392416"/>
                    <a:pt x="2239873" y="387349"/>
                  </a:cubicBezTo>
                  <a:cubicBezTo>
                    <a:pt x="2241321" y="384170"/>
                    <a:pt x="2243146" y="381149"/>
                    <a:pt x="2239716" y="377876"/>
                  </a:cubicBezTo>
                  <a:cubicBezTo>
                    <a:pt x="2227348" y="366138"/>
                    <a:pt x="2214949" y="354431"/>
                    <a:pt x="2202833" y="342473"/>
                  </a:cubicBezTo>
                  <a:cubicBezTo>
                    <a:pt x="2197483" y="337186"/>
                    <a:pt x="2192826" y="339609"/>
                    <a:pt x="2187665" y="342473"/>
                  </a:cubicBezTo>
                  <a:cubicBezTo>
                    <a:pt x="2133851" y="372401"/>
                    <a:pt x="2079565" y="401542"/>
                    <a:pt x="2026412" y="432571"/>
                  </a:cubicBezTo>
                  <a:cubicBezTo>
                    <a:pt x="2009261" y="442579"/>
                    <a:pt x="1995886" y="445443"/>
                    <a:pt x="1981725" y="429613"/>
                  </a:cubicBezTo>
                  <a:cubicBezTo>
                    <a:pt x="1978011" y="425459"/>
                    <a:pt x="1972945" y="422532"/>
                    <a:pt x="1968507" y="419008"/>
                  </a:cubicBezTo>
                  <a:cubicBezTo>
                    <a:pt x="1965864" y="414319"/>
                    <a:pt x="1962371" y="410165"/>
                    <a:pt x="1957713" y="407741"/>
                  </a:cubicBezTo>
                  <a:cubicBezTo>
                    <a:pt x="1943772" y="400566"/>
                    <a:pt x="1942702" y="389835"/>
                    <a:pt x="1945723" y="375705"/>
                  </a:cubicBezTo>
                  <a:cubicBezTo>
                    <a:pt x="1957524" y="320003"/>
                    <a:pt x="1967280" y="263892"/>
                    <a:pt x="1978452" y="208033"/>
                  </a:cubicBezTo>
                  <a:cubicBezTo>
                    <a:pt x="1979679" y="201959"/>
                    <a:pt x="1980529" y="195948"/>
                    <a:pt x="1979113" y="189812"/>
                  </a:cubicBezTo>
                  <a:cubicBezTo>
                    <a:pt x="1979428" y="183612"/>
                    <a:pt x="1979805" y="177948"/>
                    <a:pt x="1972504" y="174391"/>
                  </a:cubicBezTo>
                  <a:cubicBezTo>
                    <a:pt x="1959507" y="168097"/>
                    <a:pt x="1946762" y="161205"/>
                    <a:pt x="1934300" y="153904"/>
                  </a:cubicBezTo>
                  <a:cubicBezTo>
                    <a:pt x="1927691" y="150034"/>
                    <a:pt x="1923726" y="151513"/>
                    <a:pt x="1918470" y="156548"/>
                  </a:cubicBezTo>
                  <a:cubicBezTo>
                    <a:pt x="1887818" y="185972"/>
                    <a:pt x="1857450" y="215743"/>
                    <a:pt x="1825602" y="243814"/>
                  </a:cubicBezTo>
                  <a:cubicBezTo>
                    <a:pt x="1806531" y="260619"/>
                    <a:pt x="1789947" y="280005"/>
                    <a:pt x="1769775" y="295645"/>
                  </a:cubicBezTo>
                  <a:cubicBezTo>
                    <a:pt x="1764393" y="299799"/>
                    <a:pt x="1760271" y="300460"/>
                    <a:pt x="1754417" y="297974"/>
                  </a:cubicBezTo>
                  <a:cubicBezTo>
                    <a:pt x="1741546" y="292498"/>
                    <a:pt x="1728801" y="286425"/>
                    <a:pt x="1715426" y="282522"/>
                  </a:cubicBezTo>
                  <a:cubicBezTo>
                    <a:pt x="1702838" y="278840"/>
                    <a:pt x="1698086" y="271162"/>
                    <a:pt x="1697236" y="258983"/>
                  </a:cubicBezTo>
                  <a:cubicBezTo>
                    <a:pt x="1695096" y="228551"/>
                    <a:pt x="1694058" y="197962"/>
                    <a:pt x="1691288" y="167657"/>
                  </a:cubicBezTo>
                  <a:cubicBezTo>
                    <a:pt x="1689463" y="147673"/>
                    <a:pt x="1692044" y="127407"/>
                    <a:pt x="1686914" y="107675"/>
                  </a:cubicBezTo>
                  <a:cubicBezTo>
                    <a:pt x="1682351" y="90178"/>
                    <a:pt x="1675176" y="73247"/>
                    <a:pt x="1675962" y="54585"/>
                  </a:cubicBezTo>
                  <a:cubicBezTo>
                    <a:pt x="1676183" y="49770"/>
                    <a:pt x="1672060" y="48543"/>
                    <a:pt x="1667906" y="47567"/>
                  </a:cubicBezTo>
                  <a:cubicBezTo>
                    <a:pt x="1655601" y="44641"/>
                    <a:pt x="1643108" y="42123"/>
                    <a:pt x="1631181" y="38032"/>
                  </a:cubicBezTo>
                  <a:cubicBezTo>
                    <a:pt x="1620323" y="34287"/>
                    <a:pt x="1614155" y="36773"/>
                    <a:pt x="1608019" y="46686"/>
                  </a:cubicBezTo>
                  <a:cubicBezTo>
                    <a:pt x="1573779" y="101570"/>
                    <a:pt x="1538596" y="155919"/>
                    <a:pt x="1504388" y="210865"/>
                  </a:cubicBezTo>
                  <a:cubicBezTo>
                    <a:pt x="1498409" y="220495"/>
                    <a:pt x="1491328" y="222446"/>
                    <a:pt x="1481383" y="220998"/>
                  </a:cubicBezTo>
                  <a:cubicBezTo>
                    <a:pt x="1468890" y="219142"/>
                    <a:pt x="1456365" y="217379"/>
                    <a:pt x="1443808" y="216184"/>
                  </a:cubicBezTo>
                  <a:cubicBezTo>
                    <a:pt x="1423856" y="214295"/>
                    <a:pt x="1417153" y="209134"/>
                    <a:pt x="1410607" y="189214"/>
                  </a:cubicBezTo>
                  <a:cubicBezTo>
                    <a:pt x="1391222" y="130239"/>
                    <a:pt x="1371679" y="71296"/>
                    <a:pt x="1352671" y="12164"/>
                  </a:cubicBezTo>
                  <a:cubicBezTo>
                    <a:pt x="1349807" y="3226"/>
                    <a:pt x="1345874" y="-613"/>
                    <a:pt x="1336149" y="79"/>
                  </a:cubicBezTo>
                  <a:cubicBezTo>
                    <a:pt x="1323939" y="992"/>
                    <a:pt x="1311540" y="992"/>
                    <a:pt x="1299329" y="79"/>
                  </a:cubicBezTo>
                  <a:cubicBezTo>
                    <a:pt x="1289983" y="-613"/>
                    <a:pt x="1286395" y="3258"/>
                    <a:pt x="1283752" y="11629"/>
                  </a:cubicBezTo>
                  <a:cubicBezTo>
                    <a:pt x="1264524" y="72051"/>
                    <a:pt x="1245044" y="132410"/>
                    <a:pt x="1225186" y="192644"/>
                  </a:cubicBezTo>
                  <a:cubicBezTo>
                    <a:pt x="1221536" y="203721"/>
                    <a:pt x="1216941" y="214484"/>
                    <a:pt x="1201395" y="214484"/>
                  </a:cubicBezTo>
                  <a:cubicBezTo>
                    <a:pt x="1189310" y="214484"/>
                    <a:pt x="1176565" y="215397"/>
                    <a:pt x="1165236" y="219236"/>
                  </a:cubicBezTo>
                  <a:cubicBezTo>
                    <a:pt x="1141854" y="227135"/>
                    <a:pt x="1132822" y="213320"/>
                    <a:pt x="1122531" y="196578"/>
                  </a:cubicBezTo>
                  <a:cubicBezTo>
                    <a:pt x="1090904" y="145187"/>
                    <a:pt x="1057986" y="94552"/>
                    <a:pt x="1025887" y="43445"/>
                  </a:cubicBezTo>
                  <a:cubicBezTo>
                    <a:pt x="1021827" y="36962"/>
                    <a:pt x="1018113" y="34413"/>
                    <a:pt x="1010183" y="36868"/>
                  </a:cubicBezTo>
                  <a:cubicBezTo>
                    <a:pt x="996462" y="41147"/>
                    <a:pt x="982332" y="44231"/>
                    <a:pt x="968328" y="47536"/>
                  </a:cubicBezTo>
                  <a:cubicBezTo>
                    <a:pt x="964174" y="48511"/>
                    <a:pt x="960209" y="49707"/>
                    <a:pt x="960209" y="54554"/>
                  </a:cubicBezTo>
                  <a:cubicBezTo>
                    <a:pt x="960272" y="71359"/>
                    <a:pt x="941075" y="218575"/>
                    <a:pt x="940540" y="242178"/>
                  </a:cubicBezTo>
                  <a:cubicBezTo>
                    <a:pt x="940320" y="251304"/>
                    <a:pt x="938840" y="260242"/>
                    <a:pt x="936826" y="269211"/>
                  </a:cubicBezTo>
                  <a:cubicBezTo>
                    <a:pt x="935725" y="274057"/>
                    <a:pt x="933711" y="276984"/>
                    <a:pt x="929211" y="278809"/>
                  </a:cubicBezTo>
                  <a:cubicBezTo>
                    <a:pt x="913790" y="284977"/>
                    <a:pt x="898370" y="291177"/>
                    <a:pt x="883076" y="297659"/>
                  </a:cubicBezTo>
                  <a:cubicBezTo>
                    <a:pt x="876373" y="300492"/>
                    <a:pt x="871495" y="300177"/>
                    <a:pt x="865515" y="294733"/>
                  </a:cubicBezTo>
                  <a:cubicBezTo>
                    <a:pt x="837035" y="268738"/>
                    <a:pt x="747849" y="183329"/>
                    <a:pt x="730729" y="167657"/>
                  </a:cubicBezTo>
                  <a:cubicBezTo>
                    <a:pt x="710840" y="149436"/>
                    <a:pt x="710620" y="149562"/>
                    <a:pt x="686766" y="161898"/>
                  </a:cubicBezTo>
                  <a:cubicBezTo>
                    <a:pt x="679779" y="165517"/>
                    <a:pt x="673328" y="170332"/>
                    <a:pt x="666090" y="173321"/>
                  </a:cubicBezTo>
                  <a:cubicBezTo>
                    <a:pt x="658065" y="176657"/>
                    <a:pt x="655831" y="182039"/>
                    <a:pt x="657184" y="189875"/>
                  </a:cubicBezTo>
                  <a:cubicBezTo>
                    <a:pt x="655736" y="195571"/>
                    <a:pt x="656995" y="201109"/>
                    <a:pt x="658034" y="206711"/>
                  </a:cubicBezTo>
                  <a:cubicBezTo>
                    <a:pt x="668734" y="265119"/>
                    <a:pt x="680315" y="323339"/>
                    <a:pt x="691675" y="381590"/>
                  </a:cubicBezTo>
                  <a:cubicBezTo>
                    <a:pt x="693847" y="392762"/>
                    <a:pt x="691455" y="400000"/>
                    <a:pt x="681636" y="405539"/>
                  </a:cubicBezTo>
                  <a:cubicBezTo>
                    <a:pt x="675940" y="408749"/>
                    <a:pt x="670936" y="413123"/>
                    <a:pt x="667695" y="419071"/>
                  </a:cubicBezTo>
                  <a:cubicBezTo>
                    <a:pt x="658695" y="425900"/>
                    <a:pt x="649317" y="432288"/>
                    <a:pt x="640820" y="439715"/>
                  </a:cubicBezTo>
                  <a:cubicBezTo>
                    <a:pt x="635690" y="444215"/>
                    <a:pt x="632417" y="444215"/>
                    <a:pt x="626343" y="440816"/>
                  </a:cubicBezTo>
                  <a:cubicBezTo>
                    <a:pt x="567337" y="407804"/>
                    <a:pt x="508016" y="375327"/>
                    <a:pt x="448853" y="342630"/>
                  </a:cubicBezTo>
                  <a:cubicBezTo>
                    <a:pt x="443157" y="339483"/>
                    <a:pt x="439034" y="338350"/>
                    <a:pt x="432834" y="343385"/>
                  </a:cubicBezTo>
                  <a:cubicBezTo>
                    <a:pt x="420530" y="353361"/>
                    <a:pt x="410365" y="365383"/>
                    <a:pt x="398564" y="375736"/>
                  </a:cubicBezTo>
                  <a:cubicBezTo>
                    <a:pt x="394284" y="379481"/>
                    <a:pt x="395448" y="383258"/>
                    <a:pt x="396424" y="387443"/>
                  </a:cubicBezTo>
                  <a:cubicBezTo>
                    <a:pt x="397242" y="394902"/>
                    <a:pt x="399791" y="401762"/>
                    <a:pt x="403284" y="408339"/>
                  </a:cubicBezTo>
                  <a:cubicBezTo>
                    <a:pt x="417225" y="434585"/>
                    <a:pt x="467577" y="543062"/>
                    <a:pt x="480417" y="570316"/>
                  </a:cubicBezTo>
                  <a:cubicBezTo>
                    <a:pt x="484099" y="578152"/>
                    <a:pt x="483564" y="583816"/>
                    <a:pt x="477711" y="590362"/>
                  </a:cubicBezTo>
                  <a:cubicBezTo>
                    <a:pt x="471983" y="596750"/>
                    <a:pt x="465343" y="602761"/>
                    <a:pt x="462416" y="611321"/>
                  </a:cubicBezTo>
                  <a:cubicBezTo>
                    <a:pt x="459804" y="616986"/>
                    <a:pt x="454391" y="620951"/>
                    <a:pt x="451779" y="626143"/>
                  </a:cubicBezTo>
                  <a:cubicBezTo>
                    <a:pt x="443692" y="642350"/>
                    <a:pt x="431607" y="641627"/>
                    <a:pt x="416911" y="637661"/>
                  </a:cubicBezTo>
                  <a:cubicBezTo>
                    <a:pt x="361681" y="622776"/>
                    <a:pt x="306262" y="608677"/>
                    <a:pt x="251001" y="593949"/>
                  </a:cubicBezTo>
                  <a:cubicBezTo>
                    <a:pt x="223244" y="586554"/>
                    <a:pt x="223307" y="586208"/>
                    <a:pt x="207604" y="609968"/>
                  </a:cubicBezTo>
                  <a:cubicBezTo>
                    <a:pt x="203009" y="616891"/>
                    <a:pt x="198792" y="624066"/>
                    <a:pt x="194292" y="631084"/>
                  </a:cubicBezTo>
                  <a:cubicBezTo>
                    <a:pt x="191239" y="635836"/>
                    <a:pt x="189634" y="640557"/>
                    <a:pt x="193694" y="645560"/>
                  </a:cubicBezTo>
                  <a:cubicBezTo>
                    <a:pt x="195047" y="650753"/>
                    <a:pt x="197974" y="655001"/>
                    <a:pt x="201435" y="659092"/>
                  </a:cubicBezTo>
                  <a:cubicBezTo>
                    <a:pt x="242158" y="707273"/>
                    <a:pt x="282093" y="756146"/>
                    <a:pt x="322941" y="804201"/>
                  </a:cubicBezTo>
                  <a:cubicBezTo>
                    <a:pt x="327378" y="809425"/>
                    <a:pt x="327756" y="813767"/>
                    <a:pt x="324546" y="819558"/>
                  </a:cubicBezTo>
                  <a:cubicBezTo>
                    <a:pt x="319479" y="828684"/>
                    <a:pt x="314255" y="837842"/>
                    <a:pt x="312367" y="848353"/>
                  </a:cubicBezTo>
                  <a:cubicBezTo>
                    <a:pt x="310448" y="853703"/>
                    <a:pt x="308339" y="858958"/>
                    <a:pt x="306640" y="864371"/>
                  </a:cubicBezTo>
                  <a:cubicBezTo>
                    <a:pt x="302297" y="878155"/>
                    <a:pt x="294272" y="883285"/>
                    <a:pt x="278757" y="882970"/>
                  </a:cubicBezTo>
                  <a:cubicBezTo>
                    <a:pt x="220066" y="881806"/>
                    <a:pt x="161343" y="883190"/>
                    <a:pt x="102651" y="882120"/>
                  </a:cubicBezTo>
                  <a:cubicBezTo>
                    <a:pt x="84808" y="881806"/>
                    <a:pt x="70866" y="882970"/>
                    <a:pt x="67405" y="903772"/>
                  </a:cubicBezTo>
                  <a:cubicBezTo>
                    <a:pt x="60639" y="910852"/>
                    <a:pt x="60544" y="920577"/>
                    <a:pt x="57114" y="928979"/>
                  </a:cubicBezTo>
                  <a:cubicBezTo>
                    <a:pt x="52897" y="939333"/>
                    <a:pt x="55698" y="946760"/>
                    <a:pt x="64919" y="952330"/>
                  </a:cubicBezTo>
                  <a:cubicBezTo>
                    <a:pt x="114389" y="986978"/>
                    <a:pt x="162979" y="1022791"/>
                    <a:pt x="211884" y="1058195"/>
                  </a:cubicBezTo>
                  <a:cubicBezTo>
                    <a:pt x="238413" y="1077423"/>
                    <a:pt x="234731" y="1070059"/>
                    <a:pt x="227902" y="1102756"/>
                  </a:cubicBezTo>
                  <a:cubicBezTo>
                    <a:pt x="222929" y="1123149"/>
                    <a:pt x="226486" y="1148199"/>
                    <a:pt x="198823" y="1156255"/>
                  </a:cubicBezTo>
                  <a:cubicBezTo>
                    <a:pt x="139377" y="1171298"/>
                    <a:pt x="79993" y="1186561"/>
                    <a:pt x="20420" y="1201100"/>
                  </a:cubicBezTo>
                  <a:cubicBezTo>
                    <a:pt x="9594" y="1203744"/>
                    <a:pt x="4591" y="1208401"/>
                    <a:pt x="6542" y="1219510"/>
                  </a:cubicBezTo>
                  <a:cubicBezTo>
                    <a:pt x="-1766" y="1232696"/>
                    <a:pt x="-67" y="1247298"/>
                    <a:pt x="625" y="1261743"/>
                  </a:cubicBezTo>
                  <a:cubicBezTo>
                    <a:pt x="909" y="1267470"/>
                    <a:pt x="3930" y="1271593"/>
                    <a:pt x="9185" y="1274016"/>
                  </a:cubicBezTo>
                  <a:cubicBezTo>
                    <a:pt x="66429" y="1296077"/>
                    <a:pt x="123516" y="1318452"/>
                    <a:pt x="180414" y="1341362"/>
                  </a:cubicBezTo>
                  <a:cubicBezTo>
                    <a:pt x="208862" y="1352817"/>
                    <a:pt x="208894" y="1352754"/>
                    <a:pt x="208516" y="1383217"/>
                  </a:cubicBezTo>
                  <a:cubicBezTo>
                    <a:pt x="208327" y="1389731"/>
                    <a:pt x="209995" y="1396057"/>
                    <a:pt x="210814" y="1402445"/>
                  </a:cubicBezTo>
                  <a:cubicBezTo>
                    <a:pt x="212639" y="1416638"/>
                    <a:pt x="211537" y="1429384"/>
                    <a:pt x="195267" y="1434985"/>
                  </a:cubicBezTo>
                  <a:cubicBezTo>
                    <a:pt x="192341" y="1435992"/>
                    <a:pt x="190610" y="1438730"/>
                    <a:pt x="188533" y="1440933"/>
                  </a:cubicBezTo>
                  <a:cubicBezTo>
                    <a:pt x="140384" y="1469886"/>
                    <a:pt x="90535" y="1495691"/>
                    <a:pt x="41001" y="1522094"/>
                  </a:cubicBezTo>
                  <a:cubicBezTo>
                    <a:pt x="27092" y="1529521"/>
                    <a:pt x="17399" y="1536791"/>
                    <a:pt x="22623" y="1554036"/>
                  </a:cubicBezTo>
                  <a:cubicBezTo>
                    <a:pt x="23441" y="1556239"/>
                    <a:pt x="22340" y="1558348"/>
                    <a:pt x="22277" y="1560456"/>
                  </a:cubicBezTo>
                  <a:cubicBezTo>
                    <a:pt x="21490" y="1590793"/>
                    <a:pt x="28508" y="1599542"/>
                    <a:pt x="58184" y="1603224"/>
                  </a:cubicBezTo>
                  <a:cubicBezTo>
                    <a:pt x="115994" y="1610399"/>
                    <a:pt x="173742" y="1618046"/>
                    <a:pt x="231647" y="1624529"/>
                  </a:cubicBezTo>
                  <a:cubicBezTo>
                    <a:pt x="245682" y="1626103"/>
                    <a:pt x="254274" y="1630823"/>
                    <a:pt x="256854" y="1645457"/>
                  </a:cubicBezTo>
                  <a:cubicBezTo>
                    <a:pt x="258270" y="1653576"/>
                    <a:pt x="261354" y="1661538"/>
                    <a:pt x="264690" y="1669122"/>
                  </a:cubicBezTo>
                  <a:cubicBezTo>
                    <a:pt x="271645" y="1684889"/>
                    <a:pt x="274824" y="1699837"/>
                    <a:pt x="259529" y="1712865"/>
                  </a:cubicBezTo>
                  <a:cubicBezTo>
                    <a:pt x="258302" y="1713904"/>
                    <a:pt x="257861" y="1715886"/>
                    <a:pt x="256697" y="1717240"/>
                  </a:cubicBezTo>
                  <a:cubicBezTo>
                    <a:pt x="254997" y="1718593"/>
                    <a:pt x="253172" y="1719789"/>
                    <a:pt x="251567" y="1721268"/>
                  </a:cubicBezTo>
                  <a:cubicBezTo>
                    <a:pt x="226895" y="1744209"/>
                    <a:pt x="133271" y="1828518"/>
                    <a:pt x="114861" y="1851522"/>
                  </a:cubicBezTo>
                  <a:cubicBezTo>
                    <a:pt x="116120" y="1860774"/>
                    <a:pt x="120274" y="1869020"/>
                    <a:pt x="123642" y="1877548"/>
                  </a:cubicBezTo>
                  <a:cubicBezTo>
                    <a:pt x="127009" y="1884157"/>
                    <a:pt x="130565" y="1890702"/>
                    <a:pt x="133555" y="1897500"/>
                  </a:cubicBezTo>
                  <a:cubicBezTo>
                    <a:pt x="137866" y="1907319"/>
                    <a:pt x="144443" y="1910843"/>
                    <a:pt x="155395" y="1909238"/>
                  </a:cubicBezTo>
                  <a:cubicBezTo>
                    <a:pt x="183057" y="1905241"/>
                    <a:pt x="309724" y="1889444"/>
                    <a:pt x="345222" y="1884345"/>
                  </a:cubicBezTo>
                  <a:cubicBezTo>
                    <a:pt x="357653" y="1882552"/>
                    <a:pt x="365992" y="1885573"/>
                    <a:pt x="371783" y="1897343"/>
                  </a:cubicBezTo>
                  <a:cubicBezTo>
                    <a:pt x="377542" y="1909081"/>
                    <a:pt x="385094" y="1919970"/>
                    <a:pt x="392490" y="1930795"/>
                  </a:cubicBezTo>
                  <a:cubicBezTo>
                    <a:pt x="398689" y="1939890"/>
                    <a:pt x="400074" y="1948230"/>
                    <a:pt x="392805" y="1957104"/>
                  </a:cubicBezTo>
                  <a:cubicBezTo>
                    <a:pt x="360862" y="2007141"/>
                    <a:pt x="328826" y="2057116"/>
                    <a:pt x="297167" y="2107279"/>
                  </a:cubicBezTo>
                  <a:cubicBezTo>
                    <a:pt x="280803" y="2133179"/>
                    <a:pt x="277561" y="2126602"/>
                    <a:pt x="299150" y="2154075"/>
                  </a:cubicBezTo>
                  <a:cubicBezTo>
                    <a:pt x="304594" y="2161502"/>
                    <a:pt x="311612" y="2167544"/>
                    <a:pt x="317025" y="2175034"/>
                  </a:cubicBezTo>
                  <a:cubicBezTo>
                    <a:pt x="321997" y="2181926"/>
                    <a:pt x="328323" y="2183971"/>
                    <a:pt x="336536" y="2180415"/>
                  </a:cubicBezTo>
                  <a:cubicBezTo>
                    <a:pt x="344152" y="2177111"/>
                    <a:pt x="351988" y="2174279"/>
                    <a:pt x="359698" y="2171194"/>
                  </a:cubicBezTo>
                  <a:cubicBezTo>
                    <a:pt x="412505" y="2150047"/>
                    <a:pt x="465343" y="2129056"/>
                    <a:pt x="518024" y="2107657"/>
                  </a:cubicBezTo>
                  <a:cubicBezTo>
                    <a:pt x="528346" y="2103471"/>
                    <a:pt x="536245" y="2103723"/>
                    <a:pt x="543609" y="2112629"/>
                  </a:cubicBezTo>
                  <a:cubicBezTo>
                    <a:pt x="551162" y="2121787"/>
                    <a:pt x="560666" y="2129056"/>
                    <a:pt x="569981" y="2136200"/>
                  </a:cubicBezTo>
                  <a:cubicBezTo>
                    <a:pt x="583733" y="2146774"/>
                    <a:pt x="586565" y="2158732"/>
                    <a:pt x="578100" y="2173649"/>
                  </a:cubicBezTo>
                  <a:cubicBezTo>
                    <a:pt x="558463" y="2232089"/>
                    <a:pt x="540588" y="2291095"/>
                    <a:pt x="520510" y="2349378"/>
                  </a:cubicBezTo>
                  <a:cubicBezTo>
                    <a:pt x="518685" y="2354665"/>
                    <a:pt x="516230" y="2360140"/>
                    <a:pt x="519849" y="2365711"/>
                  </a:cubicBezTo>
                  <a:cubicBezTo>
                    <a:pt x="523342" y="2369739"/>
                    <a:pt x="528157" y="2372099"/>
                    <a:pt x="532185" y="2375403"/>
                  </a:cubicBezTo>
                  <a:cubicBezTo>
                    <a:pt x="539266" y="2381288"/>
                    <a:pt x="547165" y="2386040"/>
                    <a:pt x="554529" y="2391547"/>
                  </a:cubicBezTo>
                  <a:cubicBezTo>
                    <a:pt x="571365" y="2404104"/>
                    <a:pt x="572750" y="2403758"/>
                    <a:pt x="589901" y="2391327"/>
                  </a:cubicBezTo>
                  <a:cubicBezTo>
                    <a:pt x="640883" y="2354350"/>
                    <a:pt x="691644" y="2317027"/>
                    <a:pt x="742562" y="2279923"/>
                  </a:cubicBezTo>
                  <a:cubicBezTo>
                    <a:pt x="750021" y="2274479"/>
                    <a:pt x="756283" y="2273692"/>
                    <a:pt x="764056" y="2278476"/>
                  </a:cubicBezTo>
                  <a:cubicBezTo>
                    <a:pt x="772616" y="2283731"/>
                    <a:pt x="781585" y="2288357"/>
                    <a:pt x="790397" y="2293204"/>
                  </a:cubicBezTo>
                  <a:cubicBezTo>
                    <a:pt x="817681" y="2308183"/>
                    <a:pt x="817618" y="2308341"/>
                    <a:pt x="813338" y="2339748"/>
                  </a:cubicBezTo>
                  <a:cubicBezTo>
                    <a:pt x="810474" y="2364011"/>
                    <a:pt x="805817" y="2451089"/>
                    <a:pt x="804652" y="2470191"/>
                  </a:cubicBezTo>
                  <a:cubicBezTo>
                    <a:pt x="803520" y="2488821"/>
                    <a:pt x="800215" y="2507452"/>
                    <a:pt x="802292" y="2526239"/>
                  </a:cubicBezTo>
                  <a:cubicBezTo>
                    <a:pt x="803803" y="2529984"/>
                    <a:pt x="806981" y="2531872"/>
                    <a:pt x="810286" y="2533666"/>
                  </a:cubicBezTo>
                  <a:cubicBezTo>
                    <a:pt x="822905" y="2539866"/>
                    <a:pt x="836185" y="2544366"/>
                    <a:pt x="849277" y="2549307"/>
                  </a:cubicBezTo>
                  <a:cubicBezTo>
                    <a:pt x="864949" y="2555191"/>
                    <a:pt x="866648" y="2554657"/>
                    <a:pt x="877191" y="2541911"/>
                  </a:cubicBezTo>
                  <a:cubicBezTo>
                    <a:pt x="917850" y="2492629"/>
                    <a:pt x="958446" y="2443284"/>
                    <a:pt x="999074" y="2393971"/>
                  </a:cubicBezTo>
                  <a:cubicBezTo>
                    <a:pt x="1005116" y="2386638"/>
                    <a:pt x="1011442" y="2383397"/>
                    <a:pt x="1020662" y="2386355"/>
                  </a:cubicBezTo>
                  <a:cubicBezTo>
                    <a:pt x="1035674" y="2391138"/>
                    <a:pt x="1051094" y="2394506"/>
                    <a:pt x="1066420" y="2398093"/>
                  </a:cubicBezTo>
                  <a:cubicBezTo>
                    <a:pt x="1074350" y="2399950"/>
                    <a:pt x="1078316" y="2403915"/>
                    <a:pt x="1079606" y="2411971"/>
                  </a:cubicBezTo>
                  <a:cubicBezTo>
                    <a:pt x="1081746" y="2425346"/>
                    <a:pt x="1084578" y="2438627"/>
                    <a:pt x="1086498" y="2452033"/>
                  </a:cubicBezTo>
                  <a:cubicBezTo>
                    <a:pt x="1096033" y="2502825"/>
                    <a:pt x="1105852" y="2553586"/>
                    <a:pt x="1115167" y="2604411"/>
                  </a:cubicBezTo>
                  <a:cubicBezTo>
                    <a:pt x="1117338" y="2616212"/>
                    <a:pt x="1122972" y="2621939"/>
                    <a:pt x="1134741" y="2623355"/>
                  </a:cubicBezTo>
                  <a:cubicBezTo>
                    <a:pt x="1148651" y="2624992"/>
                    <a:pt x="1162529" y="2626849"/>
                    <a:pt x="1176471" y="2628328"/>
                  </a:cubicBezTo>
                  <a:cubicBezTo>
                    <a:pt x="1182072" y="2628926"/>
                    <a:pt x="1186950" y="2627856"/>
                    <a:pt x="1190349" y="2622915"/>
                  </a:cubicBezTo>
                  <a:cubicBezTo>
                    <a:pt x="1191073" y="2621782"/>
                    <a:pt x="1191765" y="2620681"/>
                    <a:pt x="1192331" y="2619485"/>
                  </a:cubicBezTo>
                  <a:cubicBezTo>
                    <a:pt x="1220277" y="2559503"/>
                    <a:pt x="1248222" y="2499521"/>
                    <a:pt x="1276262" y="2439602"/>
                  </a:cubicBezTo>
                  <a:cubicBezTo>
                    <a:pt x="1279598" y="2432458"/>
                    <a:pt x="1282619" y="2426353"/>
                    <a:pt x="1291997" y="2426448"/>
                  </a:cubicBezTo>
                  <a:cubicBezTo>
                    <a:pt x="1309526" y="2426668"/>
                    <a:pt x="1327086" y="2426479"/>
                    <a:pt x="1344615" y="2426511"/>
                  </a:cubicBezTo>
                  <a:cubicBezTo>
                    <a:pt x="1350972" y="2426511"/>
                    <a:pt x="1355724" y="2428934"/>
                    <a:pt x="1358052" y="2435008"/>
                  </a:cubicBezTo>
                  <a:cubicBezTo>
                    <a:pt x="1363749" y="2449767"/>
                    <a:pt x="1371616" y="2463488"/>
                    <a:pt x="1378193" y="2477838"/>
                  </a:cubicBezTo>
                  <a:cubicBezTo>
                    <a:pt x="1400474" y="2526396"/>
                    <a:pt x="1423384" y="2574703"/>
                    <a:pt x="1446168" y="2623041"/>
                  </a:cubicBezTo>
                  <a:cubicBezTo>
                    <a:pt x="1449599" y="2627982"/>
                    <a:pt x="1454508" y="2628894"/>
                    <a:pt x="1460078" y="2628328"/>
                  </a:cubicBezTo>
                  <a:cubicBezTo>
                    <a:pt x="1474019" y="2626849"/>
                    <a:pt x="1487929" y="2625055"/>
                    <a:pt x="1501807" y="2623324"/>
                  </a:cubicBezTo>
                  <a:cubicBezTo>
                    <a:pt x="1513451" y="2621845"/>
                    <a:pt x="1519525" y="2616275"/>
                    <a:pt x="1521539" y="2604442"/>
                  </a:cubicBezTo>
                  <a:cubicBezTo>
                    <a:pt x="1530288" y="2553492"/>
                    <a:pt x="1540988" y="2502857"/>
                    <a:pt x="1549862" y="2451907"/>
                  </a:cubicBezTo>
                  <a:cubicBezTo>
                    <a:pt x="1551908" y="2438438"/>
                    <a:pt x="1554362" y="2425063"/>
                    <a:pt x="1556911" y="2411720"/>
                  </a:cubicBezTo>
                  <a:cubicBezTo>
                    <a:pt x="1558296" y="2404419"/>
                    <a:pt x="1562167" y="2400233"/>
                    <a:pt x="1569531" y="2398502"/>
                  </a:cubicBezTo>
                  <a:cubicBezTo>
                    <a:pt x="1583189" y="2395261"/>
                    <a:pt x="1596847" y="2391957"/>
                    <a:pt x="1610410" y="2388243"/>
                  </a:cubicBezTo>
                  <a:cubicBezTo>
                    <a:pt x="1628411" y="2383302"/>
                    <a:pt x="1629166" y="2383648"/>
                    <a:pt x="1640622" y="2397621"/>
                  </a:cubicBezTo>
                  <a:cubicBezTo>
                    <a:pt x="1680588" y="2446557"/>
                    <a:pt x="1721342" y="2494832"/>
                    <a:pt x="1760868" y="2544145"/>
                  </a:cubicBezTo>
                  <a:cubicBezTo>
                    <a:pt x="1767225" y="2552107"/>
                    <a:pt x="1773928" y="2554845"/>
                    <a:pt x="1783684" y="2550786"/>
                  </a:cubicBezTo>
                  <a:cubicBezTo>
                    <a:pt x="1797846" y="2544869"/>
                    <a:pt x="1812574" y="2540306"/>
                    <a:pt x="1826389" y="2533572"/>
                  </a:cubicBezTo>
                  <a:cubicBezTo>
                    <a:pt x="1829693" y="2531746"/>
                    <a:pt x="1832840" y="2529764"/>
                    <a:pt x="1834257" y="2525987"/>
                  </a:cubicBezTo>
                  <a:cubicBezTo>
                    <a:pt x="1837655" y="2514595"/>
                    <a:pt x="1833124" y="2503549"/>
                    <a:pt x="1832777" y="2492314"/>
                  </a:cubicBezTo>
                  <a:cubicBezTo>
                    <a:pt x="1831739" y="2458862"/>
                    <a:pt x="1829442" y="2425441"/>
                    <a:pt x="1826672" y="2392145"/>
                  </a:cubicBezTo>
                  <a:cubicBezTo>
                    <a:pt x="1825256" y="2375215"/>
                    <a:pt x="1826704" y="2358189"/>
                    <a:pt x="1823651" y="2341384"/>
                  </a:cubicBezTo>
                  <a:cubicBezTo>
                    <a:pt x="1821606" y="2335436"/>
                    <a:pt x="1822329" y="2329205"/>
                    <a:pt x="1821700" y="2323163"/>
                  </a:cubicBezTo>
                  <a:cubicBezTo>
                    <a:pt x="1820504" y="2311708"/>
                    <a:pt x="1824658" y="2304439"/>
                    <a:pt x="1835358" y="2299183"/>
                  </a:cubicBezTo>
                  <a:cubicBezTo>
                    <a:pt x="1845523" y="2294179"/>
                    <a:pt x="1856348" y="2289711"/>
                    <a:pt x="1865317" y="2282850"/>
                  </a:cubicBezTo>
                  <a:cubicBezTo>
                    <a:pt x="1878535" y="2272748"/>
                    <a:pt x="1888637" y="2275045"/>
                    <a:pt x="1901319" y="2284738"/>
                  </a:cubicBezTo>
                  <a:cubicBezTo>
                    <a:pt x="1950444" y="2322188"/>
                    <a:pt x="2001268" y="2357434"/>
                    <a:pt x="2050581" y="2394663"/>
                  </a:cubicBezTo>
                  <a:cubicBezTo>
                    <a:pt x="2060274" y="2401964"/>
                    <a:pt x="2068488" y="2402153"/>
                    <a:pt x="2077708" y="2394694"/>
                  </a:cubicBezTo>
                  <a:cubicBezTo>
                    <a:pt x="2086205" y="2387803"/>
                    <a:pt x="2095615" y="2382075"/>
                    <a:pt x="2104269" y="2375372"/>
                  </a:cubicBezTo>
                  <a:cubicBezTo>
                    <a:pt x="2108392" y="2372068"/>
                    <a:pt x="2113144" y="2369424"/>
                    <a:pt x="2116133" y="2364861"/>
                  </a:cubicBezTo>
                  <a:cubicBezTo>
                    <a:pt x="2120256" y="2357749"/>
                    <a:pt x="2116448" y="2351234"/>
                    <a:pt x="2114308" y="2344783"/>
                  </a:cubicBezTo>
                  <a:cubicBezTo>
                    <a:pt x="2096811" y="2292260"/>
                    <a:pt x="2079439" y="2239736"/>
                    <a:pt x="2063169" y="2186804"/>
                  </a:cubicBezTo>
                  <a:cubicBezTo>
                    <a:pt x="2060085" y="2179597"/>
                    <a:pt x="2057316" y="2172265"/>
                    <a:pt x="2055113" y="2164743"/>
                  </a:cubicBezTo>
                  <a:cubicBezTo>
                    <a:pt x="2050676" y="2156026"/>
                    <a:pt x="2052784" y="2149071"/>
                    <a:pt x="2060022" y="2142683"/>
                  </a:cubicBezTo>
                  <a:cubicBezTo>
                    <a:pt x="2070502" y="2133430"/>
                    <a:pt x="2081988" y="2125185"/>
                    <a:pt x="2090926" y="2114360"/>
                  </a:cubicBezTo>
                  <a:cubicBezTo>
                    <a:pt x="2099108" y="2104447"/>
                    <a:pt x="2107636" y="2103156"/>
                    <a:pt x="2119690" y="2108097"/>
                  </a:cubicBezTo>
                  <a:cubicBezTo>
                    <a:pt x="2175517" y="2131039"/>
                    <a:pt x="2231691" y="2153099"/>
                    <a:pt x="2287739" y="2175600"/>
                  </a:cubicBezTo>
                  <a:cubicBezTo>
                    <a:pt x="2311027" y="2184947"/>
                    <a:pt x="2310996" y="2185010"/>
                    <a:pt x="2326825" y="2165939"/>
                  </a:cubicBezTo>
                  <a:cubicBezTo>
                    <a:pt x="2328776" y="2163579"/>
                    <a:pt x="2331105" y="2161565"/>
                    <a:pt x="2333088" y="2159204"/>
                  </a:cubicBezTo>
                  <a:cubicBezTo>
                    <a:pt x="2336990" y="2153540"/>
                    <a:pt x="2341522" y="2148442"/>
                    <a:pt x="2346620" y="2143847"/>
                  </a:cubicBezTo>
                  <a:cubicBezTo>
                    <a:pt x="2353512" y="2134878"/>
                    <a:pt x="2351938" y="2126916"/>
                    <a:pt x="2345927" y="2117570"/>
                  </a:cubicBezTo>
                  <a:cubicBezTo>
                    <a:pt x="2313733" y="2067375"/>
                    <a:pt x="2281917" y="2016929"/>
                    <a:pt x="2249692" y="1966765"/>
                  </a:cubicBezTo>
                  <a:cubicBezTo>
                    <a:pt x="2246576" y="1962580"/>
                    <a:pt x="2243996" y="1958048"/>
                    <a:pt x="2241667" y="1953359"/>
                  </a:cubicBezTo>
                  <a:cubicBezTo>
                    <a:pt x="2236758" y="1946247"/>
                    <a:pt x="2237922" y="1939544"/>
                    <a:pt x="2242706" y="1932746"/>
                  </a:cubicBezTo>
                  <a:cubicBezTo>
                    <a:pt x="2250542" y="1921669"/>
                    <a:pt x="2258441" y="1910403"/>
                    <a:pt x="2264200" y="1898287"/>
                  </a:cubicBezTo>
                  <a:cubicBezTo>
                    <a:pt x="2270494" y="1885006"/>
                    <a:pt x="2279463" y="1882583"/>
                    <a:pt x="2292712" y="1884503"/>
                  </a:cubicBezTo>
                  <a:cubicBezTo>
                    <a:pt x="2349829" y="1892811"/>
                    <a:pt x="2407136" y="1899703"/>
                    <a:pt x="2464380" y="1906815"/>
                  </a:cubicBezTo>
                  <a:cubicBezTo>
                    <a:pt x="2497424" y="1910937"/>
                    <a:pt x="2492955" y="1917231"/>
                    <a:pt x="2509823" y="1882929"/>
                  </a:cubicBezTo>
                  <a:cubicBezTo>
                    <a:pt x="2511743" y="1878807"/>
                    <a:pt x="2513599" y="1874684"/>
                    <a:pt x="2515456" y="1870530"/>
                  </a:cubicBezTo>
                  <a:cubicBezTo>
                    <a:pt x="2517691" y="1864236"/>
                    <a:pt x="2520428" y="1858099"/>
                    <a:pt x="2521498" y="1851459"/>
                  </a:cubicBezTo>
                  <a:cubicBezTo>
                    <a:pt x="2500256" y="1826283"/>
                    <a:pt x="2406979" y="1744209"/>
                    <a:pt x="2387153" y="1722527"/>
                  </a:cubicBezTo>
                  <a:cubicBezTo>
                    <a:pt x="2385076" y="1719254"/>
                    <a:pt x="2383502" y="1715729"/>
                    <a:pt x="2380261" y="1713149"/>
                  </a:cubicBezTo>
                  <a:cubicBezTo>
                    <a:pt x="2356627" y="1694235"/>
                    <a:pt x="2362386" y="1696186"/>
                    <a:pt x="2370977" y="1673150"/>
                  </a:cubicBezTo>
                  <a:cubicBezTo>
                    <a:pt x="2371450" y="1671923"/>
                    <a:pt x="2371953" y="1670727"/>
                    <a:pt x="2372299" y="1669500"/>
                  </a:cubicBezTo>
                  <a:cubicBezTo>
                    <a:pt x="2374282" y="1663741"/>
                    <a:pt x="2376170" y="1657919"/>
                    <a:pt x="2377901" y="1652034"/>
                  </a:cubicBezTo>
                  <a:cubicBezTo>
                    <a:pt x="2385359" y="1626543"/>
                    <a:pt x="2385391" y="1626826"/>
                    <a:pt x="2411322" y="1623868"/>
                  </a:cubicBezTo>
                  <a:cubicBezTo>
                    <a:pt x="2472625" y="1616850"/>
                    <a:pt x="2533803" y="1608668"/>
                    <a:pt x="2595075" y="1601241"/>
                  </a:cubicBezTo>
                  <a:cubicBezTo>
                    <a:pt x="2599638" y="1599731"/>
                    <a:pt x="2605209" y="1598409"/>
                    <a:pt x="2606688" y="1593720"/>
                  </a:cubicBezTo>
                  <a:cubicBezTo>
                    <a:pt x="2611503" y="1578237"/>
                    <a:pt x="2618017" y="1562848"/>
                    <a:pt x="2613894" y="1545948"/>
                  </a:cubicBezTo>
                  <a:cubicBezTo>
                    <a:pt x="2617419" y="1537703"/>
                    <a:pt x="2615122" y="1532857"/>
                    <a:pt x="2606688" y="1528766"/>
                  </a:cubicBezTo>
                  <a:cubicBezTo>
                    <a:pt x="2591016" y="1521182"/>
                    <a:pt x="2485434" y="1461766"/>
                    <a:pt x="2447796" y="1440807"/>
                  </a:cubicBezTo>
                  <a:cubicBezTo>
                    <a:pt x="2445058" y="1438069"/>
                    <a:pt x="2442446" y="1435080"/>
                    <a:pt x="2438827" y="1433506"/>
                  </a:cubicBezTo>
                  <a:cubicBezTo>
                    <a:pt x="2426302" y="1428156"/>
                    <a:pt x="2423690" y="1418180"/>
                    <a:pt x="2425420" y="1405938"/>
                  </a:cubicBezTo>
                  <a:cubicBezTo>
                    <a:pt x="2426522" y="1398291"/>
                    <a:pt x="2428221" y="1390675"/>
                    <a:pt x="2427749" y="1382839"/>
                  </a:cubicBezTo>
                  <a:cubicBezTo>
                    <a:pt x="2427718" y="1380227"/>
                    <a:pt x="2427718" y="1377584"/>
                    <a:pt x="2427718" y="1374972"/>
                  </a:cubicBezTo>
                  <a:cubicBezTo>
                    <a:pt x="2427718" y="1352597"/>
                    <a:pt x="2427655" y="1352502"/>
                    <a:pt x="2449054" y="1344006"/>
                  </a:cubicBezTo>
                  <a:cubicBezTo>
                    <a:pt x="2508438" y="1320466"/>
                    <a:pt x="2567759" y="1296863"/>
                    <a:pt x="2627301" y="1273796"/>
                  </a:cubicBezTo>
                  <a:cubicBezTo>
                    <a:pt x="2634381" y="1270617"/>
                    <a:pt x="2635577" y="1264418"/>
                    <a:pt x="2636144" y="1257526"/>
                  </a:cubicBezTo>
                  <a:cubicBezTo>
                    <a:pt x="2637308" y="1243459"/>
                    <a:pt x="2635357" y="1229895"/>
                    <a:pt x="2629724" y="1216867"/>
                  </a:cubicBezTo>
                  <a:close/>
                  <a:moveTo>
                    <a:pt x="1949940" y="885110"/>
                  </a:moveTo>
                  <a:cubicBezTo>
                    <a:pt x="1984715" y="885110"/>
                    <a:pt x="2012880" y="913276"/>
                    <a:pt x="2012880" y="948050"/>
                  </a:cubicBezTo>
                  <a:cubicBezTo>
                    <a:pt x="2012880" y="982824"/>
                    <a:pt x="1984715" y="1010990"/>
                    <a:pt x="1949940" y="1010990"/>
                  </a:cubicBezTo>
                  <a:cubicBezTo>
                    <a:pt x="1915166" y="1010990"/>
                    <a:pt x="1887000" y="982824"/>
                    <a:pt x="1887000" y="948050"/>
                  </a:cubicBezTo>
                  <a:cubicBezTo>
                    <a:pt x="1887000" y="913276"/>
                    <a:pt x="1915197" y="885110"/>
                    <a:pt x="1949940" y="885110"/>
                  </a:cubicBezTo>
                  <a:close/>
                  <a:moveTo>
                    <a:pt x="1317393" y="409913"/>
                  </a:moveTo>
                  <a:cubicBezTo>
                    <a:pt x="1578091" y="409913"/>
                    <a:pt x="1789443" y="559962"/>
                    <a:pt x="1789443" y="745068"/>
                  </a:cubicBezTo>
                  <a:cubicBezTo>
                    <a:pt x="1789443" y="930175"/>
                    <a:pt x="1578091" y="1080224"/>
                    <a:pt x="1317393" y="1080224"/>
                  </a:cubicBezTo>
                  <a:cubicBezTo>
                    <a:pt x="1056696" y="1080224"/>
                    <a:pt x="845343" y="930175"/>
                    <a:pt x="845343" y="745068"/>
                  </a:cubicBezTo>
                  <a:cubicBezTo>
                    <a:pt x="845343" y="559962"/>
                    <a:pt x="1056696" y="409913"/>
                    <a:pt x="1317393" y="409913"/>
                  </a:cubicBezTo>
                  <a:close/>
                  <a:moveTo>
                    <a:pt x="684846" y="885110"/>
                  </a:moveTo>
                  <a:cubicBezTo>
                    <a:pt x="719621" y="885110"/>
                    <a:pt x="747786" y="913276"/>
                    <a:pt x="747786" y="948050"/>
                  </a:cubicBezTo>
                  <a:cubicBezTo>
                    <a:pt x="747786" y="982824"/>
                    <a:pt x="719621" y="1010990"/>
                    <a:pt x="684846" y="1010990"/>
                  </a:cubicBezTo>
                  <a:cubicBezTo>
                    <a:pt x="650072" y="1010990"/>
                    <a:pt x="621906" y="982824"/>
                    <a:pt x="621906" y="948050"/>
                  </a:cubicBezTo>
                  <a:cubicBezTo>
                    <a:pt x="621906" y="913276"/>
                    <a:pt x="650103" y="885110"/>
                    <a:pt x="684846" y="885110"/>
                  </a:cubicBezTo>
                  <a:close/>
                  <a:moveTo>
                    <a:pt x="1053926" y="2005473"/>
                  </a:moveTo>
                  <a:cubicBezTo>
                    <a:pt x="890408" y="2092205"/>
                    <a:pt x="658820" y="1975797"/>
                    <a:pt x="536654" y="1745468"/>
                  </a:cubicBezTo>
                  <a:cubicBezTo>
                    <a:pt x="414487" y="1515139"/>
                    <a:pt x="448034" y="1258124"/>
                    <a:pt x="611553" y="1171393"/>
                  </a:cubicBezTo>
                  <a:cubicBezTo>
                    <a:pt x="775071" y="1084661"/>
                    <a:pt x="1006658" y="1201069"/>
                    <a:pt x="1128825" y="1431398"/>
                  </a:cubicBezTo>
                  <a:cubicBezTo>
                    <a:pt x="1250991" y="1661727"/>
                    <a:pt x="1217476" y="1918742"/>
                    <a:pt x="1053926" y="2005473"/>
                  </a:cubicBezTo>
                  <a:close/>
                  <a:moveTo>
                    <a:pt x="1318967" y="2109293"/>
                  </a:moveTo>
                  <a:cubicBezTo>
                    <a:pt x="1283343" y="2109293"/>
                    <a:pt x="1254453" y="2080404"/>
                    <a:pt x="1254453" y="2044779"/>
                  </a:cubicBezTo>
                  <a:cubicBezTo>
                    <a:pt x="1254453" y="2009155"/>
                    <a:pt x="1283343" y="1980266"/>
                    <a:pt x="1318967" y="1980266"/>
                  </a:cubicBezTo>
                  <a:cubicBezTo>
                    <a:pt x="1354591" y="1980266"/>
                    <a:pt x="1383480" y="2009155"/>
                    <a:pt x="1383480" y="2044779"/>
                  </a:cubicBezTo>
                  <a:cubicBezTo>
                    <a:pt x="1383480" y="2080404"/>
                    <a:pt x="1354591" y="2109293"/>
                    <a:pt x="1318967" y="2109293"/>
                  </a:cubicBezTo>
                  <a:close/>
                  <a:moveTo>
                    <a:pt x="1318967" y="1442129"/>
                  </a:moveTo>
                  <a:cubicBezTo>
                    <a:pt x="1246837" y="1442129"/>
                    <a:pt x="1188366" y="1383658"/>
                    <a:pt x="1188366" y="1311528"/>
                  </a:cubicBezTo>
                  <a:cubicBezTo>
                    <a:pt x="1188366" y="1239399"/>
                    <a:pt x="1246837" y="1180928"/>
                    <a:pt x="1318967" y="1180928"/>
                  </a:cubicBezTo>
                  <a:cubicBezTo>
                    <a:pt x="1391096" y="1180928"/>
                    <a:pt x="1449567" y="1239399"/>
                    <a:pt x="1449567" y="1311528"/>
                  </a:cubicBezTo>
                  <a:cubicBezTo>
                    <a:pt x="1449567" y="1383626"/>
                    <a:pt x="1391096" y="1442129"/>
                    <a:pt x="1318967" y="1442129"/>
                  </a:cubicBezTo>
                  <a:close/>
                  <a:moveTo>
                    <a:pt x="2098730" y="1745500"/>
                  </a:moveTo>
                  <a:cubicBezTo>
                    <a:pt x="1976564" y="1975829"/>
                    <a:pt x="1744976" y="2092205"/>
                    <a:pt x="1581458" y="2005505"/>
                  </a:cubicBezTo>
                  <a:cubicBezTo>
                    <a:pt x="1417940" y="1918774"/>
                    <a:pt x="1384393" y="1661758"/>
                    <a:pt x="1506559" y="1431429"/>
                  </a:cubicBezTo>
                  <a:cubicBezTo>
                    <a:pt x="1628726" y="1201100"/>
                    <a:pt x="1860314" y="1084724"/>
                    <a:pt x="2023832" y="1171424"/>
                  </a:cubicBezTo>
                  <a:cubicBezTo>
                    <a:pt x="2187350" y="1258155"/>
                    <a:pt x="2220897" y="1515171"/>
                    <a:pt x="2098730" y="174550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E7224668-2D2E-47DD-A47A-8FA8C0B5E291}"/>
                </a:ext>
              </a:extLst>
            </p:cNvPr>
            <p:cNvSpPr/>
            <p:nvPr/>
          </p:nvSpPr>
          <p:spPr>
            <a:xfrm flipH="1">
              <a:off x="3384452" y="3628349"/>
              <a:ext cx="967172" cy="964572"/>
            </a:xfrm>
            <a:custGeom>
              <a:avLst/>
              <a:gdLst>
                <a:gd name="connsiteX0" fmla="*/ 0 w 1919435"/>
                <a:gd name="connsiteY0" fmla="*/ 987194 h 1914275"/>
                <a:gd name="connsiteX1" fmla="*/ 37667 w 1919435"/>
                <a:gd name="connsiteY1" fmla="*/ 959846 h 1914275"/>
                <a:gd name="connsiteX2" fmla="*/ 169757 w 1919435"/>
                <a:gd name="connsiteY2" fmla="*/ 922696 h 1914275"/>
                <a:gd name="connsiteX3" fmla="*/ 215163 w 1919435"/>
                <a:gd name="connsiteY3" fmla="*/ 872130 h 1914275"/>
                <a:gd name="connsiteX4" fmla="*/ 217743 w 1919435"/>
                <a:gd name="connsiteY4" fmla="*/ 850459 h 1914275"/>
                <a:gd name="connsiteX5" fmla="*/ 189364 w 1919435"/>
                <a:gd name="connsiteY5" fmla="*/ 797830 h 1914275"/>
                <a:gd name="connsiteX6" fmla="*/ 69657 w 1919435"/>
                <a:gd name="connsiteY6" fmla="*/ 727657 h 1914275"/>
                <a:gd name="connsiteX7" fmla="*/ 43858 w 1919435"/>
                <a:gd name="connsiteY7" fmla="*/ 664708 h 1914275"/>
                <a:gd name="connsiteX8" fmla="*/ 46438 w 1919435"/>
                <a:gd name="connsiteY8" fmla="*/ 655936 h 1914275"/>
                <a:gd name="connsiteX9" fmla="*/ 114547 w 1919435"/>
                <a:gd name="connsiteY9" fmla="*/ 608982 h 1914275"/>
                <a:gd name="connsiteX10" fmla="*/ 241478 w 1919435"/>
                <a:gd name="connsiteY10" fmla="*/ 623429 h 1914275"/>
                <a:gd name="connsiteX11" fmla="*/ 306491 w 1919435"/>
                <a:gd name="connsiteY11" fmla="*/ 593503 h 1914275"/>
                <a:gd name="connsiteX12" fmla="*/ 301331 w 1919435"/>
                <a:gd name="connsiteY12" fmla="*/ 505271 h 1914275"/>
                <a:gd name="connsiteX13" fmla="*/ 222386 w 1919435"/>
                <a:gd name="connsiteY13" fmla="*/ 400527 h 1914275"/>
                <a:gd name="connsiteX14" fmla="*/ 222386 w 1919435"/>
                <a:gd name="connsiteY14" fmla="*/ 342222 h 1914275"/>
                <a:gd name="connsiteX15" fmla="*/ 248185 w 1919435"/>
                <a:gd name="connsiteY15" fmla="*/ 313327 h 1914275"/>
                <a:gd name="connsiteX16" fmla="*/ 303395 w 1919435"/>
                <a:gd name="connsiteY16" fmla="*/ 307135 h 1914275"/>
                <a:gd name="connsiteX17" fmla="*/ 420522 w 1919435"/>
                <a:gd name="connsiteY17" fmla="*/ 373180 h 1914275"/>
                <a:gd name="connsiteX18" fmla="*/ 525265 w 1919435"/>
                <a:gd name="connsiteY18" fmla="*/ 343770 h 1914275"/>
                <a:gd name="connsiteX19" fmla="*/ 527845 w 1919435"/>
                <a:gd name="connsiteY19" fmla="*/ 298364 h 1914275"/>
                <a:gd name="connsiteX20" fmla="*/ 493791 w 1919435"/>
                <a:gd name="connsiteY20" fmla="*/ 166789 h 1914275"/>
                <a:gd name="connsiteX21" fmla="*/ 518557 w 1919435"/>
                <a:gd name="connsiteY21" fmla="*/ 105904 h 1914275"/>
                <a:gd name="connsiteX22" fmla="*/ 537649 w 1919435"/>
                <a:gd name="connsiteY22" fmla="*/ 95585 h 1914275"/>
                <a:gd name="connsiteX23" fmla="*/ 608853 w 1919435"/>
                <a:gd name="connsiteY23" fmla="*/ 113128 h 1914275"/>
                <a:gd name="connsiteX24" fmla="*/ 690894 w 1919435"/>
                <a:gd name="connsiteY24" fmla="*/ 217355 h 1914275"/>
                <a:gd name="connsiteX25" fmla="*/ 802861 w 1919435"/>
                <a:gd name="connsiteY25" fmla="*/ 216839 h 1914275"/>
                <a:gd name="connsiteX26" fmla="*/ 816277 w 1919435"/>
                <a:gd name="connsiteY26" fmla="*/ 169369 h 1914275"/>
                <a:gd name="connsiteX27" fmla="*/ 832788 w 1919435"/>
                <a:gd name="connsiteY27" fmla="*/ 48631 h 1914275"/>
                <a:gd name="connsiteX28" fmla="*/ 877677 w 1919435"/>
                <a:gd name="connsiteY28" fmla="*/ 2193 h 1914275"/>
                <a:gd name="connsiteX29" fmla="*/ 917924 w 1919435"/>
                <a:gd name="connsiteY29" fmla="*/ 645 h 1914275"/>
                <a:gd name="connsiteX30" fmla="*/ 956106 w 1919435"/>
                <a:gd name="connsiteY30" fmla="*/ 31603 h 1914275"/>
                <a:gd name="connsiteX31" fmla="*/ 993772 w 1919435"/>
                <a:gd name="connsiteY31" fmla="*/ 163693 h 1914275"/>
                <a:gd name="connsiteX32" fmla="*/ 1089745 w 1919435"/>
                <a:gd name="connsiteY32" fmla="*/ 217871 h 1914275"/>
                <a:gd name="connsiteX33" fmla="*/ 1120703 w 1919435"/>
                <a:gd name="connsiteY33" fmla="*/ 191040 h 1914275"/>
                <a:gd name="connsiteX34" fmla="*/ 1192940 w 1919435"/>
                <a:gd name="connsiteY34" fmla="*/ 68754 h 1914275"/>
                <a:gd name="connsiteX35" fmla="*/ 1251245 w 1919435"/>
                <a:gd name="connsiteY35" fmla="*/ 44503 h 1914275"/>
                <a:gd name="connsiteX36" fmla="*/ 1309035 w 1919435"/>
                <a:gd name="connsiteY36" fmla="*/ 137895 h 1914275"/>
                <a:gd name="connsiteX37" fmla="*/ 1294587 w 1919435"/>
                <a:gd name="connsiteY37" fmla="*/ 255538 h 1914275"/>
                <a:gd name="connsiteX38" fmla="*/ 1294587 w 1919435"/>
                <a:gd name="connsiteY38" fmla="*/ 267921 h 1914275"/>
                <a:gd name="connsiteX39" fmla="*/ 1399331 w 1919435"/>
                <a:gd name="connsiteY39" fmla="*/ 314359 h 1914275"/>
                <a:gd name="connsiteX40" fmla="*/ 1514394 w 1919435"/>
                <a:gd name="connsiteY40" fmla="*/ 228191 h 1914275"/>
                <a:gd name="connsiteX41" fmla="*/ 1584050 w 1919435"/>
                <a:gd name="connsiteY41" fmla="*/ 229223 h 1914275"/>
                <a:gd name="connsiteX42" fmla="*/ 1594886 w 1919435"/>
                <a:gd name="connsiteY42" fmla="*/ 238510 h 1914275"/>
                <a:gd name="connsiteX43" fmla="*/ 1606754 w 1919435"/>
                <a:gd name="connsiteY43" fmla="*/ 317971 h 1914275"/>
                <a:gd name="connsiteX44" fmla="*/ 1543288 w 1919435"/>
                <a:gd name="connsiteY44" fmla="*/ 430970 h 1914275"/>
                <a:gd name="connsiteX45" fmla="*/ 1552060 w 1919435"/>
                <a:gd name="connsiteY45" fmla="*/ 504239 h 1914275"/>
                <a:gd name="connsiteX46" fmla="*/ 1619137 w 1919435"/>
                <a:gd name="connsiteY46" fmla="*/ 531069 h 1914275"/>
                <a:gd name="connsiteX47" fmla="*/ 1754839 w 1919435"/>
                <a:gd name="connsiteY47" fmla="*/ 495467 h 1914275"/>
                <a:gd name="connsiteX48" fmla="*/ 1812629 w 1919435"/>
                <a:gd name="connsiteY48" fmla="*/ 517654 h 1914275"/>
                <a:gd name="connsiteX49" fmla="*/ 1830172 w 1919435"/>
                <a:gd name="connsiteY49" fmla="*/ 552225 h 1914275"/>
                <a:gd name="connsiteX50" fmla="*/ 1815724 w 1919435"/>
                <a:gd name="connsiteY50" fmla="*/ 603306 h 1914275"/>
                <a:gd name="connsiteX51" fmla="*/ 1699630 w 1919435"/>
                <a:gd name="connsiteY51" fmla="*/ 695666 h 1914275"/>
                <a:gd name="connsiteX52" fmla="*/ 1678990 w 1919435"/>
                <a:gd name="connsiteY52" fmla="*/ 751908 h 1914275"/>
                <a:gd name="connsiteX53" fmla="*/ 1685182 w 1919435"/>
                <a:gd name="connsiteY53" fmla="*/ 774611 h 1914275"/>
                <a:gd name="connsiteX54" fmla="*/ 1732652 w 1919435"/>
                <a:gd name="connsiteY54" fmla="*/ 815373 h 1914275"/>
                <a:gd name="connsiteX55" fmla="*/ 1872998 w 1919435"/>
                <a:gd name="connsiteY55" fmla="*/ 834464 h 1914275"/>
                <a:gd name="connsiteX56" fmla="*/ 1918404 w 1919435"/>
                <a:gd name="connsiteY56" fmla="*/ 879354 h 1914275"/>
                <a:gd name="connsiteX57" fmla="*/ 1919952 w 1919435"/>
                <a:gd name="connsiteY57" fmla="*/ 919600 h 1914275"/>
                <a:gd name="connsiteX58" fmla="*/ 1886930 w 1919435"/>
                <a:gd name="connsiteY58" fmla="*/ 958299 h 1914275"/>
                <a:gd name="connsiteX59" fmla="*/ 1754839 w 1919435"/>
                <a:gd name="connsiteY59" fmla="*/ 995965 h 1914275"/>
                <a:gd name="connsiteX60" fmla="*/ 1701178 w 1919435"/>
                <a:gd name="connsiteY60" fmla="*/ 1085229 h 1914275"/>
                <a:gd name="connsiteX61" fmla="*/ 1728524 w 1919435"/>
                <a:gd name="connsiteY61" fmla="*/ 1121348 h 1914275"/>
                <a:gd name="connsiteX62" fmla="*/ 1849779 w 1919435"/>
                <a:gd name="connsiteY62" fmla="*/ 1192552 h 1914275"/>
                <a:gd name="connsiteX63" fmla="*/ 1876094 w 1919435"/>
                <a:gd name="connsiteY63" fmla="*/ 1253954 h 1914275"/>
                <a:gd name="connsiteX64" fmla="*/ 1875062 w 1919435"/>
                <a:gd name="connsiteY64" fmla="*/ 1260145 h 1914275"/>
                <a:gd name="connsiteX65" fmla="*/ 1802309 w 1919435"/>
                <a:gd name="connsiteY65" fmla="*/ 1312259 h 1914275"/>
                <a:gd name="connsiteX66" fmla="*/ 1675379 w 1919435"/>
                <a:gd name="connsiteY66" fmla="*/ 1296264 h 1914275"/>
                <a:gd name="connsiteX67" fmla="*/ 1611398 w 1919435"/>
                <a:gd name="connsiteY67" fmla="*/ 1329286 h 1914275"/>
                <a:gd name="connsiteX68" fmla="*/ 1610365 w 1919435"/>
                <a:gd name="connsiteY68" fmla="*/ 1405651 h 1914275"/>
                <a:gd name="connsiteX69" fmla="*/ 1692406 w 1919435"/>
                <a:gd name="connsiteY69" fmla="*/ 1514006 h 1914275"/>
                <a:gd name="connsiteX70" fmla="*/ 1692406 w 1919435"/>
                <a:gd name="connsiteY70" fmla="*/ 1584695 h 1914275"/>
                <a:gd name="connsiteX71" fmla="*/ 1689310 w 1919435"/>
                <a:gd name="connsiteY71" fmla="*/ 1588307 h 1914275"/>
                <a:gd name="connsiteX72" fmla="*/ 1600562 w 1919435"/>
                <a:gd name="connsiteY72" fmla="*/ 1605850 h 1914275"/>
                <a:gd name="connsiteX73" fmla="*/ 1490659 w 1919435"/>
                <a:gd name="connsiteY73" fmla="*/ 1543933 h 1914275"/>
                <a:gd name="connsiteX74" fmla="*/ 1415326 w 1919435"/>
                <a:gd name="connsiteY74" fmla="*/ 1554769 h 1914275"/>
                <a:gd name="connsiteX75" fmla="*/ 1391075 w 1919435"/>
                <a:gd name="connsiteY75" fmla="*/ 1622877 h 1914275"/>
                <a:gd name="connsiteX76" fmla="*/ 1426677 w 1919435"/>
                <a:gd name="connsiteY76" fmla="*/ 1760128 h 1914275"/>
                <a:gd name="connsiteX77" fmla="*/ 1406554 w 1919435"/>
                <a:gd name="connsiteY77" fmla="*/ 1811725 h 1914275"/>
                <a:gd name="connsiteX78" fmla="*/ 1370436 w 1919435"/>
                <a:gd name="connsiteY78" fmla="*/ 1830300 h 1914275"/>
                <a:gd name="connsiteX79" fmla="*/ 1316258 w 1919435"/>
                <a:gd name="connsiteY79" fmla="*/ 1815337 h 1914275"/>
                <a:gd name="connsiteX80" fmla="*/ 1231122 w 1919435"/>
                <a:gd name="connsiteY80" fmla="*/ 1707498 h 1914275"/>
                <a:gd name="connsiteX81" fmla="*/ 1121219 w 1919435"/>
                <a:gd name="connsiteY81" fmla="*/ 1698210 h 1914275"/>
                <a:gd name="connsiteX82" fmla="*/ 1106771 w 1919435"/>
                <a:gd name="connsiteY82" fmla="*/ 1727105 h 1914275"/>
                <a:gd name="connsiteX83" fmla="*/ 1087165 w 1919435"/>
                <a:gd name="connsiteY83" fmla="*/ 1868999 h 1914275"/>
                <a:gd name="connsiteX84" fmla="*/ 1050014 w 1919435"/>
                <a:gd name="connsiteY84" fmla="*/ 1919049 h 1914275"/>
                <a:gd name="connsiteX85" fmla="*/ 987581 w 1919435"/>
                <a:gd name="connsiteY85" fmla="*/ 1919049 h 1914275"/>
                <a:gd name="connsiteX86" fmla="*/ 960234 w 1919435"/>
                <a:gd name="connsiteY86" fmla="*/ 1880866 h 1914275"/>
                <a:gd name="connsiteX87" fmla="*/ 921535 w 1919435"/>
                <a:gd name="connsiteY87" fmla="*/ 1744132 h 1914275"/>
                <a:gd name="connsiteX88" fmla="*/ 875614 w 1919435"/>
                <a:gd name="connsiteY88" fmla="*/ 1703886 h 1914275"/>
                <a:gd name="connsiteX89" fmla="*/ 847751 w 1919435"/>
                <a:gd name="connsiteY89" fmla="*/ 1700790 h 1914275"/>
                <a:gd name="connsiteX90" fmla="*/ 800281 w 1919435"/>
                <a:gd name="connsiteY90" fmla="*/ 1727105 h 1914275"/>
                <a:gd name="connsiteX91" fmla="*/ 788414 w 1919435"/>
                <a:gd name="connsiteY91" fmla="*/ 1747228 h 1914275"/>
                <a:gd name="connsiteX92" fmla="*/ 723401 w 1919435"/>
                <a:gd name="connsiteY92" fmla="*/ 1857131 h 1914275"/>
                <a:gd name="connsiteX93" fmla="*/ 674383 w 1919435"/>
                <a:gd name="connsiteY93" fmla="*/ 1877254 h 1914275"/>
                <a:gd name="connsiteX94" fmla="*/ 634652 w 1919435"/>
                <a:gd name="connsiteY94" fmla="*/ 1863839 h 1914275"/>
                <a:gd name="connsiteX95" fmla="*/ 607822 w 1919435"/>
                <a:gd name="connsiteY95" fmla="*/ 1813789 h 1914275"/>
                <a:gd name="connsiteX96" fmla="*/ 624848 w 1919435"/>
                <a:gd name="connsiteY96" fmla="*/ 1672927 h 1914275"/>
                <a:gd name="connsiteX97" fmla="*/ 586150 w 1919435"/>
                <a:gd name="connsiteY97" fmla="*/ 1607398 h 1914275"/>
                <a:gd name="connsiteX98" fmla="*/ 514430 w 1919435"/>
                <a:gd name="connsiteY98" fmla="*/ 1611010 h 1914275"/>
                <a:gd name="connsiteX99" fmla="*/ 413814 w 1919435"/>
                <a:gd name="connsiteY99" fmla="*/ 1687375 h 1914275"/>
                <a:gd name="connsiteX100" fmla="*/ 324550 w 1919435"/>
                <a:gd name="connsiteY100" fmla="*/ 1682215 h 1914275"/>
                <a:gd name="connsiteX101" fmla="*/ 316810 w 1919435"/>
                <a:gd name="connsiteY101" fmla="*/ 1674475 h 1914275"/>
                <a:gd name="connsiteX102" fmla="*/ 309071 w 1919435"/>
                <a:gd name="connsiteY102" fmla="*/ 1612558 h 1914275"/>
                <a:gd name="connsiteX103" fmla="*/ 376148 w 1919435"/>
                <a:gd name="connsiteY103" fmla="*/ 1492851 h 1914275"/>
                <a:gd name="connsiteX104" fmla="*/ 387499 w 1919435"/>
                <a:gd name="connsiteY104" fmla="*/ 1456217 h 1914275"/>
                <a:gd name="connsiteX105" fmla="*/ 297203 w 1919435"/>
                <a:gd name="connsiteY105" fmla="*/ 1391720 h 1914275"/>
                <a:gd name="connsiteX106" fmla="*/ 158405 w 1919435"/>
                <a:gd name="connsiteY106" fmla="*/ 1427838 h 1914275"/>
                <a:gd name="connsiteX107" fmla="*/ 114031 w 1919435"/>
                <a:gd name="connsiteY107" fmla="*/ 1412875 h 1914275"/>
                <a:gd name="connsiteX108" fmla="*/ 91844 w 1919435"/>
                <a:gd name="connsiteY108" fmla="*/ 1373660 h 1914275"/>
                <a:gd name="connsiteX109" fmla="*/ 106808 w 1919435"/>
                <a:gd name="connsiteY109" fmla="*/ 1315871 h 1914275"/>
                <a:gd name="connsiteX110" fmla="*/ 209487 w 1919435"/>
                <a:gd name="connsiteY110" fmla="*/ 1234347 h 1914275"/>
                <a:gd name="connsiteX111" fmla="*/ 236834 w 1919435"/>
                <a:gd name="connsiteY111" fmla="*/ 1151274 h 1914275"/>
                <a:gd name="connsiteX112" fmla="*/ 181624 w 1919435"/>
                <a:gd name="connsiteY112" fmla="*/ 1104836 h 1914275"/>
                <a:gd name="connsiteX113" fmla="*/ 52114 w 1919435"/>
                <a:gd name="connsiteY113" fmla="*/ 1087293 h 1914275"/>
                <a:gd name="connsiteX114" fmla="*/ 1032 w 1919435"/>
                <a:gd name="connsiteY114" fmla="*/ 1051175 h 1914275"/>
                <a:gd name="connsiteX115" fmla="*/ 0 w 1919435"/>
                <a:gd name="connsiteY115" fmla="*/ 987194 h 1914275"/>
                <a:gd name="connsiteX116" fmla="*/ 1198616 w 1919435"/>
                <a:gd name="connsiteY116" fmla="*/ 960879 h 1914275"/>
                <a:gd name="connsiteX117" fmla="*/ 958686 w 1919435"/>
                <a:gd name="connsiteY117" fmla="*/ 720949 h 1914275"/>
                <a:gd name="connsiteX118" fmla="*/ 720304 w 1919435"/>
                <a:gd name="connsiteY118" fmla="*/ 959331 h 1914275"/>
                <a:gd name="connsiteX119" fmla="*/ 957654 w 1919435"/>
                <a:gd name="connsiteY119" fmla="*/ 1198744 h 1914275"/>
                <a:gd name="connsiteX120" fmla="*/ 1198616 w 1919435"/>
                <a:gd name="connsiteY120" fmla="*/ 960879 h 1914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1919435" h="1914275">
                  <a:moveTo>
                    <a:pt x="0" y="987194"/>
                  </a:moveTo>
                  <a:cubicBezTo>
                    <a:pt x="8256" y="971714"/>
                    <a:pt x="21155" y="963975"/>
                    <a:pt x="37667" y="959846"/>
                  </a:cubicBezTo>
                  <a:cubicBezTo>
                    <a:pt x="82041" y="947979"/>
                    <a:pt x="125383" y="934564"/>
                    <a:pt x="169757" y="922696"/>
                  </a:cubicBezTo>
                  <a:cubicBezTo>
                    <a:pt x="196587" y="915473"/>
                    <a:pt x="212583" y="900509"/>
                    <a:pt x="215163" y="872130"/>
                  </a:cubicBezTo>
                  <a:cubicBezTo>
                    <a:pt x="215679" y="864907"/>
                    <a:pt x="216710" y="857683"/>
                    <a:pt x="217743" y="850459"/>
                  </a:cubicBezTo>
                  <a:cubicBezTo>
                    <a:pt x="220323" y="826209"/>
                    <a:pt x="209487" y="809697"/>
                    <a:pt x="189364" y="797830"/>
                  </a:cubicBezTo>
                  <a:cubicBezTo>
                    <a:pt x="149118" y="774611"/>
                    <a:pt x="109388" y="750876"/>
                    <a:pt x="69657" y="727657"/>
                  </a:cubicBezTo>
                  <a:cubicBezTo>
                    <a:pt x="40246" y="710629"/>
                    <a:pt x="35087" y="697730"/>
                    <a:pt x="43858" y="664708"/>
                  </a:cubicBezTo>
                  <a:cubicBezTo>
                    <a:pt x="44890" y="661612"/>
                    <a:pt x="45406" y="658516"/>
                    <a:pt x="46438" y="655936"/>
                  </a:cubicBezTo>
                  <a:cubicBezTo>
                    <a:pt x="59337" y="613110"/>
                    <a:pt x="70689" y="604854"/>
                    <a:pt x="114547" y="608982"/>
                  </a:cubicBezTo>
                  <a:cubicBezTo>
                    <a:pt x="156857" y="613110"/>
                    <a:pt x="199167" y="617754"/>
                    <a:pt x="241478" y="623429"/>
                  </a:cubicBezTo>
                  <a:cubicBezTo>
                    <a:pt x="275016" y="627557"/>
                    <a:pt x="289463" y="621881"/>
                    <a:pt x="306491" y="593503"/>
                  </a:cubicBezTo>
                  <a:cubicBezTo>
                    <a:pt x="330741" y="554288"/>
                    <a:pt x="329710" y="541905"/>
                    <a:pt x="301331" y="505271"/>
                  </a:cubicBezTo>
                  <a:cubicBezTo>
                    <a:pt x="274500" y="470700"/>
                    <a:pt x="248185" y="435614"/>
                    <a:pt x="222386" y="400527"/>
                  </a:cubicBezTo>
                  <a:cubicBezTo>
                    <a:pt x="206907" y="379888"/>
                    <a:pt x="206907" y="362861"/>
                    <a:pt x="222386" y="342222"/>
                  </a:cubicBezTo>
                  <a:cubicBezTo>
                    <a:pt x="230126" y="331902"/>
                    <a:pt x="238382" y="321583"/>
                    <a:pt x="248185" y="313327"/>
                  </a:cubicBezTo>
                  <a:cubicBezTo>
                    <a:pt x="267792" y="296816"/>
                    <a:pt x="281208" y="294752"/>
                    <a:pt x="303395" y="307135"/>
                  </a:cubicBezTo>
                  <a:cubicBezTo>
                    <a:pt x="342609" y="328806"/>
                    <a:pt x="382856" y="348929"/>
                    <a:pt x="420522" y="373180"/>
                  </a:cubicBezTo>
                  <a:cubicBezTo>
                    <a:pt x="463864" y="401043"/>
                    <a:pt x="493791" y="382468"/>
                    <a:pt x="525265" y="343770"/>
                  </a:cubicBezTo>
                  <a:cubicBezTo>
                    <a:pt x="535585" y="330870"/>
                    <a:pt x="531973" y="313843"/>
                    <a:pt x="527845" y="298364"/>
                  </a:cubicBezTo>
                  <a:cubicBezTo>
                    <a:pt x="516493" y="254506"/>
                    <a:pt x="505142" y="210647"/>
                    <a:pt x="493791" y="166789"/>
                  </a:cubicBezTo>
                  <a:cubicBezTo>
                    <a:pt x="485535" y="135315"/>
                    <a:pt x="490694" y="122415"/>
                    <a:pt x="518557" y="105904"/>
                  </a:cubicBezTo>
                  <a:cubicBezTo>
                    <a:pt x="524749" y="102292"/>
                    <a:pt x="530941" y="98680"/>
                    <a:pt x="537649" y="95585"/>
                  </a:cubicBezTo>
                  <a:cubicBezTo>
                    <a:pt x="571187" y="80105"/>
                    <a:pt x="586150" y="83717"/>
                    <a:pt x="608853" y="113128"/>
                  </a:cubicBezTo>
                  <a:cubicBezTo>
                    <a:pt x="636200" y="147698"/>
                    <a:pt x="663547" y="182785"/>
                    <a:pt x="690894" y="217355"/>
                  </a:cubicBezTo>
                  <a:cubicBezTo>
                    <a:pt x="716693" y="249346"/>
                    <a:pt x="777062" y="249346"/>
                    <a:pt x="802861" y="216839"/>
                  </a:cubicBezTo>
                  <a:cubicBezTo>
                    <a:pt x="813697" y="202908"/>
                    <a:pt x="813697" y="185365"/>
                    <a:pt x="816277" y="169369"/>
                  </a:cubicBezTo>
                  <a:cubicBezTo>
                    <a:pt x="822468" y="129123"/>
                    <a:pt x="827628" y="88877"/>
                    <a:pt x="832788" y="48631"/>
                  </a:cubicBezTo>
                  <a:cubicBezTo>
                    <a:pt x="836916" y="16640"/>
                    <a:pt x="845687" y="7868"/>
                    <a:pt x="877677" y="2193"/>
                  </a:cubicBezTo>
                  <a:cubicBezTo>
                    <a:pt x="891093" y="-387"/>
                    <a:pt x="904509" y="-387"/>
                    <a:pt x="917924" y="645"/>
                  </a:cubicBezTo>
                  <a:cubicBezTo>
                    <a:pt x="937531" y="1677"/>
                    <a:pt x="950947" y="11996"/>
                    <a:pt x="956106" y="31603"/>
                  </a:cubicBezTo>
                  <a:cubicBezTo>
                    <a:pt x="968490" y="75461"/>
                    <a:pt x="981389" y="119835"/>
                    <a:pt x="993772" y="163693"/>
                  </a:cubicBezTo>
                  <a:cubicBezTo>
                    <a:pt x="1006672" y="208584"/>
                    <a:pt x="1043822" y="229739"/>
                    <a:pt x="1089745" y="217871"/>
                  </a:cubicBezTo>
                  <a:cubicBezTo>
                    <a:pt x="1104707" y="214259"/>
                    <a:pt x="1113479" y="203424"/>
                    <a:pt x="1120703" y="191040"/>
                  </a:cubicBezTo>
                  <a:cubicBezTo>
                    <a:pt x="1144438" y="150278"/>
                    <a:pt x="1168689" y="109516"/>
                    <a:pt x="1192940" y="68754"/>
                  </a:cubicBezTo>
                  <a:cubicBezTo>
                    <a:pt x="1208419" y="42439"/>
                    <a:pt x="1221835" y="36763"/>
                    <a:pt x="1251245" y="44503"/>
                  </a:cubicBezTo>
                  <a:cubicBezTo>
                    <a:pt x="1310067" y="59466"/>
                    <a:pt x="1317806" y="72366"/>
                    <a:pt x="1309035" y="137895"/>
                  </a:cubicBezTo>
                  <a:cubicBezTo>
                    <a:pt x="1303875" y="177109"/>
                    <a:pt x="1299231" y="216323"/>
                    <a:pt x="1294587" y="255538"/>
                  </a:cubicBezTo>
                  <a:cubicBezTo>
                    <a:pt x="1294071" y="259665"/>
                    <a:pt x="1294071" y="263793"/>
                    <a:pt x="1294587" y="267921"/>
                  </a:cubicBezTo>
                  <a:cubicBezTo>
                    <a:pt x="1301295" y="309715"/>
                    <a:pt x="1364760" y="338610"/>
                    <a:pt x="1399331" y="314359"/>
                  </a:cubicBezTo>
                  <a:cubicBezTo>
                    <a:pt x="1438545" y="286496"/>
                    <a:pt x="1476211" y="257085"/>
                    <a:pt x="1514394" y="228191"/>
                  </a:cubicBezTo>
                  <a:cubicBezTo>
                    <a:pt x="1542256" y="207036"/>
                    <a:pt x="1556188" y="207552"/>
                    <a:pt x="1584050" y="229223"/>
                  </a:cubicBezTo>
                  <a:cubicBezTo>
                    <a:pt x="1587663" y="232319"/>
                    <a:pt x="1591274" y="234898"/>
                    <a:pt x="1594886" y="238510"/>
                  </a:cubicBezTo>
                  <a:cubicBezTo>
                    <a:pt x="1627393" y="269469"/>
                    <a:pt x="1628941" y="278757"/>
                    <a:pt x="1606754" y="317971"/>
                  </a:cubicBezTo>
                  <a:cubicBezTo>
                    <a:pt x="1585599" y="355637"/>
                    <a:pt x="1565475" y="393819"/>
                    <a:pt x="1543288" y="430970"/>
                  </a:cubicBezTo>
                  <a:cubicBezTo>
                    <a:pt x="1527293" y="458317"/>
                    <a:pt x="1534517" y="481020"/>
                    <a:pt x="1552060" y="504239"/>
                  </a:cubicBezTo>
                  <a:cubicBezTo>
                    <a:pt x="1569604" y="527458"/>
                    <a:pt x="1589726" y="538809"/>
                    <a:pt x="1619137" y="531069"/>
                  </a:cubicBezTo>
                  <a:cubicBezTo>
                    <a:pt x="1664543" y="519202"/>
                    <a:pt x="1709949" y="507850"/>
                    <a:pt x="1754839" y="495467"/>
                  </a:cubicBezTo>
                  <a:cubicBezTo>
                    <a:pt x="1783734" y="487727"/>
                    <a:pt x="1796634" y="492371"/>
                    <a:pt x="1812629" y="517654"/>
                  </a:cubicBezTo>
                  <a:cubicBezTo>
                    <a:pt x="1819853" y="528490"/>
                    <a:pt x="1826044" y="539841"/>
                    <a:pt x="1830172" y="552225"/>
                  </a:cubicBezTo>
                  <a:cubicBezTo>
                    <a:pt x="1837912" y="574412"/>
                    <a:pt x="1834299" y="588343"/>
                    <a:pt x="1815724" y="603306"/>
                  </a:cubicBezTo>
                  <a:cubicBezTo>
                    <a:pt x="1777026" y="634265"/>
                    <a:pt x="1738844" y="665224"/>
                    <a:pt x="1699630" y="695666"/>
                  </a:cubicBezTo>
                  <a:cubicBezTo>
                    <a:pt x="1680022" y="710629"/>
                    <a:pt x="1674862" y="729205"/>
                    <a:pt x="1678990" y="751908"/>
                  </a:cubicBezTo>
                  <a:cubicBezTo>
                    <a:pt x="1680539" y="759647"/>
                    <a:pt x="1683119" y="766871"/>
                    <a:pt x="1685182" y="774611"/>
                  </a:cubicBezTo>
                  <a:cubicBezTo>
                    <a:pt x="1691890" y="798862"/>
                    <a:pt x="1707885" y="812277"/>
                    <a:pt x="1732652" y="815373"/>
                  </a:cubicBezTo>
                  <a:cubicBezTo>
                    <a:pt x="1779606" y="821565"/>
                    <a:pt x="1826560" y="828272"/>
                    <a:pt x="1872998" y="834464"/>
                  </a:cubicBezTo>
                  <a:cubicBezTo>
                    <a:pt x="1900861" y="838076"/>
                    <a:pt x="1915308" y="851491"/>
                    <a:pt x="1918404" y="879354"/>
                  </a:cubicBezTo>
                  <a:cubicBezTo>
                    <a:pt x="1919952" y="892770"/>
                    <a:pt x="1921500" y="906185"/>
                    <a:pt x="1919952" y="919600"/>
                  </a:cubicBezTo>
                  <a:cubicBezTo>
                    <a:pt x="1917372" y="940755"/>
                    <a:pt x="1906536" y="952623"/>
                    <a:pt x="1886930" y="958299"/>
                  </a:cubicBezTo>
                  <a:cubicBezTo>
                    <a:pt x="1843071" y="970682"/>
                    <a:pt x="1798697" y="983065"/>
                    <a:pt x="1754839" y="995965"/>
                  </a:cubicBezTo>
                  <a:cubicBezTo>
                    <a:pt x="1712013" y="1008348"/>
                    <a:pt x="1692406" y="1040855"/>
                    <a:pt x="1701178" y="1085229"/>
                  </a:cubicBezTo>
                  <a:cubicBezTo>
                    <a:pt x="1704273" y="1102256"/>
                    <a:pt x="1714077" y="1113092"/>
                    <a:pt x="1728524" y="1121348"/>
                  </a:cubicBezTo>
                  <a:cubicBezTo>
                    <a:pt x="1768771" y="1145083"/>
                    <a:pt x="1809016" y="1168817"/>
                    <a:pt x="1849779" y="1192552"/>
                  </a:cubicBezTo>
                  <a:cubicBezTo>
                    <a:pt x="1879706" y="1210096"/>
                    <a:pt x="1884350" y="1220415"/>
                    <a:pt x="1876094" y="1253954"/>
                  </a:cubicBezTo>
                  <a:cubicBezTo>
                    <a:pt x="1875578" y="1256018"/>
                    <a:pt x="1875578" y="1258082"/>
                    <a:pt x="1875062" y="1260145"/>
                  </a:cubicBezTo>
                  <a:cubicBezTo>
                    <a:pt x="1862678" y="1300908"/>
                    <a:pt x="1848747" y="1321031"/>
                    <a:pt x="1802309" y="1312259"/>
                  </a:cubicBezTo>
                  <a:cubicBezTo>
                    <a:pt x="1760515" y="1304003"/>
                    <a:pt x="1717689" y="1302456"/>
                    <a:pt x="1675379" y="1296264"/>
                  </a:cubicBezTo>
                  <a:cubicBezTo>
                    <a:pt x="1645452" y="1292136"/>
                    <a:pt x="1625845" y="1304003"/>
                    <a:pt x="1611398" y="1329286"/>
                  </a:cubicBezTo>
                  <a:cubicBezTo>
                    <a:pt x="1596434" y="1355085"/>
                    <a:pt x="1589726" y="1379336"/>
                    <a:pt x="1610365" y="1405651"/>
                  </a:cubicBezTo>
                  <a:cubicBezTo>
                    <a:pt x="1638228" y="1441254"/>
                    <a:pt x="1665059" y="1477888"/>
                    <a:pt x="1692406" y="1514006"/>
                  </a:cubicBezTo>
                  <a:cubicBezTo>
                    <a:pt x="1715109" y="1543417"/>
                    <a:pt x="1715109" y="1555285"/>
                    <a:pt x="1692406" y="1584695"/>
                  </a:cubicBezTo>
                  <a:cubicBezTo>
                    <a:pt x="1691374" y="1585727"/>
                    <a:pt x="1690342" y="1587275"/>
                    <a:pt x="1689310" y="1588307"/>
                  </a:cubicBezTo>
                  <a:cubicBezTo>
                    <a:pt x="1659383" y="1620298"/>
                    <a:pt x="1647516" y="1634229"/>
                    <a:pt x="1600562" y="1605850"/>
                  </a:cubicBezTo>
                  <a:cubicBezTo>
                    <a:pt x="1564444" y="1584179"/>
                    <a:pt x="1526261" y="1565604"/>
                    <a:pt x="1490659" y="1543933"/>
                  </a:cubicBezTo>
                  <a:cubicBezTo>
                    <a:pt x="1461248" y="1526390"/>
                    <a:pt x="1438545" y="1536709"/>
                    <a:pt x="1415326" y="1554769"/>
                  </a:cubicBezTo>
                  <a:cubicBezTo>
                    <a:pt x="1392107" y="1572312"/>
                    <a:pt x="1382819" y="1593467"/>
                    <a:pt x="1391075" y="1622877"/>
                  </a:cubicBezTo>
                  <a:cubicBezTo>
                    <a:pt x="1403974" y="1668284"/>
                    <a:pt x="1415326" y="1714205"/>
                    <a:pt x="1426677" y="1760128"/>
                  </a:cubicBezTo>
                  <a:cubicBezTo>
                    <a:pt x="1432870" y="1784894"/>
                    <a:pt x="1427710" y="1798310"/>
                    <a:pt x="1406554" y="1811725"/>
                  </a:cubicBezTo>
                  <a:cubicBezTo>
                    <a:pt x="1395203" y="1818949"/>
                    <a:pt x="1383335" y="1825657"/>
                    <a:pt x="1370436" y="1830300"/>
                  </a:cubicBezTo>
                  <a:cubicBezTo>
                    <a:pt x="1347733" y="1838556"/>
                    <a:pt x="1331222" y="1834428"/>
                    <a:pt x="1316258" y="1815337"/>
                  </a:cubicBezTo>
                  <a:cubicBezTo>
                    <a:pt x="1287879" y="1779735"/>
                    <a:pt x="1259501" y="1743616"/>
                    <a:pt x="1231122" y="1707498"/>
                  </a:cubicBezTo>
                  <a:cubicBezTo>
                    <a:pt x="1203775" y="1673443"/>
                    <a:pt x="1154242" y="1668800"/>
                    <a:pt x="1121219" y="1698210"/>
                  </a:cubicBezTo>
                  <a:cubicBezTo>
                    <a:pt x="1112447" y="1705950"/>
                    <a:pt x="1108320" y="1715753"/>
                    <a:pt x="1106771" y="1727105"/>
                  </a:cubicBezTo>
                  <a:cubicBezTo>
                    <a:pt x="1100064" y="1774575"/>
                    <a:pt x="1092324" y="1821529"/>
                    <a:pt x="1087165" y="1868999"/>
                  </a:cubicBezTo>
                  <a:cubicBezTo>
                    <a:pt x="1084068" y="1893766"/>
                    <a:pt x="1074265" y="1911309"/>
                    <a:pt x="1050014" y="1919049"/>
                  </a:cubicBezTo>
                  <a:cubicBezTo>
                    <a:pt x="1029375" y="1919049"/>
                    <a:pt x="1008220" y="1919049"/>
                    <a:pt x="987581" y="1919049"/>
                  </a:cubicBezTo>
                  <a:cubicBezTo>
                    <a:pt x="973133" y="1910277"/>
                    <a:pt x="964878" y="1897377"/>
                    <a:pt x="960234" y="1880866"/>
                  </a:cubicBezTo>
                  <a:cubicBezTo>
                    <a:pt x="947851" y="1835460"/>
                    <a:pt x="933919" y="1790054"/>
                    <a:pt x="921535" y="1744132"/>
                  </a:cubicBezTo>
                  <a:cubicBezTo>
                    <a:pt x="914828" y="1719881"/>
                    <a:pt x="899865" y="1706982"/>
                    <a:pt x="875614" y="1703886"/>
                  </a:cubicBezTo>
                  <a:cubicBezTo>
                    <a:pt x="866326" y="1702854"/>
                    <a:pt x="857038" y="1701306"/>
                    <a:pt x="847751" y="1700790"/>
                  </a:cubicBezTo>
                  <a:cubicBezTo>
                    <a:pt x="826080" y="1699242"/>
                    <a:pt x="811117" y="1709046"/>
                    <a:pt x="800281" y="1727105"/>
                  </a:cubicBezTo>
                  <a:cubicBezTo>
                    <a:pt x="796153" y="1733813"/>
                    <a:pt x="792541" y="1740520"/>
                    <a:pt x="788414" y="1747228"/>
                  </a:cubicBezTo>
                  <a:cubicBezTo>
                    <a:pt x="766742" y="1783862"/>
                    <a:pt x="745587" y="1821013"/>
                    <a:pt x="723401" y="1857131"/>
                  </a:cubicBezTo>
                  <a:cubicBezTo>
                    <a:pt x="711533" y="1877254"/>
                    <a:pt x="697085" y="1882414"/>
                    <a:pt x="674383" y="1877254"/>
                  </a:cubicBezTo>
                  <a:cubicBezTo>
                    <a:pt x="660451" y="1874158"/>
                    <a:pt x="647552" y="1869515"/>
                    <a:pt x="634652" y="1863839"/>
                  </a:cubicBezTo>
                  <a:cubicBezTo>
                    <a:pt x="611949" y="1853003"/>
                    <a:pt x="604726" y="1839072"/>
                    <a:pt x="607822" y="1813789"/>
                  </a:cubicBezTo>
                  <a:cubicBezTo>
                    <a:pt x="613497" y="1766835"/>
                    <a:pt x="618141" y="1719881"/>
                    <a:pt x="624848" y="1672927"/>
                  </a:cubicBezTo>
                  <a:cubicBezTo>
                    <a:pt x="629492" y="1639905"/>
                    <a:pt x="611949" y="1621846"/>
                    <a:pt x="586150" y="1607398"/>
                  </a:cubicBezTo>
                  <a:cubicBezTo>
                    <a:pt x="560868" y="1593467"/>
                    <a:pt x="538165" y="1591403"/>
                    <a:pt x="514430" y="1611010"/>
                  </a:cubicBezTo>
                  <a:cubicBezTo>
                    <a:pt x="481407" y="1637325"/>
                    <a:pt x="446836" y="1661576"/>
                    <a:pt x="413814" y="1687375"/>
                  </a:cubicBezTo>
                  <a:cubicBezTo>
                    <a:pt x="380276" y="1713690"/>
                    <a:pt x="365828" y="1719365"/>
                    <a:pt x="324550" y="1682215"/>
                  </a:cubicBezTo>
                  <a:cubicBezTo>
                    <a:pt x="321970" y="1679635"/>
                    <a:pt x="319390" y="1677055"/>
                    <a:pt x="316810" y="1674475"/>
                  </a:cubicBezTo>
                  <a:cubicBezTo>
                    <a:pt x="296687" y="1653836"/>
                    <a:pt x="294623" y="1637841"/>
                    <a:pt x="309071" y="1612558"/>
                  </a:cubicBezTo>
                  <a:cubicBezTo>
                    <a:pt x="331258" y="1572828"/>
                    <a:pt x="353960" y="1532581"/>
                    <a:pt x="376148" y="1492851"/>
                  </a:cubicBezTo>
                  <a:cubicBezTo>
                    <a:pt x="382339" y="1481500"/>
                    <a:pt x="389047" y="1470148"/>
                    <a:pt x="387499" y="1456217"/>
                  </a:cubicBezTo>
                  <a:cubicBezTo>
                    <a:pt x="383887" y="1414423"/>
                    <a:pt x="337449" y="1381400"/>
                    <a:pt x="297203" y="1391720"/>
                  </a:cubicBezTo>
                  <a:cubicBezTo>
                    <a:pt x="250765" y="1403587"/>
                    <a:pt x="204327" y="1415455"/>
                    <a:pt x="158405" y="1427838"/>
                  </a:cubicBezTo>
                  <a:cubicBezTo>
                    <a:pt x="139830" y="1432998"/>
                    <a:pt x="125899" y="1427322"/>
                    <a:pt x="114031" y="1412875"/>
                  </a:cubicBezTo>
                  <a:cubicBezTo>
                    <a:pt x="104228" y="1401007"/>
                    <a:pt x="98036" y="1387592"/>
                    <a:pt x="91844" y="1373660"/>
                  </a:cubicBezTo>
                  <a:cubicBezTo>
                    <a:pt x="81525" y="1349409"/>
                    <a:pt x="86169" y="1331866"/>
                    <a:pt x="106808" y="1315871"/>
                  </a:cubicBezTo>
                  <a:cubicBezTo>
                    <a:pt x="140862" y="1288524"/>
                    <a:pt x="175432" y="1261693"/>
                    <a:pt x="209487" y="1234347"/>
                  </a:cubicBezTo>
                  <a:cubicBezTo>
                    <a:pt x="245605" y="1206484"/>
                    <a:pt x="248701" y="1194616"/>
                    <a:pt x="236834" y="1151274"/>
                  </a:cubicBezTo>
                  <a:cubicBezTo>
                    <a:pt x="228578" y="1122896"/>
                    <a:pt x="211551" y="1107932"/>
                    <a:pt x="181624" y="1104836"/>
                  </a:cubicBezTo>
                  <a:cubicBezTo>
                    <a:pt x="138282" y="1100192"/>
                    <a:pt x="95456" y="1091937"/>
                    <a:pt x="52114" y="1087293"/>
                  </a:cubicBezTo>
                  <a:cubicBezTo>
                    <a:pt x="27347" y="1084713"/>
                    <a:pt x="9804" y="1074910"/>
                    <a:pt x="1032" y="1051175"/>
                  </a:cubicBezTo>
                  <a:cubicBezTo>
                    <a:pt x="0" y="1028988"/>
                    <a:pt x="0" y="1008348"/>
                    <a:pt x="0" y="987194"/>
                  </a:cubicBezTo>
                  <a:close/>
                  <a:moveTo>
                    <a:pt x="1198616" y="960879"/>
                  </a:moveTo>
                  <a:cubicBezTo>
                    <a:pt x="1200163" y="838592"/>
                    <a:pt x="1104192" y="720433"/>
                    <a:pt x="958686" y="720949"/>
                  </a:cubicBezTo>
                  <a:cubicBezTo>
                    <a:pt x="824016" y="721465"/>
                    <a:pt x="720821" y="824145"/>
                    <a:pt x="720304" y="959331"/>
                  </a:cubicBezTo>
                  <a:cubicBezTo>
                    <a:pt x="719788" y="1096581"/>
                    <a:pt x="827628" y="1197712"/>
                    <a:pt x="957654" y="1198744"/>
                  </a:cubicBezTo>
                  <a:cubicBezTo>
                    <a:pt x="1090776" y="1199776"/>
                    <a:pt x="1198100" y="1092969"/>
                    <a:pt x="1198616" y="96087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xmlns="" id="{AF5B60F8-C2D2-4404-880E-C8EE7361764D}"/>
                </a:ext>
              </a:extLst>
            </p:cNvPr>
            <p:cNvSpPr/>
            <p:nvPr/>
          </p:nvSpPr>
          <p:spPr>
            <a:xfrm flipH="1">
              <a:off x="3916478" y="4114585"/>
              <a:ext cx="1426342" cy="1425410"/>
            </a:xfrm>
            <a:custGeom>
              <a:avLst/>
              <a:gdLst>
                <a:gd name="connsiteX0" fmla="*/ 494065 w 988147"/>
                <a:gd name="connsiteY0" fmla="*/ 418283 h 987501"/>
                <a:gd name="connsiteX1" fmla="*/ 418427 w 988147"/>
                <a:gd name="connsiteY1" fmla="*/ 493594 h 987501"/>
                <a:gd name="connsiteX2" fmla="*/ 493739 w 988147"/>
                <a:gd name="connsiteY2" fmla="*/ 569560 h 987501"/>
                <a:gd name="connsiteX3" fmla="*/ 569541 w 988147"/>
                <a:gd name="connsiteY3" fmla="*/ 494085 h 987501"/>
                <a:gd name="connsiteX4" fmla="*/ 494065 w 988147"/>
                <a:gd name="connsiteY4" fmla="*/ 418283 h 987501"/>
                <a:gd name="connsiteX5" fmla="*/ 494392 w 988147"/>
                <a:gd name="connsiteY5" fmla="*/ 193327 h 987501"/>
                <a:gd name="connsiteX6" fmla="*/ 794660 w 988147"/>
                <a:gd name="connsiteY6" fmla="*/ 494411 h 987501"/>
                <a:gd name="connsiteX7" fmla="*/ 493249 w 988147"/>
                <a:gd name="connsiteY7" fmla="*/ 794353 h 987501"/>
                <a:gd name="connsiteX8" fmla="*/ 193471 w 988147"/>
                <a:gd name="connsiteY8" fmla="*/ 493431 h 987501"/>
                <a:gd name="connsiteX9" fmla="*/ 494392 w 988147"/>
                <a:gd name="connsiteY9" fmla="*/ 193327 h 987501"/>
                <a:gd name="connsiteX10" fmla="*/ 494464 w 988147"/>
                <a:gd name="connsiteY10" fmla="*/ 132604 h 987501"/>
                <a:gd name="connsiteX11" fmla="*/ 133489 w 988147"/>
                <a:gd name="connsiteY11" fmla="*/ 491484 h 987501"/>
                <a:gd name="connsiteX12" fmla="*/ 493893 w 988147"/>
                <a:gd name="connsiteY12" fmla="*/ 853411 h 987501"/>
                <a:gd name="connsiteX13" fmla="*/ 854867 w 988147"/>
                <a:gd name="connsiteY13" fmla="*/ 492817 h 987501"/>
                <a:gd name="connsiteX14" fmla="*/ 494464 w 988147"/>
                <a:gd name="connsiteY14" fmla="*/ 132604 h 987501"/>
                <a:gd name="connsiteX15" fmla="*/ 553293 w 988147"/>
                <a:gd name="connsiteY15" fmla="*/ 95 h 987501"/>
                <a:gd name="connsiteX16" fmla="*/ 558434 w 988147"/>
                <a:gd name="connsiteY16" fmla="*/ 285 h 987501"/>
                <a:gd name="connsiteX17" fmla="*/ 580519 w 988147"/>
                <a:gd name="connsiteY17" fmla="*/ 24083 h 987501"/>
                <a:gd name="connsiteX18" fmla="*/ 581852 w 988147"/>
                <a:gd name="connsiteY18" fmla="*/ 68444 h 987501"/>
                <a:gd name="connsiteX19" fmla="*/ 589657 w 988147"/>
                <a:gd name="connsiteY19" fmla="*/ 81390 h 987501"/>
                <a:gd name="connsiteX20" fmla="*/ 617835 w 988147"/>
                <a:gd name="connsiteY20" fmla="*/ 88815 h 987501"/>
                <a:gd name="connsiteX21" fmla="*/ 631162 w 988147"/>
                <a:gd name="connsiteY21" fmla="*/ 81771 h 987501"/>
                <a:gd name="connsiteX22" fmla="*/ 656483 w 988147"/>
                <a:gd name="connsiteY22" fmla="*/ 41218 h 987501"/>
                <a:gd name="connsiteX23" fmla="*/ 681043 w 988147"/>
                <a:gd name="connsiteY23" fmla="*/ 32651 h 987501"/>
                <a:gd name="connsiteX24" fmla="*/ 685422 w 988147"/>
                <a:gd name="connsiteY24" fmla="*/ 34174 h 987501"/>
                <a:gd name="connsiteX25" fmla="*/ 699321 w 988147"/>
                <a:gd name="connsiteY25" fmla="*/ 61399 h 987501"/>
                <a:gd name="connsiteX26" fmla="*/ 689420 w 988147"/>
                <a:gd name="connsiteY26" fmla="*/ 104046 h 987501"/>
                <a:gd name="connsiteX27" fmla="*/ 696274 w 988147"/>
                <a:gd name="connsiteY27" fmla="*/ 122514 h 987501"/>
                <a:gd name="connsiteX28" fmla="*/ 718359 w 988147"/>
                <a:gd name="connsiteY28" fmla="*/ 134698 h 987501"/>
                <a:gd name="connsiteX29" fmla="*/ 733019 w 988147"/>
                <a:gd name="connsiteY29" fmla="*/ 131272 h 987501"/>
                <a:gd name="connsiteX30" fmla="*/ 768050 w 988147"/>
                <a:gd name="connsiteY30" fmla="*/ 98715 h 987501"/>
                <a:gd name="connsiteX31" fmla="*/ 793943 w 988147"/>
                <a:gd name="connsiteY31" fmla="*/ 96621 h 987501"/>
                <a:gd name="connsiteX32" fmla="*/ 795276 w 988147"/>
                <a:gd name="connsiteY32" fmla="*/ 97573 h 987501"/>
                <a:gd name="connsiteX33" fmla="*/ 803463 w 988147"/>
                <a:gd name="connsiteY33" fmla="*/ 130510 h 987501"/>
                <a:gd name="connsiteX34" fmla="*/ 783091 w 988147"/>
                <a:gd name="connsiteY34" fmla="*/ 168587 h 987501"/>
                <a:gd name="connsiteX35" fmla="*/ 784804 w 988147"/>
                <a:gd name="connsiteY35" fmla="*/ 186674 h 987501"/>
                <a:gd name="connsiteX36" fmla="*/ 801939 w 988147"/>
                <a:gd name="connsiteY36" fmla="*/ 203619 h 987501"/>
                <a:gd name="connsiteX37" fmla="*/ 819074 w 988147"/>
                <a:gd name="connsiteY37" fmla="*/ 205142 h 987501"/>
                <a:gd name="connsiteX38" fmla="*/ 862292 w 988147"/>
                <a:gd name="connsiteY38" fmla="*/ 182295 h 987501"/>
                <a:gd name="connsiteX39" fmla="*/ 885900 w 988147"/>
                <a:gd name="connsiteY39" fmla="*/ 187245 h 987501"/>
                <a:gd name="connsiteX40" fmla="*/ 893135 w 988147"/>
                <a:gd name="connsiteY40" fmla="*/ 196955 h 987501"/>
                <a:gd name="connsiteX41" fmla="*/ 891231 w 988147"/>
                <a:gd name="connsiteY41" fmla="*/ 218278 h 987501"/>
                <a:gd name="connsiteX42" fmla="*/ 856771 w 988147"/>
                <a:gd name="connsiteY42" fmla="*/ 255404 h 987501"/>
                <a:gd name="connsiteX43" fmla="*/ 853725 w 988147"/>
                <a:gd name="connsiteY43" fmla="*/ 270635 h 987501"/>
                <a:gd name="connsiteX44" fmla="*/ 866861 w 988147"/>
                <a:gd name="connsiteY44" fmla="*/ 293481 h 987501"/>
                <a:gd name="connsiteX45" fmla="*/ 883615 w 988147"/>
                <a:gd name="connsiteY45" fmla="*/ 299003 h 987501"/>
                <a:gd name="connsiteX46" fmla="*/ 932354 w 988147"/>
                <a:gd name="connsiteY46" fmla="*/ 287960 h 987501"/>
                <a:gd name="connsiteX47" fmla="*/ 950441 w 988147"/>
                <a:gd name="connsiteY47" fmla="*/ 296337 h 987501"/>
                <a:gd name="connsiteX48" fmla="*/ 956153 w 988147"/>
                <a:gd name="connsiteY48" fmla="*/ 309474 h 987501"/>
                <a:gd name="connsiteX49" fmla="*/ 948347 w 988147"/>
                <a:gd name="connsiteY49" fmla="*/ 330797 h 987501"/>
                <a:gd name="connsiteX50" fmla="*/ 908175 w 988147"/>
                <a:gd name="connsiteY50" fmla="*/ 355738 h 987501"/>
                <a:gd name="connsiteX51" fmla="*/ 899608 w 988147"/>
                <a:gd name="connsiteY51" fmla="*/ 374396 h 987501"/>
                <a:gd name="connsiteX52" fmla="*/ 905510 w 988147"/>
                <a:gd name="connsiteY52" fmla="*/ 396100 h 987501"/>
                <a:gd name="connsiteX53" fmla="*/ 919789 w 988147"/>
                <a:gd name="connsiteY53" fmla="*/ 406191 h 987501"/>
                <a:gd name="connsiteX54" fmla="*/ 969861 w 988147"/>
                <a:gd name="connsiteY54" fmla="*/ 408095 h 987501"/>
                <a:gd name="connsiteX55" fmla="*/ 986044 w 988147"/>
                <a:gd name="connsiteY55" fmla="*/ 420851 h 987501"/>
                <a:gd name="connsiteX56" fmla="*/ 988138 w 988147"/>
                <a:gd name="connsiteY56" fmla="*/ 436272 h 987501"/>
                <a:gd name="connsiteX57" fmla="*/ 975763 w 988147"/>
                <a:gd name="connsiteY57" fmla="*/ 453788 h 987501"/>
                <a:gd name="connsiteX58" fmla="*/ 930641 w 988147"/>
                <a:gd name="connsiteY58" fmla="*/ 467686 h 987501"/>
                <a:gd name="connsiteX59" fmla="*/ 916552 w 988147"/>
                <a:gd name="connsiteY59" fmla="*/ 485582 h 987501"/>
                <a:gd name="connsiteX60" fmla="*/ 917504 w 988147"/>
                <a:gd name="connsiteY60" fmla="*/ 509190 h 987501"/>
                <a:gd name="connsiteX61" fmla="*/ 927214 w 988147"/>
                <a:gd name="connsiteY61" fmla="*/ 519471 h 987501"/>
                <a:gd name="connsiteX62" fmla="*/ 974620 w 988147"/>
                <a:gd name="connsiteY62" fmla="*/ 533941 h 987501"/>
                <a:gd name="connsiteX63" fmla="*/ 988138 w 988147"/>
                <a:gd name="connsiteY63" fmla="*/ 552789 h 987501"/>
                <a:gd name="connsiteX64" fmla="*/ 988138 w 988147"/>
                <a:gd name="connsiteY64" fmla="*/ 556216 h 987501"/>
                <a:gd name="connsiteX65" fmla="*/ 963768 w 988147"/>
                <a:gd name="connsiteY65" fmla="*/ 580395 h 987501"/>
                <a:gd name="connsiteX66" fmla="*/ 918837 w 988147"/>
                <a:gd name="connsiteY66" fmla="*/ 581728 h 987501"/>
                <a:gd name="connsiteX67" fmla="*/ 906843 w 988147"/>
                <a:gd name="connsiteY67" fmla="*/ 589153 h 987501"/>
                <a:gd name="connsiteX68" fmla="*/ 899227 w 988147"/>
                <a:gd name="connsiteY68" fmla="*/ 617330 h 987501"/>
                <a:gd name="connsiteX69" fmla="*/ 906652 w 988147"/>
                <a:gd name="connsiteY69" fmla="*/ 631038 h 987501"/>
                <a:gd name="connsiteX70" fmla="*/ 946253 w 988147"/>
                <a:gd name="connsiteY70" fmla="*/ 655789 h 987501"/>
                <a:gd name="connsiteX71" fmla="*/ 955201 w 988147"/>
                <a:gd name="connsiteY71" fmla="*/ 681110 h 987501"/>
                <a:gd name="connsiteX72" fmla="*/ 948918 w 988147"/>
                <a:gd name="connsiteY72" fmla="*/ 694057 h 987501"/>
                <a:gd name="connsiteX73" fmla="*/ 936734 w 988147"/>
                <a:gd name="connsiteY73" fmla="*/ 700149 h 987501"/>
                <a:gd name="connsiteX74" fmla="*/ 906462 w 988147"/>
                <a:gd name="connsiteY74" fmla="*/ 693485 h 987501"/>
                <a:gd name="connsiteX75" fmla="*/ 881711 w 988147"/>
                <a:gd name="connsiteY75" fmla="*/ 687774 h 987501"/>
                <a:gd name="connsiteX76" fmla="*/ 868765 w 988147"/>
                <a:gd name="connsiteY76" fmla="*/ 691772 h 987501"/>
                <a:gd name="connsiteX77" fmla="*/ 853154 w 988147"/>
                <a:gd name="connsiteY77" fmla="*/ 719759 h 987501"/>
                <a:gd name="connsiteX78" fmla="*/ 856961 w 988147"/>
                <a:gd name="connsiteY78" fmla="*/ 731753 h 987501"/>
                <a:gd name="connsiteX79" fmla="*/ 890279 w 988147"/>
                <a:gd name="connsiteY79" fmla="*/ 767546 h 987501"/>
                <a:gd name="connsiteX80" fmla="*/ 892373 w 988147"/>
                <a:gd name="connsiteY80" fmla="*/ 792106 h 987501"/>
                <a:gd name="connsiteX81" fmla="*/ 891040 w 988147"/>
                <a:gd name="connsiteY81" fmla="*/ 794010 h 987501"/>
                <a:gd name="connsiteX82" fmla="*/ 857532 w 988147"/>
                <a:gd name="connsiteY82" fmla="*/ 802387 h 987501"/>
                <a:gd name="connsiteX83" fmla="*/ 818884 w 988147"/>
                <a:gd name="connsiteY83" fmla="*/ 781825 h 987501"/>
                <a:gd name="connsiteX84" fmla="*/ 803843 w 988147"/>
                <a:gd name="connsiteY84" fmla="*/ 782396 h 987501"/>
                <a:gd name="connsiteX85" fmla="*/ 784233 w 988147"/>
                <a:gd name="connsiteY85" fmla="*/ 801625 h 987501"/>
                <a:gd name="connsiteX86" fmla="*/ 783281 w 988147"/>
                <a:gd name="connsiteY86" fmla="*/ 818189 h 987501"/>
                <a:gd name="connsiteX87" fmla="*/ 806128 w 988147"/>
                <a:gd name="connsiteY87" fmla="*/ 861407 h 987501"/>
                <a:gd name="connsiteX88" fmla="*/ 802320 w 988147"/>
                <a:gd name="connsiteY88" fmla="*/ 883873 h 987501"/>
                <a:gd name="connsiteX89" fmla="*/ 798512 w 988147"/>
                <a:gd name="connsiteY89" fmla="*/ 887300 h 987501"/>
                <a:gd name="connsiteX90" fmla="*/ 765766 w 988147"/>
                <a:gd name="connsiteY90" fmla="*/ 886157 h 987501"/>
                <a:gd name="connsiteX91" fmla="*/ 733781 w 988147"/>
                <a:gd name="connsiteY91" fmla="*/ 856266 h 987501"/>
                <a:gd name="connsiteX92" fmla="*/ 717407 w 988147"/>
                <a:gd name="connsiteY92" fmla="*/ 853030 h 987501"/>
                <a:gd name="connsiteX93" fmla="*/ 694941 w 988147"/>
                <a:gd name="connsiteY93" fmla="*/ 865786 h 987501"/>
                <a:gd name="connsiteX94" fmla="*/ 689420 w 988147"/>
                <a:gd name="connsiteY94" fmla="*/ 882540 h 987501"/>
                <a:gd name="connsiteX95" fmla="*/ 700844 w 988147"/>
                <a:gd name="connsiteY95" fmla="*/ 932421 h 987501"/>
                <a:gd name="connsiteX96" fmla="*/ 693418 w 988147"/>
                <a:gd name="connsiteY96" fmla="*/ 948985 h 987501"/>
                <a:gd name="connsiteX97" fmla="*/ 679330 w 988147"/>
                <a:gd name="connsiteY97" fmla="*/ 955268 h 987501"/>
                <a:gd name="connsiteX98" fmla="*/ 657816 w 988147"/>
                <a:gd name="connsiteY98" fmla="*/ 947653 h 987501"/>
                <a:gd name="connsiteX99" fmla="*/ 632875 w 988147"/>
                <a:gd name="connsiteY99" fmla="*/ 907481 h 987501"/>
                <a:gd name="connsiteX100" fmla="*/ 614217 w 988147"/>
                <a:gd name="connsiteY100" fmla="*/ 898723 h 987501"/>
                <a:gd name="connsiteX101" fmla="*/ 594227 w 988147"/>
                <a:gd name="connsiteY101" fmla="*/ 904054 h 987501"/>
                <a:gd name="connsiteX102" fmla="*/ 582042 w 988147"/>
                <a:gd name="connsiteY102" fmla="*/ 920617 h 987501"/>
                <a:gd name="connsiteX103" fmla="*/ 580709 w 988147"/>
                <a:gd name="connsiteY103" fmla="*/ 965549 h 987501"/>
                <a:gd name="connsiteX104" fmla="*/ 563384 w 988147"/>
                <a:gd name="connsiteY104" fmla="*/ 986111 h 987501"/>
                <a:gd name="connsiteX105" fmla="*/ 552532 w 988147"/>
                <a:gd name="connsiteY105" fmla="*/ 987443 h 987501"/>
                <a:gd name="connsiteX106" fmla="*/ 535016 w 988147"/>
                <a:gd name="connsiteY106" fmla="*/ 975639 h 987501"/>
                <a:gd name="connsiteX107" fmla="*/ 520356 w 988147"/>
                <a:gd name="connsiteY107" fmla="*/ 927852 h 987501"/>
                <a:gd name="connsiteX108" fmla="*/ 506649 w 988147"/>
                <a:gd name="connsiteY108" fmla="*/ 916048 h 987501"/>
                <a:gd name="connsiteX109" fmla="*/ 481517 w 988147"/>
                <a:gd name="connsiteY109" fmla="*/ 916238 h 987501"/>
                <a:gd name="connsiteX110" fmla="*/ 469332 w 988147"/>
                <a:gd name="connsiteY110" fmla="*/ 926710 h 987501"/>
                <a:gd name="connsiteX111" fmla="*/ 455434 w 988147"/>
                <a:gd name="connsiteY111" fmla="*/ 971832 h 987501"/>
                <a:gd name="connsiteX112" fmla="*/ 432017 w 988147"/>
                <a:gd name="connsiteY112" fmla="*/ 986872 h 987501"/>
                <a:gd name="connsiteX113" fmla="*/ 408409 w 988147"/>
                <a:gd name="connsiteY113" fmla="*/ 960218 h 987501"/>
                <a:gd name="connsiteX114" fmla="*/ 407266 w 988147"/>
                <a:gd name="connsiteY114" fmla="*/ 919285 h 987501"/>
                <a:gd name="connsiteX115" fmla="*/ 398699 w 988147"/>
                <a:gd name="connsiteY115" fmla="*/ 905577 h 987501"/>
                <a:gd name="connsiteX116" fmla="*/ 370902 w 988147"/>
                <a:gd name="connsiteY116" fmla="*/ 898532 h 987501"/>
                <a:gd name="connsiteX117" fmla="*/ 357575 w 988147"/>
                <a:gd name="connsiteY117" fmla="*/ 905577 h 987501"/>
                <a:gd name="connsiteX118" fmla="*/ 332254 w 988147"/>
                <a:gd name="connsiteY118" fmla="*/ 946129 h 987501"/>
                <a:gd name="connsiteX119" fmla="*/ 308646 w 988147"/>
                <a:gd name="connsiteY119" fmla="*/ 954697 h 987501"/>
                <a:gd name="connsiteX120" fmla="*/ 306932 w 988147"/>
                <a:gd name="connsiteY120" fmla="*/ 954126 h 987501"/>
                <a:gd name="connsiteX121" fmla="*/ 289797 w 988147"/>
                <a:gd name="connsiteY121" fmla="*/ 924235 h 987501"/>
                <a:gd name="connsiteX122" fmla="*/ 299507 w 988147"/>
                <a:gd name="connsiteY122" fmla="*/ 882159 h 987501"/>
                <a:gd name="connsiteX123" fmla="*/ 293224 w 988147"/>
                <a:gd name="connsiteY123" fmla="*/ 865024 h 987501"/>
                <a:gd name="connsiteX124" fmla="*/ 272853 w 988147"/>
                <a:gd name="connsiteY124" fmla="*/ 853220 h 987501"/>
                <a:gd name="connsiteX125" fmla="*/ 254385 w 988147"/>
                <a:gd name="connsiteY125" fmla="*/ 856647 h 987501"/>
                <a:gd name="connsiteX126" fmla="*/ 219925 w 988147"/>
                <a:gd name="connsiteY126" fmla="*/ 888823 h 987501"/>
                <a:gd name="connsiteX127" fmla="*/ 195746 w 988147"/>
                <a:gd name="connsiteY127" fmla="*/ 891107 h 987501"/>
                <a:gd name="connsiteX128" fmla="*/ 192319 w 988147"/>
                <a:gd name="connsiteY128" fmla="*/ 888823 h 987501"/>
                <a:gd name="connsiteX129" fmla="*/ 184703 w 988147"/>
                <a:gd name="connsiteY129" fmla="*/ 857028 h 987501"/>
                <a:gd name="connsiteX130" fmla="*/ 205265 w 988147"/>
                <a:gd name="connsiteY130" fmla="*/ 818379 h 987501"/>
                <a:gd name="connsiteX131" fmla="*/ 203742 w 988147"/>
                <a:gd name="connsiteY131" fmla="*/ 800293 h 987501"/>
                <a:gd name="connsiteX132" fmla="*/ 186607 w 988147"/>
                <a:gd name="connsiteY132" fmla="*/ 783348 h 987501"/>
                <a:gd name="connsiteX133" fmla="*/ 168901 w 988147"/>
                <a:gd name="connsiteY133" fmla="*/ 782015 h 987501"/>
                <a:gd name="connsiteX134" fmla="*/ 126064 w 988147"/>
                <a:gd name="connsiteY134" fmla="*/ 804672 h 987501"/>
                <a:gd name="connsiteX135" fmla="*/ 102647 w 988147"/>
                <a:gd name="connsiteY135" fmla="*/ 800293 h 987501"/>
                <a:gd name="connsiteX136" fmla="*/ 101123 w 988147"/>
                <a:gd name="connsiteY136" fmla="*/ 798579 h 987501"/>
                <a:gd name="connsiteX137" fmla="*/ 102075 w 988147"/>
                <a:gd name="connsiteY137" fmla="*/ 763548 h 987501"/>
                <a:gd name="connsiteX138" fmla="*/ 130824 w 988147"/>
                <a:gd name="connsiteY138" fmla="*/ 732895 h 987501"/>
                <a:gd name="connsiteX139" fmla="*/ 134251 w 988147"/>
                <a:gd name="connsiteY139" fmla="*/ 716141 h 987501"/>
                <a:gd name="connsiteX140" fmla="*/ 121114 w 988147"/>
                <a:gd name="connsiteY140" fmla="*/ 693295 h 987501"/>
                <a:gd name="connsiteX141" fmla="*/ 104551 w 988147"/>
                <a:gd name="connsiteY141" fmla="*/ 688535 h 987501"/>
                <a:gd name="connsiteX142" fmla="*/ 63046 w 988147"/>
                <a:gd name="connsiteY142" fmla="*/ 698055 h 987501"/>
                <a:gd name="connsiteX143" fmla="*/ 57525 w 988147"/>
                <a:gd name="connsiteY143" fmla="*/ 699387 h 987501"/>
                <a:gd name="connsiteX144" fmla="*/ 36963 w 988147"/>
                <a:gd name="connsiteY144" fmla="*/ 689297 h 987501"/>
                <a:gd name="connsiteX145" fmla="*/ 32203 w 988147"/>
                <a:gd name="connsiteY145" fmla="*/ 678255 h 987501"/>
                <a:gd name="connsiteX146" fmla="*/ 39819 w 988147"/>
                <a:gd name="connsiteY146" fmla="*/ 656741 h 987501"/>
                <a:gd name="connsiteX147" fmla="*/ 78848 w 988147"/>
                <a:gd name="connsiteY147" fmla="*/ 632371 h 987501"/>
                <a:gd name="connsiteX148" fmla="*/ 88177 w 988147"/>
                <a:gd name="connsiteY148" fmla="*/ 610477 h 987501"/>
                <a:gd name="connsiteX149" fmla="*/ 82275 w 988147"/>
                <a:gd name="connsiteY149" fmla="*/ 590676 h 987501"/>
                <a:gd name="connsiteX150" fmla="*/ 67996 w 988147"/>
                <a:gd name="connsiteY150" fmla="*/ 581157 h 987501"/>
                <a:gd name="connsiteX151" fmla="*/ 21923 w 988147"/>
                <a:gd name="connsiteY151" fmla="*/ 579824 h 987501"/>
                <a:gd name="connsiteX152" fmla="*/ 1361 w 988147"/>
                <a:gd name="connsiteY152" fmla="*/ 562499 h 987501"/>
                <a:gd name="connsiteX153" fmla="*/ 599 w 988147"/>
                <a:gd name="connsiteY153" fmla="*/ 558501 h 987501"/>
                <a:gd name="connsiteX154" fmla="*/ 17924 w 988147"/>
                <a:gd name="connsiteY154" fmla="*/ 532227 h 987501"/>
                <a:gd name="connsiteX155" fmla="*/ 59238 w 988147"/>
                <a:gd name="connsiteY155" fmla="*/ 519661 h 987501"/>
                <a:gd name="connsiteX156" fmla="*/ 71614 w 988147"/>
                <a:gd name="connsiteY156" fmla="*/ 505763 h 987501"/>
                <a:gd name="connsiteX157" fmla="*/ 71042 w 988147"/>
                <a:gd name="connsiteY157" fmla="*/ 479299 h 987501"/>
                <a:gd name="connsiteX158" fmla="*/ 61333 w 988147"/>
                <a:gd name="connsiteY158" fmla="*/ 468447 h 987501"/>
                <a:gd name="connsiteX159" fmla="*/ 17353 w 988147"/>
                <a:gd name="connsiteY159" fmla="*/ 454930 h 987501"/>
                <a:gd name="connsiteX160" fmla="*/ 599 w 988147"/>
                <a:gd name="connsiteY160" fmla="*/ 430560 h 987501"/>
                <a:gd name="connsiteX161" fmla="*/ 2313 w 988147"/>
                <a:gd name="connsiteY161" fmla="*/ 420470 h 987501"/>
                <a:gd name="connsiteX162" fmla="*/ 18115 w 988147"/>
                <a:gd name="connsiteY162" fmla="*/ 407904 h 987501"/>
                <a:gd name="connsiteX163" fmla="*/ 60761 w 988147"/>
                <a:gd name="connsiteY163" fmla="*/ 406572 h 987501"/>
                <a:gd name="connsiteX164" fmla="*/ 67044 w 988147"/>
                <a:gd name="connsiteY164" fmla="*/ 406381 h 987501"/>
                <a:gd name="connsiteX165" fmla="*/ 83989 w 988147"/>
                <a:gd name="connsiteY165" fmla="*/ 393054 h 987501"/>
                <a:gd name="connsiteX166" fmla="*/ 88939 w 988147"/>
                <a:gd name="connsiteY166" fmla="*/ 374206 h 987501"/>
                <a:gd name="connsiteX167" fmla="*/ 80943 w 988147"/>
                <a:gd name="connsiteY167" fmla="*/ 356309 h 987501"/>
                <a:gd name="connsiteX168" fmla="*/ 41913 w 988147"/>
                <a:gd name="connsiteY168" fmla="*/ 331940 h 987501"/>
                <a:gd name="connsiteX169" fmla="*/ 33155 w 988147"/>
                <a:gd name="connsiteY169" fmla="*/ 306999 h 987501"/>
                <a:gd name="connsiteX170" fmla="*/ 38676 w 988147"/>
                <a:gd name="connsiteY170" fmla="*/ 295005 h 987501"/>
                <a:gd name="connsiteX171" fmla="*/ 55811 w 988147"/>
                <a:gd name="connsiteY171" fmla="*/ 287770 h 987501"/>
                <a:gd name="connsiteX172" fmla="*/ 104551 w 988147"/>
                <a:gd name="connsiteY172" fmla="*/ 299003 h 987501"/>
                <a:gd name="connsiteX173" fmla="*/ 122256 w 988147"/>
                <a:gd name="connsiteY173" fmla="*/ 293101 h 987501"/>
                <a:gd name="connsiteX174" fmla="*/ 134251 w 988147"/>
                <a:gd name="connsiteY174" fmla="*/ 272158 h 987501"/>
                <a:gd name="connsiteX175" fmla="*/ 130824 w 988147"/>
                <a:gd name="connsiteY175" fmla="*/ 254262 h 987501"/>
                <a:gd name="connsiteX176" fmla="*/ 98458 w 988147"/>
                <a:gd name="connsiteY176" fmla="*/ 219802 h 987501"/>
                <a:gd name="connsiteX177" fmla="*/ 96554 w 988147"/>
                <a:gd name="connsiteY177" fmla="*/ 195242 h 987501"/>
                <a:gd name="connsiteX178" fmla="*/ 99791 w 988147"/>
                <a:gd name="connsiteY178" fmla="*/ 190482 h 987501"/>
                <a:gd name="connsiteX179" fmla="*/ 129110 w 988147"/>
                <a:gd name="connsiteY179" fmla="*/ 184009 h 987501"/>
                <a:gd name="connsiteX180" fmla="*/ 168711 w 988147"/>
                <a:gd name="connsiteY180" fmla="*/ 205142 h 987501"/>
                <a:gd name="connsiteX181" fmla="*/ 187369 w 988147"/>
                <a:gd name="connsiteY181" fmla="*/ 203428 h 987501"/>
                <a:gd name="connsiteX182" fmla="*/ 203362 w 988147"/>
                <a:gd name="connsiteY182" fmla="*/ 187626 h 987501"/>
                <a:gd name="connsiteX183" fmla="*/ 205456 w 988147"/>
                <a:gd name="connsiteY183" fmla="*/ 168587 h 987501"/>
                <a:gd name="connsiteX184" fmla="*/ 182419 w 988147"/>
                <a:gd name="connsiteY184" fmla="*/ 125369 h 987501"/>
                <a:gd name="connsiteX185" fmla="*/ 186417 w 988147"/>
                <a:gd name="connsiteY185" fmla="*/ 103475 h 987501"/>
                <a:gd name="connsiteX186" fmla="*/ 198411 w 988147"/>
                <a:gd name="connsiteY186" fmla="*/ 94527 h 987501"/>
                <a:gd name="connsiteX187" fmla="*/ 217831 w 988147"/>
                <a:gd name="connsiteY187" fmla="*/ 96621 h 987501"/>
                <a:gd name="connsiteX188" fmla="*/ 250768 w 988147"/>
                <a:gd name="connsiteY188" fmla="*/ 127273 h 987501"/>
                <a:gd name="connsiteX189" fmla="*/ 278565 w 988147"/>
                <a:gd name="connsiteY189" fmla="*/ 131272 h 987501"/>
                <a:gd name="connsiteX190" fmla="*/ 294176 w 988147"/>
                <a:gd name="connsiteY190" fmla="*/ 121562 h 987501"/>
                <a:gd name="connsiteX191" fmla="*/ 299507 w 988147"/>
                <a:gd name="connsiteY191" fmla="*/ 105189 h 987501"/>
                <a:gd name="connsiteX192" fmla="*/ 288465 w 988147"/>
                <a:gd name="connsiteY192" fmla="*/ 57591 h 987501"/>
                <a:gd name="connsiteX193" fmla="*/ 297794 w 988147"/>
                <a:gd name="connsiteY193" fmla="*/ 37220 h 987501"/>
                <a:gd name="connsiteX194" fmla="*/ 310550 w 988147"/>
                <a:gd name="connsiteY194" fmla="*/ 31889 h 987501"/>
                <a:gd name="connsiteX195" fmla="*/ 330731 w 988147"/>
                <a:gd name="connsiteY195" fmla="*/ 39124 h 987501"/>
                <a:gd name="connsiteX196" fmla="*/ 356243 w 988147"/>
                <a:gd name="connsiteY196" fmla="*/ 80248 h 987501"/>
                <a:gd name="connsiteX197" fmla="*/ 373949 w 988147"/>
                <a:gd name="connsiteY197" fmla="*/ 88815 h 987501"/>
                <a:gd name="connsiteX198" fmla="*/ 397747 w 988147"/>
                <a:gd name="connsiteY198" fmla="*/ 82151 h 987501"/>
                <a:gd name="connsiteX199" fmla="*/ 406505 w 988147"/>
                <a:gd name="connsiteY199" fmla="*/ 69396 h 987501"/>
                <a:gd name="connsiteX200" fmla="*/ 408409 w 988147"/>
                <a:gd name="connsiteY200" fmla="*/ 19895 h 987501"/>
                <a:gd name="connsiteX201" fmla="*/ 422497 w 988147"/>
                <a:gd name="connsiteY201" fmla="*/ 1808 h 987501"/>
                <a:gd name="connsiteX202" fmla="*/ 427638 w 988147"/>
                <a:gd name="connsiteY202" fmla="*/ 666 h 987501"/>
                <a:gd name="connsiteX203" fmla="*/ 456006 w 988147"/>
                <a:gd name="connsiteY203" fmla="*/ 17991 h 987501"/>
                <a:gd name="connsiteX204" fmla="*/ 468571 w 988147"/>
                <a:gd name="connsiteY204" fmla="*/ 59876 h 987501"/>
                <a:gd name="connsiteX205" fmla="*/ 480946 w 988147"/>
                <a:gd name="connsiteY205" fmla="*/ 71109 h 987501"/>
                <a:gd name="connsiteX206" fmla="*/ 507981 w 988147"/>
                <a:gd name="connsiteY206" fmla="*/ 71109 h 987501"/>
                <a:gd name="connsiteX207" fmla="*/ 519976 w 988147"/>
                <a:gd name="connsiteY207" fmla="*/ 60257 h 987501"/>
                <a:gd name="connsiteX208" fmla="*/ 534064 w 988147"/>
                <a:gd name="connsiteY208" fmla="*/ 13993 h 987501"/>
                <a:gd name="connsiteX209" fmla="*/ 553293 w 988147"/>
                <a:gd name="connsiteY209" fmla="*/ 95 h 98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988147" h="987501">
                  <a:moveTo>
                    <a:pt x="494065" y="418283"/>
                  </a:moveTo>
                  <a:cubicBezTo>
                    <a:pt x="448649" y="418283"/>
                    <a:pt x="418263" y="455530"/>
                    <a:pt x="418427" y="493594"/>
                  </a:cubicBezTo>
                  <a:cubicBezTo>
                    <a:pt x="418590" y="535743"/>
                    <a:pt x="451754" y="569560"/>
                    <a:pt x="493739" y="569560"/>
                  </a:cubicBezTo>
                  <a:cubicBezTo>
                    <a:pt x="535724" y="569560"/>
                    <a:pt x="569377" y="536233"/>
                    <a:pt x="569541" y="494085"/>
                  </a:cubicBezTo>
                  <a:cubicBezTo>
                    <a:pt x="569704" y="452099"/>
                    <a:pt x="536704" y="418283"/>
                    <a:pt x="494065" y="418283"/>
                  </a:cubicBezTo>
                  <a:close/>
                  <a:moveTo>
                    <a:pt x="494392" y="193327"/>
                  </a:moveTo>
                  <a:cubicBezTo>
                    <a:pt x="659556" y="193654"/>
                    <a:pt x="794987" y="328758"/>
                    <a:pt x="794660" y="494411"/>
                  </a:cubicBezTo>
                  <a:cubicBezTo>
                    <a:pt x="794333" y="658268"/>
                    <a:pt x="661353" y="794679"/>
                    <a:pt x="493249" y="794353"/>
                  </a:cubicBezTo>
                  <a:cubicBezTo>
                    <a:pt x="323838" y="793862"/>
                    <a:pt x="192164" y="655654"/>
                    <a:pt x="193471" y="493431"/>
                  </a:cubicBezTo>
                  <a:cubicBezTo>
                    <a:pt x="192491" y="328921"/>
                    <a:pt x="328412" y="193000"/>
                    <a:pt x="494392" y="193327"/>
                  </a:cubicBezTo>
                  <a:close/>
                  <a:moveTo>
                    <a:pt x="494464" y="132604"/>
                  </a:moveTo>
                  <a:cubicBezTo>
                    <a:pt x="293795" y="132414"/>
                    <a:pt x="134251" y="293291"/>
                    <a:pt x="133489" y="491484"/>
                  </a:cubicBezTo>
                  <a:cubicBezTo>
                    <a:pt x="132728" y="694437"/>
                    <a:pt x="297413" y="853982"/>
                    <a:pt x="493893" y="853411"/>
                  </a:cubicBezTo>
                  <a:cubicBezTo>
                    <a:pt x="689801" y="854172"/>
                    <a:pt x="855057" y="696531"/>
                    <a:pt x="854867" y="492817"/>
                  </a:cubicBezTo>
                  <a:cubicBezTo>
                    <a:pt x="854677" y="292529"/>
                    <a:pt x="693990" y="132794"/>
                    <a:pt x="494464" y="132604"/>
                  </a:cubicBezTo>
                  <a:close/>
                  <a:moveTo>
                    <a:pt x="553293" y="95"/>
                  </a:moveTo>
                  <a:cubicBezTo>
                    <a:pt x="555007" y="95"/>
                    <a:pt x="556720" y="95"/>
                    <a:pt x="558434" y="285"/>
                  </a:cubicBezTo>
                  <a:cubicBezTo>
                    <a:pt x="575378" y="1999"/>
                    <a:pt x="580138" y="7139"/>
                    <a:pt x="580519" y="24083"/>
                  </a:cubicBezTo>
                  <a:cubicBezTo>
                    <a:pt x="580900" y="38933"/>
                    <a:pt x="581471" y="53594"/>
                    <a:pt x="581852" y="68444"/>
                  </a:cubicBezTo>
                  <a:cubicBezTo>
                    <a:pt x="582042" y="74346"/>
                    <a:pt x="584136" y="78915"/>
                    <a:pt x="589657" y="81390"/>
                  </a:cubicBezTo>
                  <a:cubicBezTo>
                    <a:pt x="598606" y="85388"/>
                    <a:pt x="607934" y="88054"/>
                    <a:pt x="617835" y="88815"/>
                  </a:cubicBezTo>
                  <a:cubicBezTo>
                    <a:pt x="623927" y="89196"/>
                    <a:pt x="628116" y="86721"/>
                    <a:pt x="631162" y="81771"/>
                  </a:cubicBezTo>
                  <a:cubicBezTo>
                    <a:pt x="639539" y="68253"/>
                    <a:pt x="648106" y="54736"/>
                    <a:pt x="656483" y="41218"/>
                  </a:cubicBezTo>
                  <a:cubicBezTo>
                    <a:pt x="663718" y="29795"/>
                    <a:pt x="668097" y="28272"/>
                    <a:pt x="681043" y="32651"/>
                  </a:cubicBezTo>
                  <a:cubicBezTo>
                    <a:pt x="682566" y="33222"/>
                    <a:pt x="683899" y="33603"/>
                    <a:pt x="685422" y="34174"/>
                  </a:cubicBezTo>
                  <a:cubicBezTo>
                    <a:pt x="700463" y="40647"/>
                    <a:pt x="702938" y="45407"/>
                    <a:pt x="699321" y="61399"/>
                  </a:cubicBezTo>
                  <a:cubicBezTo>
                    <a:pt x="696084" y="75678"/>
                    <a:pt x="692847" y="89767"/>
                    <a:pt x="689420" y="104046"/>
                  </a:cubicBezTo>
                  <a:cubicBezTo>
                    <a:pt x="687516" y="111852"/>
                    <a:pt x="689420" y="117944"/>
                    <a:pt x="696274" y="122514"/>
                  </a:cubicBezTo>
                  <a:cubicBezTo>
                    <a:pt x="703319" y="127273"/>
                    <a:pt x="710363" y="131652"/>
                    <a:pt x="718359" y="134698"/>
                  </a:cubicBezTo>
                  <a:cubicBezTo>
                    <a:pt x="724071" y="136793"/>
                    <a:pt x="728640" y="135460"/>
                    <a:pt x="733019" y="131272"/>
                  </a:cubicBezTo>
                  <a:cubicBezTo>
                    <a:pt x="744632" y="120229"/>
                    <a:pt x="756246" y="109567"/>
                    <a:pt x="768050" y="98715"/>
                  </a:cubicBezTo>
                  <a:cubicBezTo>
                    <a:pt x="777760" y="89576"/>
                    <a:pt x="783091" y="89196"/>
                    <a:pt x="793943" y="96621"/>
                  </a:cubicBezTo>
                  <a:cubicBezTo>
                    <a:pt x="794514" y="97002"/>
                    <a:pt x="794895" y="97192"/>
                    <a:pt x="795276" y="97573"/>
                  </a:cubicBezTo>
                  <a:cubicBezTo>
                    <a:pt x="813744" y="110900"/>
                    <a:pt x="811078" y="116612"/>
                    <a:pt x="803463" y="130510"/>
                  </a:cubicBezTo>
                  <a:cubicBezTo>
                    <a:pt x="796609" y="143075"/>
                    <a:pt x="790135" y="156022"/>
                    <a:pt x="783091" y="168587"/>
                  </a:cubicBezTo>
                  <a:cubicBezTo>
                    <a:pt x="779474" y="175251"/>
                    <a:pt x="780235" y="180963"/>
                    <a:pt x="784804" y="186674"/>
                  </a:cubicBezTo>
                  <a:cubicBezTo>
                    <a:pt x="789945" y="192957"/>
                    <a:pt x="795657" y="198669"/>
                    <a:pt x="801939" y="203619"/>
                  </a:cubicBezTo>
                  <a:cubicBezTo>
                    <a:pt x="807270" y="207807"/>
                    <a:pt x="812792" y="208378"/>
                    <a:pt x="819074" y="205142"/>
                  </a:cubicBezTo>
                  <a:cubicBezTo>
                    <a:pt x="833353" y="197336"/>
                    <a:pt x="847822" y="189721"/>
                    <a:pt x="862292" y="182295"/>
                  </a:cubicBezTo>
                  <a:cubicBezTo>
                    <a:pt x="872573" y="176964"/>
                    <a:pt x="878475" y="178107"/>
                    <a:pt x="885900" y="187245"/>
                  </a:cubicBezTo>
                  <a:cubicBezTo>
                    <a:pt x="888565" y="190291"/>
                    <a:pt x="891040" y="193528"/>
                    <a:pt x="893135" y="196955"/>
                  </a:cubicBezTo>
                  <a:cubicBezTo>
                    <a:pt x="898466" y="205332"/>
                    <a:pt x="897894" y="210853"/>
                    <a:pt x="891231" y="218278"/>
                  </a:cubicBezTo>
                  <a:cubicBezTo>
                    <a:pt x="879807" y="230654"/>
                    <a:pt x="868384" y="243219"/>
                    <a:pt x="856771" y="255404"/>
                  </a:cubicBezTo>
                  <a:cubicBezTo>
                    <a:pt x="852392" y="259973"/>
                    <a:pt x="851440" y="264924"/>
                    <a:pt x="853725" y="270635"/>
                  </a:cubicBezTo>
                  <a:cubicBezTo>
                    <a:pt x="857152" y="278822"/>
                    <a:pt x="861340" y="286437"/>
                    <a:pt x="866861" y="293481"/>
                  </a:cubicBezTo>
                  <a:cubicBezTo>
                    <a:pt x="871240" y="299193"/>
                    <a:pt x="876571" y="300716"/>
                    <a:pt x="883615" y="299003"/>
                  </a:cubicBezTo>
                  <a:cubicBezTo>
                    <a:pt x="899798" y="295005"/>
                    <a:pt x="916172" y="291387"/>
                    <a:pt x="932354" y="287960"/>
                  </a:cubicBezTo>
                  <a:cubicBezTo>
                    <a:pt x="940922" y="286056"/>
                    <a:pt x="946063" y="288531"/>
                    <a:pt x="950441" y="296337"/>
                  </a:cubicBezTo>
                  <a:cubicBezTo>
                    <a:pt x="952726" y="300526"/>
                    <a:pt x="954630" y="304905"/>
                    <a:pt x="956153" y="309474"/>
                  </a:cubicBezTo>
                  <a:cubicBezTo>
                    <a:pt x="959390" y="319945"/>
                    <a:pt x="957676" y="324896"/>
                    <a:pt x="948347" y="330797"/>
                  </a:cubicBezTo>
                  <a:cubicBezTo>
                    <a:pt x="935020" y="339175"/>
                    <a:pt x="921883" y="347932"/>
                    <a:pt x="908175" y="355738"/>
                  </a:cubicBezTo>
                  <a:cubicBezTo>
                    <a:pt x="900369" y="360307"/>
                    <a:pt x="898275" y="366400"/>
                    <a:pt x="899608" y="374396"/>
                  </a:cubicBezTo>
                  <a:cubicBezTo>
                    <a:pt x="900750" y="381821"/>
                    <a:pt x="902845" y="389056"/>
                    <a:pt x="905510" y="396100"/>
                  </a:cubicBezTo>
                  <a:cubicBezTo>
                    <a:pt x="907985" y="402573"/>
                    <a:pt x="912364" y="406000"/>
                    <a:pt x="919789" y="406191"/>
                  </a:cubicBezTo>
                  <a:cubicBezTo>
                    <a:pt x="936543" y="406381"/>
                    <a:pt x="953107" y="407524"/>
                    <a:pt x="969861" y="408095"/>
                  </a:cubicBezTo>
                  <a:cubicBezTo>
                    <a:pt x="978999" y="408476"/>
                    <a:pt x="983569" y="412093"/>
                    <a:pt x="986044" y="420851"/>
                  </a:cubicBezTo>
                  <a:cubicBezTo>
                    <a:pt x="987567" y="425801"/>
                    <a:pt x="988138" y="430941"/>
                    <a:pt x="988138" y="436272"/>
                  </a:cubicBezTo>
                  <a:cubicBezTo>
                    <a:pt x="988138" y="446553"/>
                    <a:pt x="985282" y="450742"/>
                    <a:pt x="975763" y="453788"/>
                  </a:cubicBezTo>
                  <a:cubicBezTo>
                    <a:pt x="960722" y="458547"/>
                    <a:pt x="945681" y="463117"/>
                    <a:pt x="930641" y="467686"/>
                  </a:cubicBezTo>
                  <a:cubicBezTo>
                    <a:pt x="919789" y="470922"/>
                    <a:pt x="916933" y="474350"/>
                    <a:pt x="916552" y="485582"/>
                  </a:cubicBezTo>
                  <a:cubicBezTo>
                    <a:pt x="916362" y="493388"/>
                    <a:pt x="915791" y="501384"/>
                    <a:pt x="917504" y="509190"/>
                  </a:cubicBezTo>
                  <a:cubicBezTo>
                    <a:pt x="918647" y="514521"/>
                    <a:pt x="921883" y="517758"/>
                    <a:pt x="927214" y="519471"/>
                  </a:cubicBezTo>
                  <a:cubicBezTo>
                    <a:pt x="943016" y="524231"/>
                    <a:pt x="958818" y="528991"/>
                    <a:pt x="974620" y="533941"/>
                  </a:cubicBezTo>
                  <a:cubicBezTo>
                    <a:pt x="985663" y="537368"/>
                    <a:pt x="988329" y="541175"/>
                    <a:pt x="988138" y="552789"/>
                  </a:cubicBezTo>
                  <a:cubicBezTo>
                    <a:pt x="988138" y="553931"/>
                    <a:pt x="988138" y="555074"/>
                    <a:pt x="988138" y="556216"/>
                  </a:cubicBezTo>
                  <a:cubicBezTo>
                    <a:pt x="987377" y="574113"/>
                    <a:pt x="981665" y="579824"/>
                    <a:pt x="963768" y="580395"/>
                  </a:cubicBezTo>
                  <a:cubicBezTo>
                    <a:pt x="948728" y="580776"/>
                    <a:pt x="933878" y="581538"/>
                    <a:pt x="918837" y="581728"/>
                  </a:cubicBezTo>
                  <a:cubicBezTo>
                    <a:pt x="913125" y="581918"/>
                    <a:pt x="909127" y="584394"/>
                    <a:pt x="906843" y="589153"/>
                  </a:cubicBezTo>
                  <a:cubicBezTo>
                    <a:pt x="902654" y="598101"/>
                    <a:pt x="899989" y="607430"/>
                    <a:pt x="899227" y="617330"/>
                  </a:cubicBezTo>
                  <a:cubicBezTo>
                    <a:pt x="898656" y="623613"/>
                    <a:pt x="901321" y="627802"/>
                    <a:pt x="906652" y="631038"/>
                  </a:cubicBezTo>
                  <a:cubicBezTo>
                    <a:pt x="919980" y="639225"/>
                    <a:pt x="933116" y="647412"/>
                    <a:pt x="946253" y="655789"/>
                  </a:cubicBezTo>
                  <a:cubicBezTo>
                    <a:pt x="958247" y="663214"/>
                    <a:pt x="959770" y="667783"/>
                    <a:pt x="955201" y="681110"/>
                  </a:cubicBezTo>
                  <a:cubicBezTo>
                    <a:pt x="953678" y="685680"/>
                    <a:pt x="951584" y="690058"/>
                    <a:pt x="948918" y="694057"/>
                  </a:cubicBezTo>
                  <a:cubicBezTo>
                    <a:pt x="946443" y="697674"/>
                    <a:pt x="942445" y="700149"/>
                    <a:pt x="936734" y="700149"/>
                  </a:cubicBezTo>
                  <a:cubicBezTo>
                    <a:pt x="926643" y="697864"/>
                    <a:pt x="916552" y="695579"/>
                    <a:pt x="906462" y="693485"/>
                  </a:cubicBezTo>
                  <a:cubicBezTo>
                    <a:pt x="898275" y="691581"/>
                    <a:pt x="889898" y="689868"/>
                    <a:pt x="881711" y="687774"/>
                  </a:cubicBezTo>
                  <a:cubicBezTo>
                    <a:pt x="876381" y="686441"/>
                    <a:pt x="872192" y="687964"/>
                    <a:pt x="868765" y="691772"/>
                  </a:cubicBezTo>
                  <a:cubicBezTo>
                    <a:pt x="861721" y="699959"/>
                    <a:pt x="856200" y="709288"/>
                    <a:pt x="853154" y="719759"/>
                  </a:cubicBezTo>
                  <a:cubicBezTo>
                    <a:pt x="851630" y="724709"/>
                    <a:pt x="853915" y="728326"/>
                    <a:pt x="856961" y="731753"/>
                  </a:cubicBezTo>
                  <a:cubicBezTo>
                    <a:pt x="868004" y="743748"/>
                    <a:pt x="879236" y="755742"/>
                    <a:pt x="890279" y="767546"/>
                  </a:cubicBezTo>
                  <a:cubicBezTo>
                    <a:pt x="898656" y="776494"/>
                    <a:pt x="899037" y="781825"/>
                    <a:pt x="892373" y="792106"/>
                  </a:cubicBezTo>
                  <a:cubicBezTo>
                    <a:pt x="891992" y="792677"/>
                    <a:pt x="891612" y="793439"/>
                    <a:pt x="891040" y="794010"/>
                  </a:cubicBezTo>
                  <a:cubicBezTo>
                    <a:pt x="878475" y="810954"/>
                    <a:pt x="872954" y="811145"/>
                    <a:pt x="857532" y="802387"/>
                  </a:cubicBezTo>
                  <a:cubicBezTo>
                    <a:pt x="844967" y="795152"/>
                    <a:pt x="831640" y="788679"/>
                    <a:pt x="818884" y="781825"/>
                  </a:cubicBezTo>
                  <a:cubicBezTo>
                    <a:pt x="813553" y="778969"/>
                    <a:pt x="808603" y="778969"/>
                    <a:pt x="803843" y="782396"/>
                  </a:cubicBezTo>
                  <a:cubicBezTo>
                    <a:pt x="796227" y="787727"/>
                    <a:pt x="789754" y="794200"/>
                    <a:pt x="784233" y="801625"/>
                  </a:cubicBezTo>
                  <a:cubicBezTo>
                    <a:pt x="780235" y="806956"/>
                    <a:pt x="780045" y="812287"/>
                    <a:pt x="783281" y="818189"/>
                  </a:cubicBezTo>
                  <a:cubicBezTo>
                    <a:pt x="791087" y="832468"/>
                    <a:pt x="798703" y="846937"/>
                    <a:pt x="806128" y="861407"/>
                  </a:cubicBezTo>
                  <a:cubicBezTo>
                    <a:pt x="811268" y="871498"/>
                    <a:pt x="810507" y="876067"/>
                    <a:pt x="802320" y="883873"/>
                  </a:cubicBezTo>
                  <a:cubicBezTo>
                    <a:pt x="800987" y="885015"/>
                    <a:pt x="799845" y="886348"/>
                    <a:pt x="798512" y="887300"/>
                  </a:cubicBezTo>
                  <a:cubicBezTo>
                    <a:pt x="786328" y="896248"/>
                    <a:pt x="780045" y="900627"/>
                    <a:pt x="765766" y="886157"/>
                  </a:cubicBezTo>
                  <a:cubicBezTo>
                    <a:pt x="755485" y="875686"/>
                    <a:pt x="744442" y="866357"/>
                    <a:pt x="733781" y="856266"/>
                  </a:cubicBezTo>
                  <a:cubicBezTo>
                    <a:pt x="728830" y="851507"/>
                    <a:pt x="723500" y="850555"/>
                    <a:pt x="717407" y="853030"/>
                  </a:cubicBezTo>
                  <a:cubicBezTo>
                    <a:pt x="709411" y="856266"/>
                    <a:pt x="701796" y="860455"/>
                    <a:pt x="694941" y="865786"/>
                  </a:cubicBezTo>
                  <a:cubicBezTo>
                    <a:pt x="689230" y="870165"/>
                    <a:pt x="687707" y="875686"/>
                    <a:pt x="689420" y="882540"/>
                  </a:cubicBezTo>
                  <a:cubicBezTo>
                    <a:pt x="693418" y="899104"/>
                    <a:pt x="697226" y="915858"/>
                    <a:pt x="700844" y="932421"/>
                  </a:cubicBezTo>
                  <a:cubicBezTo>
                    <a:pt x="702367" y="939656"/>
                    <a:pt x="699892" y="945177"/>
                    <a:pt x="693418" y="948985"/>
                  </a:cubicBezTo>
                  <a:cubicBezTo>
                    <a:pt x="689040" y="951651"/>
                    <a:pt x="684280" y="953745"/>
                    <a:pt x="679330" y="955268"/>
                  </a:cubicBezTo>
                  <a:cubicBezTo>
                    <a:pt x="669239" y="958504"/>
                    <a:pt x="663528" y="956600"/>
                    <a:pt x="657816" y="947653"/>
                  </a:cubicBezTo>
                  <a:cubicBezTo>
                    <a:pt x="649439" y="934325"/>
                    <a:pt x="640872" y="921189"/>
                    <a:pt x="632875" y="907481"/>
                  </a:cubicBezTo>
                  <a:cubicBezTo>
                    <a:pt x="628496" y="900056"/>
                    <a:pt x="622785" y="897200"/>
                    <a:pt x="614217" y="898723"/>
                  </a:cubicBezTo>
                  <a:cubicBezTo>
                    <a:pt x="607363" y="900056"/>
                    <a:pt x="600700" y="901769"/>
                    <a:pt x="594227" y="904054"/>
                  </a:cubicBezTo>
                  <a:cubicBezTo>
                    <a:pt x="585279" y="907290"/>
                    <a:pt x="582423" y="911098"/>
                    <a:pt x="582042" y="920617"/>
                  </a:cubicBezTo>
                  <a:cubicBezTo>
                    <a:pt x="581471" y="935658"/>
                    <a:pt x="581090" y="950508"/>
                    <a:pt x="580709" y="965549"/>
                  </a:cubicBezTo>
                  <a:cubicBezTo>
                    <a:pt x="580328" y="979257"/>
                    <a:pt x="576902" y="983636"/>
                    <a:pt x="563384" y="986111"/>
                  </a:cubicBezTo>
                  <a:cubicBezTo>
                    <a:pt x="559767" y="986872"/>
                    <a:pt x="556149" y="987253"/>
                    <a:pt x="552532" y="987443"/>
                  </a:cubicBezTo>
                  <a:cubicBezTo>
                    <a:pt x="543584" y="988015"/>
                    <a:pt x="537872" y="984397"/>
                    <a:pt x="535016" y="975639"/>
                  </a:cubicBezTo>
                  <a:cubicBezTo>
                    <a:pt x="529876" y="959647"/>
                    <a:pt x="524925" y="943845"/>
                    <a:pt x="520356" y="927852"/>
                  </a:cubicBezTo>
                  <a:cubicBezTo>
                    <a:pt x="518262" y="920617"/>
                    <a:pt x="513883" y="917190"/>
                    <a:pt x="506649" y="916048"/>
                  </a:cubicBezTo>
                  <a:cubicBezTo>
                    <a:pt x="498272" y="914906"/>
                    <a:pt x="489894" y="914906"/>
                    <a:pt x="481517" y="916238"/>
                  </a:cubicBezTo>
                  <a:cubicBezTo>
                    <a:pt x="475235" y="917190"/>
                    <a:pt x="471236" y="920427"/>
                    <a:pt x="469332" y="926710"/>
                  </a:cubicBezTo>
                  <a:cubicBezTo>
                    <a:pt x="464954" y="941750"/>
                    <a:pt x="460194" y="956791"/>
                    <a:pt x="455434" y="971832"/>
                  </a:cubicBezTo>
                  <a:cubicBezTo>
                    <a:pt x="451246" y="985349"/>
                    <a:pt x="445915" y="988776"/>
                    <a:pt x="432017" y="986872"/>
                  </a:cubicBezTo>
                  <a:cubicBezTo>
                    <a:pt x="411074" y="984016"/>
                    <a:pt x="408599" y="981160"/>
                    <a:pt x="408409" y="960218"/>
                  </a:cubicBezTo>
                  <a:cubicBezTo>
                    <a:pt x="408218" y="946510"/>
                    <a:pt x="407647" y="932992"/>
                    <a:pt x="407266" y="919285"/>
                  </a:cubicBezTo>
                  <a:cubicBezTo>
                    <a:pt x="407076" y="913002"/>
                    <a:pt x="404601" y="908052"/>
                    <a:pt x="398699" y="905577"/>
                  </a:cubicBezTo>
                  <a:cubicBezTo>
                    <a:pt x="389751" y="901769"/>
                    <a:pt x="380612" y="899104"/>
                    <a:pt x="370902" y="898532"/>
                  </a:cubicBezTo>
                  <a:cubicBezTo>
                    <a:pt x="365000" y="898152"/>
                    <a:pt x="360812" y="900436"/>
                    <a:pt x="357575" y="905577"/>
                  </a:cubicBezTo>
                  <a:cubicBezTo>
                    <a:pt x="349389" y="919285"/>
                    <a:pt x="340631" y="932612"/>
                    <a:pt x="332254" y="946129"/>
                  </a:cubicBezTo>
                  <a:cubicBezTo>
                    <a:pt x="325590" y="956791"/>
                    <a:pt x="320450" y="958695"/>
                    <a:pt x="308646" y="954697"/>
                  </a:cubicBezTo>
                  <a:cubicBezTo>
                    <a:pt x="308074" y="954506"/>
                    <a:pt x="307504" y="954316"/>
                    <a:pt x="306932" y="954126"/>
                  </a:cubicBezTo>
                  <a:cubicBezTo>
                    <a:pt x="288655" y="946701"/>
                    <a:pt x="285038" y="942512"/>
                    <a:pt x="289797" y="924235"/>
                  </a:cubicBezTo>
                  <a:cubicBezTo>
                    <a:pt x="293415" y="910336"/>
                    <a:pt x="296080" y="896248"/>
                    <a:pt x="299507" y="882159"/>
                  </a:cubicBezTo>
                  <a:cubicBezTo>
                    <a:pt x="301220" y="874924"/>
                    <a:pt x="299317" y="869403"/>
                    <a:pt x="293224" y="865024"/>
                  </a:cubicBezTo>
                  <a:cubicBezTo>
                    <a:pt x="286751" y="860455"/>
                    <a:pt x="280088" y="856457"/>
                    <a:pt x="272853" y="853220"/>
                  </a:cubicBezTo>
                  <a:cubicBezTo>
                    <a:pt x="265999" y="850174"/>
                    <a:pt x="260097" y="851316"/>
                    <a:pt x="254385" y="856647"/>
                  </a:cubicBezTo>
                  <a:cubicBezTo>
                    <a:pt x="242962" y="867499"/>
                    <a:pt x="231349" y="878161"/>
                    <a:pt x="219925" y="888823"/>
                  </a:cubicBezTo>
                  <a:cubicBezTo>
                    <a:pt x="211358" y="897010"/>
                    <a:pt x="205837" y="897390"/>
                    <a:pt x="195746" y="891107"/>
                  </a:cubicBezTo>
                  <a:cubicBezTo>
                    <a:pt x="194604" y="890346"/>
                    <a:pt x="193461" y="889584"/>
                    <a:pt x="192319" y="888823"/>
                  </a:cubicBezTo>
                  <a:cubicBezTo>
                    <a:pt x="177659" y="878352"/>
                    <a:pt x="176326" y="872830"/>
                    <a:pt x="184703" y="857028"/>
                  </a:cubicBezTo>
                  <a:cubicBezTo>
                    <a:pt x="191557" y="844082"/>
                    <a:pt x="198221" y="831135"/>
                    <a:pt x="205265" y="818379"/>
                  </a:cubicBezTo>
                  <a:cubicBezTo>
                    <a:pt x="208883" y="811716"/>
                    <a:pt x="208312" y="806004"/>
                    <a:pt x="203742" y="800293"/>
                  </a:cubicBezTo>
                  <a:cubicBezTo>
                    <a:pt x="198792" y="794010"/>
                    <a:pt x="193081" y="788298"/>
                    <a:pt x="186607" y="783348"/>
                  </a:cubicBezTo>
                  <a:cubicBezTo>
                    <a:pt x="180896" y="778969"/>
                    <a:pt x="175184" y="778589"/>
                    <a:pt x="168901" y="782015"/>
                  </a:cubicBezTo>
                  <a:cubicBezTo>
                    <a:pt x="154812" y="789631"/>
                    <a:pt x="140534" y="797246"/>
                    <a:pt x="126064" y="804672"/>
                  </a:cubicBezTo>
                  <a:cubicBezTo>
                    <a:pt x="115974" y="810002"/>
                    <a:pt x="110072" y="808670"/>
                    <a:pt x="102647" y="800293"/>
                  </a:cubicBezTo>
                  <a:cubicBezTo>
                    <a:pt x="102075" y="799721"/>
                    <a:pt x="101695" y="799150"/>
                    <a:pt x="101123" y="798579"/>
                  </a:cubicBezTo>
                  <a:cubicBezTo>
                    <a:pt x="87987" y="783348"/>
                    <a:pt x="88177" y="778017"/>
                    <a:pt x="102075" y="763548"/>
                  </a:cubicBezTo>
                  <a:cubicBezTo>
                    <a:pt x="111785" y="753267"/>
                    <a:pt x="120924" y="742796"/>
                    <a:pt x="130824" y="732895"/>
                  </a:cubicBezTo>
                  <a:cubicBezTo>
                    <a:pt x="135774" y="727755"/>
                    <a:pt x="136726" y="722424"/>
                    <a:pt x="134251" y="716141"/>
                  </a:cubicBezTo>
                  <a:cubicBezTo>
                    <a:pt x="131014" y="707955"/>
                    <a:pt x="126445" y="700339"/>
                    <a:pt x="121114" y="693295"/>
                  </a:cubicBezTo>
                  <a:cubicBezTo>
                    <a:pt x="116735" y="687583"/>
                    <a:pt x="110833" y="687012"/>
                    <a:pt x="104551" y="688535"/>
                  </a:cubicBezTo>
                  <a:cubicBezTo>
                    <a:pt x="90652" y="691772"/>
                    <a:pt x="76944" y="695008"/>
                    <a:pt x="63046" y="698055"/>
                  </a:cubicBezTo>
                  <a:cubicBezTo>
                    <a:pt x="61142" y="698435"/>
                    <a:pt x="59238" y="699007"/>
                    <a:pt x="57525" y="699387"/>
                  </a:cubicBezTo>
                  <a:cubicBezTo>
                    <a:pt x="47053" y="701291"/>
                    <a:pt x="41723" y="698816"/>
                    <a:pt x="36963" y="689297"/>
                  </a:cubicBezTo>
                  <a:cubicBezTo>
                    <a:pt x="35250" y="685680"/>
                    <a:pt x="33536" y="682062"/>
                    <a:pt x="32203" y="678255"/>
                  </a:cubicBezTo>
                  <a:cubicBezTo>
                    <a:pt x="28776" y="668164"/>
                    <a:pt x="30680" y="662452"/>
                    <a:pt x="39819" y="656741"/>
                  </a:cubicBezTo>
                  <a:cubicBezTo>
                    <a:pt x="52765" y="648554"/>
                    <a:pt x="65902" y="640367"/>
                    <a:pt x="78848" y="632371"/>
                  </a:cubicBezTo>
                  <a:cubicBezTo>
                    <a:pt x="89129" y="625898"/>
                    <a:pt x="90652" y="622280"/>
                    <a:pt x="88177" y="610477"/>
                  </a:cubicBezTo>
                  <a:cubicBezTo>
                    <a:pt x="86654" y="603813"/>
                    <a:pt x="84941" y="596959"/>
                    <a:pt x="82275" y="590676"/>
                  </a:cubicBezTo>
                  <a:cubicBezTo>
                    <a:pt x="79610" y="584394"/>
                    <a:pt x="75040" y="581347"/>
                    <a:pt x="67996" y="581157"/>
                  </a:cubicBezTo>
                  <a:cubicBezTo>
                    <a:pt x="52575" y="580966"/>
                    <a:pt x="37344" y="580395"/>
                    <a:pt x="21923" y="579824"/>
                  </a:cubicBezTo>
                  <a:cubicBezTo>
                    <a:pt x="8024" y="579443"/>
                    <a:pt x="3836" y="575826"/>
                    <a:pt x="1361" y="562499"/>
                  </a:cubicBezTo>
                  <a:cubicBezTo>
                    <a:pt x="1170" y="561166"/>
                    <a:pt x="789" y="559834"/>
                    <a:pt x="599" y="558501"/>
                  </a:cubicBezTo>
                  <a:cubicBezTo>
                    <a:pt x="-1496" y="541556"/>
                    <a:pt x="1361" y="537177"/>
                    <a:pt x="17924" y="532227"/>
                  </a:cubicBezTo>
                  <a:cubicBezTo>
                    <a:pt x="31632" y="528039"/>
                    <a:pt x="45340" y="523469"/>
                    <a:pt x="59238" y="519661"/>
                  </a:cubicBezTo>
                  <a:cubicBezTo>
                    <a:pt x="66854" y="517568"/>
                    <a:pt x="70852" y="513188"/>
                    <a:pt x="71614" y="505763"/>
                  </a:cubicBezTo>
                  <a:cubicBezTo>
                    <a:pt x="72375" y="497006"/>
                    <a:pt x="72756" y="488057"/>
                    <a:pt x="71042" y="479299"/>
                  </a:cubicBezTo>
                  <a:cubicBezTo>
                    <a:pt x="70090" y="473588"/>
                    <a:pt x="66854" y="470161"/>
                    <a:pt x="61333" y="468447"/>
                  </a:cubicBezTo>
                  <a:cubicBezTo>
                    <a:pt x="46673" y="464069"/>
                    <a:pt x="32013" y="459499"/>
                    <a:pt x="17353" y="454930"/>
                  </a:cubicBezTo>
                  <a:cubicBezTo>
                    <a:pt x="1361" y="449980"/>
                    <a:pt x="-353" y="447314"/>
                    <a:pt x="599" y="430560"/>
                  </a:cubicBezTo>
                  <a:cubicBezTo>
                    <a:pt x="789" y="427133"/>
                    <a:pt x="1551" y="423707"/>
                    <a:pt x="2313" y="420470"/>
                  </a:cubicBezTo>
                  <a:cubicBezTo>
                    <a:pt x="4597" y="412093"/>
                    <a:pt x="9357" y="408285"/>
                    <a:pt x="18115" y="407904"/>
                  </a:cubicBezTo>
                  <a:cubicBezTo>
                    <a:pt x="32394" y="407333"/>
                    <a:pt x="46482" y="406952"/>
                    <a:pt x="60761" y="406572"/>
                  </a:cubicBezTo>
                  <a:cubicBezTo>
                    <a:pt x="62856" y="406572"/>
                    <a:pt x="64950" y="406381"/>
                    <a:pt x="67044" y="406381"/>
                  </a:cubicBezTo>
                  <a:cubicBezTo>
                    <a:pt x="76564" y="406762"/>
                    <a:pt x="81513" y="401431"/>
                    <a:pt x="83989" y="393054"/>
                  </a:cubicBezTo>
                  <a:cubicBezTo>
                    <a:pt x="85893" y="386771"/>
                    <a:pt x="87606" y="380489"/>
                    <a:pt x="88939" y="374206"/>
                  </a:cubicBezTo>
                  <a:cubicBezTo>
                    <a:pt x="90652" y="365448"/>
                    <a:pt x="88558" y="361259"/>
                    <a:pt x="80943" y="356309"/>
                  </a:cubicBezTo>
                  <a:cubicBezTo>
                    <a:pt x="67996" y="348123"/>
                    <a:pt x="54859" y="339936"/>
                    <a:pt x="41913" y="331940"/>
                  </a:cubicBezTo>
                  <a:cubicBezTo>
                    <a:pt x="30300" y="324705"/>
                    <a:pt x="28586" y="320136"/>
                    <a:pt x="33155" y="306999"/>
                  </a:cubicBezTo>
                  <a:cubicBezTo>
                    <a:pt x="34488" y="302810"/>
                    <a:pt x="36202" y="298622"/>
                    <a:pt x="38676" y="295005"/>
                  </a:cubicBezTo>
                  <a:cubicBezTo>
                    <a:pt x="42675" y="288912"/>
                    <a:pt x="48196" y="285866"/>
                    <a:pt x="55811" y="287770"/>
                  </a:cubicBezTo>
                  <a:cubicBezTo>
                    <a:pt x="71994" y="291577"/>
                    <a:pt x="88368" y="295005"/>
                    <a:pt x="104551" y="299003"/>
                  </a:cubicBezTo>
                  <a:cubicBezTo>
                    <a:pt x="111975" y="300906"/>
                    <a:pt x="117687" y="299193"/>
                    <a:pt x="122256" y="293101"/>
                  </a:cubicBezTo>
                  <a:cubicBezTo>
                    <a:pt x="127016" y="286628"/>
                    <a:pt x="131205" y="279583"/>
                    <a:pt x="134251" y="272158"/>
                  </a:cubicBezTo>
                  <a:cubicBezTo>
                    <a:pt x="136916" y="265495"/>
                    <a:pt x="136155" y="259783"/>
                    <a:pt x="130824" y="254262"/>
                  </a:cubicBezTo>
                  <a:cubicBezTo>
                    <a:pt x="119782" y="243029"/>
                    <a:pt x="109310" y="231415"/>
                    <a:pt x="98458" y="219802"/>
                  </a:cubicBezTo>
                  <a:cubicBezTo>
                    <a:pt x="90081" y="210663"/>
                    <a:pt x="89700" y="205523"/>
                    <a:pt x="96554" y="195242"/>
                  </a:cubicBezTo>
                  <a:cubicBezTo>
                    <a:pt x="97696" y="193718"/>
                    <a:pt x="98648" y="192005"/>
                    <a:pt x="99791" y="190482"/>
                  </a:cubicBezTo>
                  <a:cubicBezTo>
                    <a:pt x="109501" y="177726"/>
                    <a:pt x="114831" y="176584"/>
                    <a:pt x="129110" y="184009"/>
                  </a:cubicBezTo>
                  <a:cubicBezTo>
                    <a:pt x="142437" y="191053"/>
                    <a:pt x="155764" y="197907"/>
                    <a:pt x="168711" y="205142"/>
                  </a:cubicBezTo>
                  <a:cubicBezTo>
                    <a:pt x="175565" y="208949"/>
                    <a:pt x="181658" y="208188"/>
                    <a:pt x="187369" y="203428"/>
                  </a:cubicBezTo>
                  <a:cubicBezTo>
                    <a:pt x="193081" y="198669"/>
                    <a:pt x="198411" y="193338"/>
                    <a:pt x="203362" y="187626"/>
                  </a:cubicBezTo>
                  <a:cubicBezTo>
                    <a:pt x="208312" y="181724"/>
                    <a:pt x="209454" y="175822"/>
                    <a:pt x="205456" y="168587"/>
                  </a:cubicBezTo>
                  <a:cubicBezTo>
                    <a:pt x="197459" y="154308"/>
                    <a:pt x="190034" y="139839"/>
                    <a:pt x="182419" y="125369"/>
                  </a:cubicBezTo>
                  <a:cubicBezTo>
                    <a:pt x="177469" y="115850"/>
                    <a:pt x="178611" y="110710"/>
                    <a:pt x="186417" y="103475"/>
                  </a:cubicBezTo>
                  <a:cubicBezTo>
                    <a:pt x="190034" y="100048"/>
                    <a:pt x="194033" y="97192"/>
                    <a:pt x="198411" y="94527"/>
                  </a:cubicBezTo>
                  <a:cubicBezTo>
                    <a:pt x="206027" y="90148"/>
                    <a:pt x="211358" y="90719"/>
                    <a:pt x="217831" y="96621"/>
                  </a:cubicBezTo>
                  <a:cubicBezTo>
                    <a:pt x="228873" y="106711"/>
                    <a:pt x="239916" y="116992"/>
                    <a:pt x="250768" y="127273"/>
                  </a:cubicBezTo>
                  <a:cubicBezTo>
                    <a:pt x="262191" y="138126"/>
                    <a:pt x="264666" y="138506"/>
                    <a:pt x="278565" y="131272"/>
                  </a:cubicBezTo>
                  <a:cubicBezTo>
                    <a:pt x="284086" y="128416"/>
                    <a:pt x="289226" y="125369"/>
                    <a:pt x="294176" y="121562"/>
                  </a:cubicBezTo>
                  <a:cubicBezTo>
                    <a:pt x="299507" y="117183"/>
                    <a:pt x="301220" y="112042"/>
                    <a:pt x="299507" y="105189"/>
                  </a:cubicBezTo>
                  <a:cubicBezTo>
                    <a:pt x="295509" y="89386"/>
                    <a:pt x="292082" y="73394"/>
                    <a:pt x="288465" y="57591"/>
                  </a:cubicBezTo>
                  <a:cubicBezTo>
                    <a:pt x="286180" y="47310"/>
                    <a:pt x="288655" y="42170"/>
                    <a:pt x="297794" y="37220"/>
                  </a:cubicBezTo>
                  <a:cubicBezTo>
                    <a:pt x="301982" y="35126"/>
                    <a:pt x="306170" y="33412"/>
                    <a:pt x="310550" y="31889"/>
                  </a:cubicBezTo>
                  <a:cubicBezTo>
                    <a:pt x="319879" y="29034"/>
                    <a:pt x="325209" y="30747"/>
                    <a:pt x="330731" y="39124"/>
                  </a:cubicBezTo>
                  <a:cubicBezTo>
                    <a:pt x="339488" y="52642"/>
                    <a:pt x="348246" y="66159"/>
                    <a:pt x="356243" y="80248"/>
                  </a:cubicBezTo>
                  <a:cubicBezTo>
                    <a:pt x="360431" y="87483"/>
                    <a:pt x="366142" y="89957"/>
                    <a:pt x="373949" y="88815"/>
                  </a:cubicBezTo>
                  <a:cubicBezTo>
                    <a:pt x="382135" y="87483"/>
                    <a:pt x="390132" y="85388"/>
                    <a:pt x="397747" y="82151"/>
                  </a:cubicBezTo>
                  <a:cubicBezTo>
                    <a:pt x="403268" y="79677"/>
                    <a:pt x="406314" y="75869"/>
                    <a:pt x="406505" y="69396"/>
                  </a:cubicBezTo>
                  <a:cubicBezTo>
                    <a:pt x="406886" y="52832"/>
                    <a:pt x="407837" y="36459"/>
                    <a:pt x="408409" y="19895"/>
                  </a:cubicBezTo>
                  <a:cubicBezTo>
                    <a:pt x="408789" y="9233"/>
                    <a:pt x="412216" y="4664"/>
                    <a:pt x="422497" y="1808"/>
                  </a:cubicBezTo>
                  <a:cubicBezTo>
                    <a:pt x="424211" y="1427"/>
                    <a:pt x="425924" y="856"/>
                    <a:pt x="427638" y="666"/>
                  </a:cubicBezTo>
                  <a:cubicBezTo>
                    <a:pt x="446486" y="-1429"/>
                    <a:pt x="451056" y="666"/>
                    <a:pt x="456006" y="17991"/>
                  </a:cubicBezTo>
                  <a:cubicBezTo>
                    <a:pt x="460003" y="32080"/>
                    <a:pt x="464763" y="45788"/>
                    <a:pt x="468571" y="59876"/>
                  </a:cubicBezTo>
                  <a:cubicBezTo>
                    <a:pt x="470475" y="66540"/>
                    <a:pt x="474473" y="70157"/>
                    <a:pt x="480946" y="71109"/>
                  </a:cubicBezTo>
                  <a:cubicBezTo>
                    <a:pt x="489894" y="72252"/>
                    <a:pt x="499033" y="72252"/>
                    <a:pt x="507981" y="71109"/>
                  </a:cubicBezTo>
                  <a:cubicBezTo>
                    <a:pt x="514264" y="70348"/>
                    <a:pt x="518072" y="66540"/>
                    <a:pt x="519976" y="60257"/>
                  </a:cubicBezTo>
                  <a:cubicBezTo>
                    <a:pt x="524545" y="44836"/>
                    <a:pt x="529305" y="29414"/>
                    <a:pt x="534064" y="13993"/>
                  </a:cubicBezTo>
                  <a:cubicBezTo>
                    <a:pt x="537682" y="2570"/>
                    <a:pt x="541299" y="-96"/>
                    <a:pt x="553293" y="95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2" name="Freeform: Shape 453">
              <a:extLst>
                <a:ext uri="{FF2B5EF4-FFF2-40B4-BE49-F238E27FC236}">
                  <a16:creationId xmlns:a16="http://schemas.microsoft.com/office/drawing/2014/main" xmlns="" id="{8C4102B2-E329-45D5-8419-4C97F6093B98}"/>
                </a:ext>
              </a:extLst>
            </p:cNvPr>
            <p:cNvSpPr/>
            <p:nvPr/>
          </p:nvSpPr>
          <p:spPr>
            <a:xfrm flipH="1">
              <a:off x="3093867" y="4659007"/>
              <a:ext cx="1300254" cy="1299209"/>
            </a:xfrm>
            <a:custGeom>
              <a:avLst/>
              <a:gdLst>
                <a:gd name="connsiteX0" fmla="*/ 1506364 w 2562218"/>
                <a:gd name="connsiteY0" fmla="*/ 1318537 h 2560160"/>
                <a:gd name="connsiteX1" fmla="*/ 1501790 w 2562218"/>
                <a:gd name="connsiteY1" fmla="*/ 1348793 h 2560160"/>
                <a:gd name="connsiteX2" fmla="*/ 1371051 w 2562218"/>
                <a:gd name="connsiteY2" fmla="*/ 1492991 h 2560160"/>
                <a:gd name="connsiteX3" fmla="*/ 1319564 w 2562218"/>
                <a:gd name="connsiteY3" fmla="*/ 1503386 h 2560160"/>
                <a:gd name="connsiteX4" fmla="*/ 1319564 w 2562218"/>
                <a:gd name="connsiteY4" fmla="*/ 1976337 h 2560160"/>
                <a:gd name="connsiteX5" fmla="*/ 1422210 w 2562218"/>
                <a:gd name="connsiteY5" fmla="*/ 1965990 h 2560160"/>
                <a:gd name="connsiteX6" fmla="*/ 1970307 w 2562218"/>
                <a:gd name="connsiteY6" fmla="*/ 1404015 h 2560160"/>
                <a:gd name="connsiteX7" fmla="*/ 1977849 w 2562218"/>
                <a:gd name="connsiteY7" fmla="*/ 1318537 h 2560160"/>
                <a:gd name="connsiteX8" fmla="*/ 584367 w 2562218"/>
                <a:gd name="connsiteY8" fmla="*/ 1318537 h 2560160"/>
                <a:gd name="connsiteX9" fmla="*/ 591910 w 2562218"/>
                <a:gd name="connsiteY9" fmla="*/ 1404015 h 2560160"/>
                <a:gd name="connsiteX10" fmla="*/ 1140007 w 2562218"/>
                <a:gd name="connsiteY10" fmla="*/ 1965990 h 2560160"/>
                <a:gd name="connsiteX11" fmla="*/ 1242652 w 2562218"/>
                <a:gd name="connsiteY11" fmla="*/ 1976337 h 2560160"/>
                <a:gd name="connsiteX12" fmla="*/ 1242652 w 2562218"/>
                <a:gd name="connsiteY12" fmla="*/ 1503386 h 2560160"/>
                <a:gd name="connsiteX13" fmla="*/ 1191166 w 2562218"/>
                <a:gd name="connsiteY13" fmla="*/ 1492991 h 2560160"/>
                <a:gd name="connsiteX14" fmla="*/ 1060427 w 2562218"/>
                <a:gd name="connsiteY14" fmla="*/ 1348793 h 2560160"/>
                <a:gd name="connsiteX15" fmla="*/ 1055852 w 2562218"/>
                <a:gd name="connsiteY15" fmla="*/ 1318537 h 2560160"/>
                <a:gd name="connsiteX16" fmla="*/ 1281108 w 2562218"/>
                <a:gd name="connsiteY16" fmla="*/ 1121883 h 2560160"/>
                <a:gd name="connsiteX17" fmla="*/ 1122911 w 2562218"/>
                <a:gd name="connsiteY17" fmla="*/ 1280080 h 2560160"/>
                <a:gd name="connsiteX18" fmla="*/ 1281108 w 2562218"/>
                <a:gd name="connsiteY18" fmla="*/ 1438277 h 2560160"/>
                <a:gd name="connsiteX19" fmla="*/ 1439305 w 2562218"/>
                <a:gd name="connsiteY19" fmla="*/ 1280080 h 2560160"/>
                <a:gd name="connsiteX20" fmla="*/ 1281108 w 2562218"/>
                <a:gd name="connsiteY20" fmla="*/ 1121883 h 2560160"/>
                <a:gd name="connsiteX21" fmla="*/ 1319564 w 2562218"/>
                <a:gd name="connsiteY21" fmla="*/ 583823 h 2560160"/>
                <a:gd name="connsiteX22" fmla="*/ 1319564 w 2562218"/>
                <a:gd name="connsiteY22" fmla="*/ 1056774 h 2560160"/>
                <a:gd name="connsiteX23" fmla="*/ 1371051 w 2562218"/>
                <a:gd name="connsiteY23" fmla="*/ 1067169 h 2560160"/>
                <a:gd name="connsiteX24" fmla="*/ 1501790 w 2562218"/>
                <a:gd name="connsiteY24" fmla="*/ 1211367 h 2560160"/>
                <a:gd name="connsiteX25" fmla="*/ 1506364 w 2562218"/>
                <a:gd name="connsiteY25" fmla="*/ 1241625 h 2560160"/>
                <a:gd name="connsiteX26" fmla="*/ 1977849 w 2562218"/>
                <a:gd name="connsiteY26" fmla="*/ 1241625 h 2560160"/>
                <a:gd name="connsiteX27" fmla="*/ 1970307 w 2562218"/>
                <a:gd name="connsiteY27" fmla="*/ 1156145 h 2560160"/>
                <a:gd name="connsiteX28" fmla="*/ 1422210 w 2562218"/>
                <a:gd name="connsiteY28" fmla="*/ 594170 h 2560160"/>
                <a:gd name="connsiteX29" fmla="*/ 1242652 w 2562218"/>
                <a:gd name="connsiteY29" fmla="*/ 583823 h 2560160"/>
                <a:gd name="connsiteX30" fmla="*/ 1140007 w 2562218"/>
                <a:gd name="connsiteY30" fmla="*/ 594170 h 2560160"/>
                <a:gd name="connsiteX31" fmla="*/ 591910 w 2562218"/>
                <a:gd name="connsiteY31" fmla="*/ 1156145 h 2560160"/>
                <a:gd name="connsiteX32" fmla="*/ 584367 w 2562218"/>
                <a:gd name="connsiteY32" fmla="*/ 1241625 h 2560160"/>
                <a:gd name="connsiteX33" fmla="*/ 1055852 w 2562218"/>
                <a:gd name="connsiteY33" fmla="*/ 1241625 h 2560160"/>
                <a:gd name="connsiteX34" fmla="*/ 1060427 w 2562218"/>
                <a:gd name="connsiteY34" fmla="*/ 1211367 h 2560160"/>
                <a:gd name="connsiteX35" fmla="*/ 1191166 w 2562218"/>
                <a:gd name="connsiteY35" fmla="*/ 1067169 h 2560160"/>
                <a:gd name="connsiteX36" fmla="*/ 1242652 w 2562218"/>
                <a:gd name="connsiteY36" fmla="*/ 1056774 h 2560160"/>
                <a:gd name="connsiteX37" fmla="*/ 1224583 w 2562218"/>
                <a:gd name="connsiteY37" fmla="*/ 861 h 2560160"/>
                <a:gd name="connsiteX38" fmla="*/ 1275519 w 2562218"/>
                <a:gd name="connsiteY38" fmla="*/ 42161 h 2560160"/>
                <a:gd name="connsiteX39" fmla="*/ 1325768 w 2562218"/>
                <a:gd name="connsiteY39" fmla="*/ 218379 h 2560160"/>
                <a:gd name="connsiteX40" fmla="*/ 1453805 w 2562218"/>
                <a:gd name="connsiteY40" fmla="*/ 290657 h 2560160"/>
                <a:gd name="connsiteX41" fmla="*/ 1495105 w 2562218"/>
                <a:gd name="connsiteY41" fmla="*/ 254863 h 2560160"/>
                <a:gd name="connsiteX42" fmla="*/ 1591474 w 2562218"/>
                <a:gd name="connsiteY42" fmla="*/ 91723 h 2560160"/>
                <a:gd name="connsiteX43" fmla="*/ 1669259 w 2562218"/>
                <a:gd name="connsiteY43" fmla="*/ 59371 h 2560160"/>
                <a:gd name="connsiteX44" fmla="*/ 1746353 w 2562218"/>
                <a:gd name="connsiteY44" fmla="*/ 183962 h 2560160"/>
                <a:gd name="connsiteX45" fmla="*/ 1727078 w 2562218"/>
                <a:gd name="connsiteY45" fmla="*/ 340909 h 2560160"/>
                <a:gd name="connsiteX46" fmla="*/ 1727078 w 2562218"/>
                <a:gd name="connsiteY46" fmla="*/ 357429 h 2560160"/>
                <a:gd name="connsiteX47" fmla="*/ 1866815 w 2562218"/>
                <a:gd name="connsiteY47" fmla="*/ 419381 h 2560160"/>
                <a:gd name="connsiteX48" fmla="*/ 2020320 w 2562218"/>
                <a:gd name="connsiteY48" fmla="*/ 304425 h 2560160"/>
                <a:gd name="connsiteX49" fmla="*/ 2113243 w 2562218"/>
                <a:gd name="connsiteY49" fmla="*/ 305802 h 2560160"/>
                <a:gd name="connsiteX50" fmla="*/ 2127702 w 2562218"/>
                <a:gd name="connsiteY50" fmla="*/ 318193 h 2560160"/>
                <a:gd name="connsiteX51" fmla="*/ 2143534 w 2562218"/>
                <a:gd name="connsiteY51" fmla="*/ 424197 h 2560160"/>
                <a:gd name="connsiteX52" fmla="*/ 2058865 w 2562218"/>
                <a:gd name="connsiteY52" fmla="*/ 574947 h 2560160"/>
                <a:gd name="connsiteX53" fmla="*/ 2070569 w 2562218"/>
                <a:gd name="connsiteY53" fmla="*/ 672693 h 2560160"/>
                <a:gd name="connsiteX54" fmla="*/ 2160053 w 2562218"/>
                <a:gd name="connsiteY54" fmla="*/ 708487 h 2560160"/>
                <a:gd name="connsiteX55" fmla="*/ 2341091 w 2562218"/>
                <a:gd name="connsiteY55" fmla="*/ 660993 h 2560160"/>
                <a:gd name="connsiteX56" fmla="*/ 2418189 w 2562218"/>
                <a:gd name="connsiteY56" fmla="*/ 690590 h 2560160"/>
                <a:gd name="connsiteX57" fmla="*/ 2441592 w 2562218"/>
                <a:gd name="connsiteY57" fmla="*/ 736710 h 2560160"/>
                <a:gd name="connsiteX58" fmla="*/ 2422317 w 2562218"/>
                <a:gd name="connsiteY58" fmla="*/ 804855 h 2560160"/>
                <a:gd name="connsiteX59" fmla="*/ 2267439 w 2562218"/>
                <a:gd name="connsiteY59" fmla="*/ 928073 h 2560160"/>
                <a:gd name="connsiteX60" fmla="*/ 2239903 w 2562218"/>
                <a:gd name="connsiteY60" fmla="*/ 1003103 h 2560160"/>
                <a:gd name="connsiteX61" fmla="*/ 2248164 w 2562218"/>
                <a:gd name="connsiteY61" fmla="*/ 1033390 h 2560160"/>
                <a:gd name="connsiteX62" fmla="*/ 2311490 w 2562218"/>
                <a:gd name="connsiteY62" fmla="*/ 1087771 h 2560160"/>
                <a:gd name="connsiteX63" fmla="*/ 2498725 w 2562218"/>
                <a:gd name="connsiteY63" fmla="*/ 1113239 h 2560160"/>
                <a:gd name="connsiteX64" fmla="*/ 2559299 w 2562218"/>
                <a:gd name="connsiteY64" fmla="*/ 1173127 h 2560160"/>
                <a:gd name="connsiteX65" fmla="*/ 2561364 w 2562218"/>
                <a:gd name="connsiteY65" fmla="*/ 1226818 h 2560160"/>
                <a:gd name="connsiteX66" fmla="*/ 2517309 w 2562218"/>
                <a:gd name="connsiteY66" fmla="*/ 1278444 h 2560160"/>
                <a:gd name="connsiteX67" fmla="*/ 2341091 w 2562218"/>
                <a:gd name="connsiteY67" fmla="*/ 1328693 h 2560160"/>
                <a:gd name="connsiteX68" fmla="*/ 2269503 w 2562218"/>
                <a:gd name="connsiteY68" fmla="*/ 1447778 h 2560160"/>
                <a:gd name="connsiteX69" fmla="*/ 2305984 w 2562218"/>
                <a:gd name="connsiteY69" fmla="*/ 1495966 h 2560160"/>
                <a:gd name="connsiteX70" fmla="*/ 2467747 w 2562218"/>
                <a:gd name="connsiteY70" fmla="*/ 1590957 h 2560160"/>
                <a:gd name="connsiteX71" fmla="*/ 2502854 w 2562218"/>
                <a:gd name="connsiteY71" fmla="*/ 1672871 h 2560160"/>
                <a:gd name="connsiteX72" fmla="*/ 2501476 w 2562218"/>
                <a:gd name="connsiteY72" fmla="*/ 1681132 h 2560160"/>
                <a:gd name="connsiteX73" fmla="*/ 2404421 w 2562218"/>
                <a:gd name="connsiteY73" fmla="*/ 1750655 h 2560160"/>
                <a:gd name="connsiteX74" fmla="*/ 2235083 w 2562218"/>
                <a:gd name="connsiteY74" fmla="*/ 1729316 h 2560160"/>
                <a:gd name="connsiteX75" fmla="*/ 2149727 w 2562218"/>
                <a:gd name="connsiteY75" fmla="*/ 1773372 h 2560160"/>
                <a:gd name="connsiteX76" fmla="*/ 2148350 w 2562218"/>
                <a:gd name="connsiteY76" fmla="*/ 1875247 h 2560160"/>
                <a:gd name="connsiteX77" fmla="*/ 2257800 w 2562218"/>
                <a:gd name="connsiteY77" fmla="*/ 2019800 h 2560160"/>
                <a:gd name="connsiteX78" fmla="*/ 2257800 w 2562218"/>
                <a:gd name="connsiteY78" fmla="*/ 2114104 h 2560160"/>
                <a:gd name="connsiteX79" fmla="*/ 2253671 w 2562218"/>
                <a:gd name="connsiteY79" fmla="*/ 2118923 h 2560160"/>
                <a:gd name="connsiteX80" fmla="*/ 2135273 w 2562218"/>
                <a:gd name="connsiteY80" fmla="*/ 2142327 h 2560160"/>
                <a:gd name="connsiteX81" fmla="*/ 1988655 w 2562218"/>
                <a:gd name="connsiteY81" fmla="*/ 2059726 h 2560160"/>
                <a:gd name="connsiteX82" fmla="*/ 1888154 w 2562218"/>
                <a:gd name="connsiteY82" fmla="*/ 2074181 h 2560160"/>
                <a:gd name="connsiteX83" fmla="*/ 1855802 w 2562218"/>
                <a:gd name="connsiteY83" fmla="*/ 2165043 h 2560160"/>
                <a:gd name="connsiteX84" fmla="*/ 1903296 w 2562218"/>
                <a:gd name="connsiteY84" fmla="*/ 2348145 h 2560160"/>
                <a:gd name="connsiteX85" fmla="*/ 1876451 w 2562218"/>
                <a:gd name="connsiteY85" fmla="*/ 2416981 h 2560160"/>
                <a:gd name="connsiteX86" fmla="*/ 1828266 w 2562218"/>
                <a:gd name="connsiteY86" fmla="*/ 2441762 h 2560160"/>
                <a:gd name="connsiteX87" fmla="*/ 1755992 w 2562218"/>
                <a:gd name="connsiteY87" fmla="*/ 2421801 h 2560160"/>
                <a:gd name="connsiteX88" fmla="*/ 1642413 w 2562218"/>
                <a:gd name="connsiteY88" fmla="*/ 2277935 h 2560160"/>
                <a:gd name="connsiteX89" fmla="*/ 1495792 w 2562218"/>
                <a:gd name="connsiteY89" fmla="*/ 2265544 h 2560160"/>
                <a:gd name="connsiteX90" fmla="*/ 1476518 w 2562218"/>
                <a:gd name="connsiteY90" fmla="*/ 2304090 h 2560160"/>
                <a:gd name="connsiteX91" fmla="*/ 1450363 w 2562218"/>
                <a:gd name="connsiteY91" fmla="*/ 2493388 h 2560160"/>
                <a:gd name="connsiteX92" fmla="*/ 1400801 w 2562218"/>
                <a:gd name="connsiteY92" fmla="*/ 2560160 h 2560160"/>
                <a:gd name="connsiteX93" fmla="*/ 1317510 w 2562218"/>
                <a:gd name="connsiteY93" fmla="*/ 2560160 h 2560160"/>
                <a:gd name="connsiteX94" fmla="*/ 1281026 w 2562218"/>
                <a:gd name="connsiteY94" fmla="*/ 2509221 h 2560160"/>
                <a:gd name="connsiteX95" fmla="*/ 1229399 w 2562218"/>
                <a:gd name="connsiteY95" fmla="*/ 2326806 h 2560160"/>
                <a:gd name="connsiteX96" fmla="*/ 1168138 w 2562218"/>
                <a:gd name="connsiteY96" fmla="*/ 2273115 h 2560160"/>
                <a:gd name="connsiteX97" fmla="*/ 1130966 w 2562218"/>
                <a:gd name="connsiteY97" fmla="*/ 2268986 h 2560160"/>
                <a:gd name="connsiteX98" fmla="*/ 1067636 w 2562218"/>
                <a:gd name="connsiteY98" fmla="*/ 2304090 h 2560160"/>
                <a:gd name="connsiteX99" fmla="*/ 1051804 w 2562218"/>
                <a:gd name="connsiteY99" fmla="*/ 2330935 h 2560160"/>
                <a:gd name="connsiteX100" fmla="*/ 965074 w 2562218"/>
                <a:gd name="connsiteY100" fmla="*/ 2477556 h 2560160"/>
                <a:gd name="connsiteX101" fmla="*/ 899680 w 2562218"/>
                <a:gd name="connsiteY101" fmla="*/ 2504401 h 2560160"/>
                <a:gd name="connsiteX102" fmla="*/ 846676 w 2562218"/>
                <a:gd name="connsiteY102" fmla="*/ 2486504 h 2560160"/>
                <a:gd name="connsiteX103" fmla="*/ 810883 w 2562218"/>
                <a:gd name="connsiteY103" fmla="*/ 2419733 h 2560160"/>
                <a:gd name="connsiteX104" fmla="*/ 833595 w 2562218"/>
                <a:gd name="connsiteY104" fmla="*/ 2231815 h 2560160"/>
                <a:gd name="connsiteX105" fmla="*/ 781969 w 2562218"/>
                <a:gd name="connsiteY105" fmla="*/ 2144391 h 2560160"/>
                <a:gd name="connsiteX106" fmla="*/ 686291 w 2562218"/>
                <a:gd name="connsiteY106" fmla="*/ 2149211 h 2560160"/>
                <a:gd name="connsiteX107" fmla="*/ 552061 w 2562218"/>
                <a:gd name="connsiteY107" fmla="*/ 2251089 h 2560160"/>
                <a:gd name="connsiteX108" fmla="*/ 432976 w 2562218"/>
                <a:gd name="connsiteY108" fmla="*/ 2244205 h 2560160"/>
                <a:gd name="connsiteX109" fmla="*/ 422650 w 2562218"/>
                <a:gd name="connsiteY109" fmla="*/ 2233879 h 2560160"/>
                <a:gd name="connsiteX110" fmla="*/ 412327 w 2562218"/>
                <a:gd name="connsiteY110" fmla="*/ 2151275 h 2560160"/>
                <a:gd name="connsiteX111" fmla="*/ 501812 w 2562218"/>
                <a:gd name="connsiteY111" fmla="*/ 1991577 h 2560160"/>
                <a:gd name="connsiteX112" fmla="*/ 516954 w 2562218"/>
                <a:gd name="connsiteY112" fmla="*/ 1942706 h 2560160"/>
                <a:gd name="connsiteX113" fmla="*/ 396491 w 2562218"/>
                <a:gd name="connsiteY113" fmla="*/ 1856663 h 2560160"/>
                <a:gd name="connsiteX114" fmla="*/ 211325 w 2562218"/>
                <a:gd name="connsiteY114" fmla="*/ 1904847 h 2560160"/>
                <a:gd name="connsiteX115" fmla="*/ 152128 w 2562218"/>
                <a:gd name="connsiteY115" fmla="*/ 1884886 h 2560160"/>
                <a:gd name="connsiteX116" fmla="*/ 122527 w 2562218"/>
                <a:gd name="connsiteY116" fmla="*/ 1832569 h 2560160"/>
                <a:gd name="connsiteX117" fmla="*/ 142492 w 2562218"/>
                <a:gd name="connsiteY117" fmla="*/ 1755475 h 2560160"/>
                <a:gd name="connsiteX118" fmla="*/ 279474 w 2562218"/>
                <a:gd name="connsiteY118" fmla="*/ 1646716 h 2560160"/>
                <a:gd name="connsiteX119" fmla="*/ 315955 w 2562218"/>
                <a:gd name="connsiteY119" fmla="*/ 1535889 h 2560160"/>
                <a:gd name="connsiteX120" fmla="*/ 242303 w 2562218"/>
                <a:gd name="connsiteY120" fmla="*/ 1473936 h 2560160"/>
                <a:gd name="connsiteX121" fmla="*/ 69523 w 2562218"/>
                <a:gd name="connsiteY121" fmla="*/ 1450533 h 2560160"/>
                <a:gd name="connsiteX122" fmla="*/ 1378 w 2562218"/>
                <a:gd name="connsiteY122" fmla="*/ 1402349 h 2560160"/>
                <a:gd name="connsiteX123" fmla="*/ 0 w 2562218"/>
                <a:gd name="connsiteY123" fmla="*/ 1316993 h 2560160"/>
                <a:gd name="connsiteX124" fmla="*/ 50253 w 2562218"/>
                <a:gd name="connsiteY124" fmla="*/ 1280509 h 2560160"/>
                <a:gd name="connsiteX125" fmla="*/ 226470 w 2562218"/>
                <a:gd name="connsiteY125" fmla="*/ 1230947 h 2560160"/>
                <a:gd name="connsiteX126" fmla="*/ 287045 w 2562218"/>
                <a:gd name="connsiteY126" fmla="*/ 1163488 h 2560160"/>
                <a:gd name="connsiteX127" fmla="*/ 290487 w 2562218"/>
                <a:gd name="connsiteY127" fmla="*/ 1134578 h 2560160"/>
                <a:gd name="connsiteX128" fmla="*/ 252629 w 2562218"/>
                <a:gd name="connsiteY128" fmla="*/ 1064368 h 2560160"/>
                <a:gd name="connsiteX129" fmla="*/ 92930 w 2562218"/>
                <a:gd name="connsiteY129" fmla="*/ 970751 h 2560160"/>
                <a:gd name="connsiteX130" fmla="*/ 58511 w 2562218"/>
                <a:gd name="connsiteY130" fmla="*/ 886773 h 2560160"/>
                <a:gd name="connsiteX131" fmla="*/ 61953 w 2562218"/>
                <a:gd name="connsiteY131" fmla="*/ 875069 h 2560160"/>
                <a:gd name="connsiteX132" fmla="*/ 152815 w 2562218"/>
                <a:gd name="connsiteY132" fmla="*/ 812430 h 2560160"/>
                <a:gd name="connsiteX133" fmla="*/ 322152 w 2562218"/>
                <a:gd name="connsiteY133" fmla="*/ 831704 h 2560160"/>
                <a:gd name="connsiteX134" fmla="*/ 408885 w 2562218"/>
                <a:gd name="connsiteY134" fmla="*/ 791778 h 2560160"/>
                <a:gd name="connsiteX135" fmla="*/ 402001 w 2562218"/>
                <a:gd name="connsiteY135" fmla="*/ 674070 h 2560160"/>
                <a:gd name="connsiteX136" fmla="*/ 296681 w 2562218"/>
                <a:gd name="connsiteY136" fmla="*/ 534333 h 2560160"/>
                <a:gd name="connsiteX137" fmla="*/ 296681 w 2562218"/>
                <a:gd name="connsiteY137" fmla="*/ 456552 h 2560160"/>
                <a:gd name="connsiteX138" fmla="*/ 331100 w 2562218"/>
                <a:gd name="connsiteY138" fmla="*/ 418003 h 2560160"/>
                <a:gd name="connsiteX139" fmla="*/ 404753 w 2562218"/>
                <a:gd name="connsiteY139" fmla="*/ 409742 h 2560160"/>
                <a:gd name="connsiteX140" fmla="*/ 561009 w 2562218"/>
                <a:gd name="connsiteY140" fmla="*/ 497853 h 2560160"/>
                <a:gd name="connsiteX141" fmla="*/ 700746 w 2562218"/>
                <a:gd name="connsiteY141" fmla="*/ 458617 h 2560160"/>
                <a:gd name="connsiteX142" fmla="*/ 704188 w 2562218"/>
                <a:gd name="connsiteY142" fmla="*/ 398042 h 2560160"/>
                <a:gd name="connsiteX143" fmla="*/ 658755 w 2562218"/>
                <a:gd name="connsiteY143" fmla="*/ 222511 h 2560160"/>
                <a:gd name="connsiteX144" fmla="*/ 691798 w 2562218"/>
                <a:gd name="connsiteY144" fmla="*/ 141285 h 2560160"/>
                <a:gd name="connsiteX145" fmla="*/ 717265 w 2562218"/>
                <a:gd name="connsiteY145" fmla="*/ 127517 h 2560160"/>
                <a:gd name="connsiteX146" fmla="*/ 812256 w 2562218"/>
                <a:gd name="connsiteY146" fmla="*/ 150924 h 2560160"/>
                <a:gd name="connsiteX147" fmla="*/ 921706 w 2562218"/>
                <a:gd name="connsiteY147" fmla="*/ 289970 h 2560160"/>
                <a:gd name="connsiteX148" fmla="*/ 1071078 w 2562218"/>
                <a:gd name="connsiteY148" fmla="*/ 289279 h 2560160"/>
                <a:gd name="connsiteX149" fmla="*/ 1088975 w 2562218"/>
                <a:gd name="connsiteY149" fmla="*/ 225953 h 2560160"/>
                <a:gd name="connsiteX150" fmla="*/ 1111005 w 2562218"/>
                <a:gd name="connsiteY150" fmla="*/ 64877 h 2560160"/>
                <a:gd name="connsiteX151" fmla="*/ 1170889 w 2562218"/>
                <a:gd name="connsiteY151" fmla="*/ 2925 h 2560160"/>
                <a:gd name="connsiteX152" fmla="*/ 1224583 w 2562218"/>
                <a:gd name="connsiteY152" fmla="*/ 861 h 256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2562218" h="2560160">
                  <a:moveTo>
                    <a:pt x="1506364" y="1318537"/>
                  </a:moveTo>
                  <a:lnTo>
                    <a:pt x="1501790" y="1348793"/>
                  </a:lnTo>
                  <a:cubicBezTo>
                    <a:pt x="1481535" y="1413912"/>
                    <a:pt x="1433252" y="1466683"/>
                    <a:pt x="1371051" y="1492991"/>
                  </a:cubicBezTo>
                  <a:lnTo>
                    <a:pt x="1319564" y="1503386"/>
                  </a:lnTo>
                  <a:lnTo>
                    <a:pt x="1319564" y="1976337"/>
                  </a:lnTo>
                  <a:lnTo>
                    <a:pt x="1422210" y="1965990"/>
                  </a:lnTo>
                  <a:cubicBezTo>
                    <a:pt x="1701369" y="1908865"/>
                    <a:pt x="1920009" y="1685600"/>
                    <a:pt x="1970307" y="1404015"/>
                  </a:cubicBezTo>
                  <a:lnTo>
                    <a:pt x="1977849" y="1318537"/>
                  </a:lnTo>
                  <a:close/>
                  <a:moveTo>
                    <a:pt x="584367" y="1318537"/>
                  </a:moveTo>
                  <a:lnTo>
                    <a:pt x="591910" y="1404015"/>
                  </a:lnTo>
                  <a:cubicBezTo>
                    <a:pt x="642208" y="1685600"/>
                    <a:pt x="860848" y="1908865"/>
                    <a:pt x="1140007" y="1965990"/>
                  </a:cubicBezTo>
                  <a:lnTo>
                    <a:pt x="1242652" y="1976337"/>
                  </a:lnTo>
                  <a:lnTo>
                    <a:pt x="1242652" y="1503386"/>
                  </a:lnTo>
                  <a:lnTo>
                    <a:pt x="1191166" y="1492991"/>
                  </a:lnTo>
                  <a:cubicBezTo>
                    <a:pt x="1128965" y="1466683"/>
                    <a:pt x="1080681" y="1413912"/>
                    <a:pt x="1060427" y="1348793"/>
                  </a:cubicBezTo>
                  <a:lnTo>
                    <a:pt x="1055852" y="1318537"/>
                  </a:lnTo>
                  <a:close/>
                  <a:moveTo>
                    <a:pt x="1281108" y="1121883"/>
                  </a:moveTo>
                  <a:cubicBezTo>
                    <a:pt x="1193738" y="1121883"/>
                    <a:pt x="1122911" y="1192710"/>
                    <a:pt x="1122911" y="1280080"/>
                  </a:cubicBezTo>
                  <a:cubicBezTo>
                    <a:pt x="1122911" y="1367450"/>
                    <a:pt x="1193738" y="1438277"/>
                    <a:pt x="1281108" y="1438277"/>
                  </a:cubicBezTo>
                  <a:cubicBezTo>
                    <a:pt x="1368478" y="1438277"/>
                    <a:pt x="1439305" y="1367450"/>
                    <a:pt x="1439305" y="1280080"/>
                  </a:cubicBezTo>
                  <a:cubicBezTo>
                    <a:pt x="1439305" y="1192710"/>
                    <a:pt x="1368478" y="1121883"/>
                    <a:pt x="1281108" y="1121883"/>
                  </a:cubicBezTo>
                  <a:close/>
                  <a:moveTo>
                    <a:pt x="1319564" y="583823"/>
                  </a:moveTo>
                  <a:lnTo>
                    <a:pt x="1319564" y="1056774"/>
                  </a:lnTo>
                  <a:lnTo>
                    <a:pt x="1371051" y="1067169"/>
                  </a:lnTo>
                  <a:cubicBezTo>
                    <a:pt x="1433252" y="1093478"/>
                    <a:pt x="1481535" y="1146248"/>
                    <a:pt x="1501790" y="1211367"/>
                  </a:cubicBezTo>
                  <a:lnTo>
                    <a:pt x="1506364" y="1241625"/>
                  </a:lnTo>
                  <a:lnTo>
                    <a:pt x="1977849" y="1241625"/>
                  </a:lnTo>
                  <a:lnTo>
                    <a:pt x="1970307" y="1156145"/>
                  </a:lnTo>
                  <a:cubicBezTo>
                    <a:pt x="1920009" y="874560"/>
                    <a:pt x="1701369" y="651295"/>
                    <a:pt x="1422210" y="594170"/>
                  </a:cubicBezTo>
                  <a:close/>
                  <a:moveTo>
                    <a:pt x="1242652" y="583823"/>
                  </a:moveTo>
                  <a:lnTo>
                    <a:pt x="1140007" y="594170"/>
                  </a:lnTo>
                  <a:cubicBezTo>
                    <a:pt x="860848" y="651295"/>
                    <a:pt x="642208" y="874560"/>
                    <a:pt x="591910" y="1156145"/>
                  </a:cubicBezTo>
                  <a:lnTo>
                    <a:pt x="584367" y="1241625"/>
                  </a:lnTo>
                  <a:lnTo>
                    <a:pt x="1055852" y="1241625"/>
                  </a:lnTo>
                  <a:lnTo>
                    <a:pt x="1060427" y="1211367"/>
                  </a:lnTo>
                  <a:cubicBezTo>
                    <a:pt x="1080681" y="1146248"/>
                    <a:pt x="1128965" y="1093478"/>
                    <a:pt x="1191166" y="1067169"/>
                  </a:cubicBezTo>
                  <a:lnTo>
                    <a:pt x="1242652" y="1056774"/>
                  </a:lnTo>
                  <a:close/>
                  <a:moveTo>
                    <a:pt x="1224583" y="861"/>
                  </a:moveTo>
                  <a:cubicBezTo>
                    <a:pt x="1250738" y="2238"/>
                    <a:pt x="1268639" y="16002"/>
                    <a:pt x="1275519" y="42161"/>
                  </a:cubicBezTo>
                  <a:cubicBezTo>
                    <a:pt x="1292042" y="100671"/>
                    <a:pt x="1309248" y="159868"/>
                    <a:pt x="1325768" y="218379"/>
                  </a:cubicBezTo>
                  <a:cubicBezTo>
                    <a:pt x="1342978" y="278266"/>
                    <a:pt x="1392540" y="306489"/>
                    <a:pt x="1453805" y="290657"/>
                  </a:cubicBezTo>
                  <a:cubicBezTo>
                    <a:pt x="1473766" y="285837"/>
                    <a:pt x="1485466" y="271382"/>
                    <a:pt x="1495105" y="254863"/>
                  </a:cubicBezTo>
                  <a:cubicBezTo>
                    <a:pt x="1526770" y="200482"/>
                    <a:pt x="1559122" y="146104"/>
                    <a:pt x="1591474" y="91723"/>
                  </a:cubicBezTo>
                  <a:cubicBezTo>
                    <a:pt x="1612126" y="56616"/>
                    <a:pt x="1630023" y="49045"/>
                    <a:pt x="1669259" y="59371"/>
                  </a:cubicBezTo>
                  <a:cubicBezTo>
                    <a:pt x="1747730" y="79332"/>
                    <a:pt x="1758056" y="96542"/>
                    <a:pt x="1746353" y="183962"/>
                  </a:cubicBezTo>
                  <a:cubicBezTo>
                    <a:pt x="1739469" y="236279"/>
                    <a:pt x="1733275" y="288592"/>
                    <a:pt x="1727078" y="340909"/>
                  </a:cubicBezTo>
                  <a:cubicBezTo>
                    <a:pt x="1726391" y="346412"/>
                    <a:pt x="1726391" y="351922"/>
                    <a:pt x="1727078" y="357429"/>
                  </a:cubicBezTo>
                  <a:cubicBezTo>
                    <a:pt x="1736027" y="413184"/>
                    <a:pt x="1820695" y="451733"/>
                    <a:pt x="1866815" y="419381"/>
                  </a:cubicBezTo>
                  <a:cubicBezTo>
                    <a:pt x="1919128" y="382210"/>
                    <a:pt x="1969381" y="342970"/>
                    <a:pt x="2020320" y="304425"/>
                  </a:cubicBezTo>
                  <a:cubicBezTo>
                    <a:pt x="2057488" y="276202"/>
                    <a:pt x="2076075" y="276893"/>
                    <a:pt x="2113243" y="305802"/>
                  </a:cubicBezTo>
                  <a:cubicBezTo>
                    <a:pt x="2118066" y="309931"/>
                    <a:pt x="2122882" y="313373"/>
                    <a:pt x="2127702" y="318193"/>
                  </a:cubicBezTo>
                  <a:cubicBezTo>
                    <a:pt x="2171066" y="359493"/>
                    <a:pt x="2173134" y="371884"/>
                    <a:pt x="2143534" y="424197"/>
                  </a:cubicBezTo>
                  <a:cubicBezTo>
                    <a:pt x="2115311" y="474449"/>
                    <a:pt x="2088466" y="525385"/>
                    <a:pt x="2058865" y="574947"/>
                  </a:cubicBezTo>
                  <a:cubicBezTo>
                    <a:pt x="2037527" y="611431"/>
                    <a:pt x="2047166" y="641719"/>
                    <a:pt x="2070569" y="672693"/>
                  </a:cubicBezTo>
                  <a:cubicBezTo>
                    <a:pt x="2093972" y="703671"/>
                    <a:pt x="2120818" y="718813"/>
                    <a:pt x="2160053" y="708487"/>
                  </a:cubicBezTo>
                  <a:cubicBezTo>
                    <a:pt x="2220628" y="692654"/>
                    <a:pt x="2281203" y="677512"/>
                    <a:pt x="2341091" y="660993"/>
                  </a:cubicBezTo>
                  <a:cubicBezTo>
                    <a:pt x="2379640" y="650667"/>
                    <a:pt x="2396850" y="656860"/>
                    <a:pt x="2418189" y="690590"/>
                  </a:cubicBezTo>
                  <a:cubicBezTo>
                    <a:pt x="2427824" y="705048"/>
                    <a:pt x="2436082" y="720190"/>
                    <a:pt x="2441592" y="736710"/>
                  </a:cubicBezTo>
                  <a:cubicBezTo>
                    <a:pt x="2451918" y="766310"/>
                    <a:pt x="2447095" y="784894"/>
                    <a:pt x="2422317" y="804855"/>
                  </a:cubicBezTo>
                  <a:cubicBezTo>
                    <a:pt x="2370691" y="846159"/>
                    <a:pt x="2319752" y="887460"/>
                    <a:pt x="2267439" y="928073"/>
                  </a:cubicBezTo>
                  <a:cubicBezTo>
                    <a:pt x="2241280" y="948034"/>
                    <a:pt x="2234396" y="972815"/>
                    <a:pt x="2239903" y="1003103"/>
                  </a:cubicBezTo>
                  <a:cubicBezTo>
                    <a:pt x="2241967" y="1013429"/>
                    <a:pt x="2245409" y="1023064"/>
                    <a:pt x="2248164" y="1033390"/>
                  </a:cubicBezTo>
                  <a:cubicBezTo>
                    <a:pt x="2257113" y="1065745"/>
                    <a:pt x="2278452" y="1083639"/>
                    <a:pt x="2311490" y="1087771"/>
                  </a:cubicBezTo>
                  <a:cubicBezTo>
                    <a:pt x="2374133" y="1096033"/>
                    <a:pt x="2436772" y="1104978"/>
                    <a:pt x="2498725" y="1113239"/>
                  </a:cubicBezTo>
                  <a:cubicBezTo>
                    <a:pt x="2535896" y="1118059"/>
                    <a:pt x="2555167" y="1135956"/>
                    <a:pt x="2559299" y="1173127"/>
                  </a:cubicBezTo>
                  <a:cubicBezTo>
                    <a:pt x="2561364" y="1191024"/>
                    <a:pt x="2563428" y="1208921"/>
                    <a:pt x="2561364" y="1226818"/>
                  </a:cubicBezTo>
                  <a:cubicBezTo>
                    <a:pt x="2557922" y="1255041"/>
                    <a:pt x="2543467" y="1270873"/>
                    <a:pt x="2517309" y="1278444"/>
                  </a:cubicBezTo>
                  <a:cubicBezTo>
                    <a:pt x="2458798" y="1294964"/>
                    <a:pt x="2399601" y="1311483"/>
                    <a:pt x="2341091" y="1328693"/>
                  </a:cubicBezTo>
                  <a:cubicBezTo>
                    <a:pt x="2283958" y="1345212"/>
                    <a:pt x="2257800" y="1388581"/>
                    <a:pt x="2269503" y="1447778"/>
                  </a:cubicBezTo>
                  <a:cubicBezTo>
                    <a:pt x="2273632" y="1470494"/>
                    <a:pt x="2286709" y="1484949"/>
                    <a:pt x="2305984" y="1495966"/>
                  </a:cubicBezTo>
                  <a:cubicBezTo>
                    <a:pt x="2359678" y="1527631"/>
                    <a:pt x="2413365" y="1559292"/>
                    <a:pt x="2467747" y="1590957"/>
                  </a:cubicBezTo>
                  <a:cubicBezTo>
                    <a:pt x="2507673" y="1614360"/>
                    <a:pt x="2513867" y="1628128"/>
                    <a:pt x="2502854" y="1672871"/>
                  </a:cubicBezTo>
                  <a:cubicBezTo>
                    <a:pt x="2502167" y="1675626"/>
                    <a:pt x="2502167" y="1678377"/>
                    <a:pt x="2501476" y="1681132"/>
                  </a:cubicBezTo>
                  <a:cubicBezTo>
                    <a:pt x="2484957" y="1735510"/>
                    <a:pt x="2466369" y="1762359"/>
                    <a:pt x="2404421" y="1750655"/>
                  </a:cubicBezTo>
                  <a:cubicBezTo>
                    <a:pt x="2348662" y="1739639"/>
                    <a:pt x="2291529" y="1737578"/>
                    <a:pt x="2235083" y="1729316"/>
                  </a:cubicBezTo>
                  <a:cubicBezTo>
                    <a:pt x="2195160" y="1723810"/>
                    <a:pt x="2169002" y="1739639"/>
                    <a:pt x="2149727" y="1773372"/>
                  </a:cubicBezTo>
                  <a:cubicBezTo>
                    <a:pt x="2129766" y="1807788"/>
                    <a:pt x="2120818" y="1840140"/>
                    <a:pt x="2148350" y="1875247"/>
                  </a:cubicBezTo>
                  <a:cubicBezTo>
                    <a:pt x="2185521" y="1922744"/>
                    <a:pt x="2221319" y="1971615"/>
                    <a:pt x="2257800" y="2019800"/>
                  </a:cubicBezTo>
                  <a:cubicBezTo>
                    <a:pt x="2288087" y="2059036"/>
                    <a:pt x="2288087" y="2074872"/>
                    <a:pt x="2257800" y="2114104"/>
                  </a:cubicBezTo>
                  <a:cubicBezTo>
                    <a:pt x="2256422" y="2115481"/>
                    <a:pt x="2255048" y="2117546"/>
                    <a:pt x="2253671" y="2118923"/>
                  </a:cubicBezTo>
                  <a:cubicBezTo>
                    <a:pt x="2213744" y="2161601"/>
                    <a:pt x="2197912" y="2180189"/>
                    <a:pt x="2135273" y="2142327"/>
                  </a:cubicBezTo>
                  <a:cubicBezTo>
                    <a:pt x="2087088" y="2113417"/>
                    <a:pt x="2036149" y="2088636"/>
                    <a:pt x="1988655" y="2059726"/>
                  </a:cubicBezTo>
                  <a:cubicBezTo>
                    <a:pt x="1949416" y="2036323"/>
                    <a:pt x="1919128" y="2050087"/>
                    <a:pt x="1888154" y="2074181"/>
                  </a:cubicBezTo>
                  <a:cubicBezTo>
                    <a:pt x="1857180" y="2097584"/>
                    <a:pt x="1844786" y="2125807"/>
                    <a:pt x="1855802" y="2165043"/>
                  </a:cubicBezTo>
                  <a:cubicBezTo>
                    <a:pt x="1873009" y="2225618"/>
                    <a:pt x="1888154" y="2286883"/>
                    <a:pt x="1903296" y="2348145"/>
                  </a:cubicBezTo>
                  <a:cubicBezTo>
                    <a:pt x="1911558" y="2381187"/>
                    <a:pt x="1904677" y="2399084"/>
                    <a:pt x="1876451" y="2416981"/>
                  </a:cubicBezTo>
                  <a:cubicBezTo>
                    <a:pt x="1861309" y="2426617"/>
                    <a:pt x="1845476" y="2435569"/>
                    <a:pt x="1828266" y="2441762"/>
                  </a:cubicBezTo>
                  <a:cubicBezTo>
                    <a:pt x="1797979" y="2452775"/>
                    <a:pt x="1775953" y="2447269"/>
                    <a:pt x="1755992" y="2421801"/>
                  </a:cubicBezTo>
                  <a:cubicBezTo>
                    <a:pt x="1718130" y="2374303"/>
                    <a:pt x="1680271" y="2326119"/>
                    <a:pt x="1642413" y="2277935"/>
                  </a:cubicBezTo>
                  <a:cubicBezTo>
                    <a:pt x="1605929" y="2232502"/>
                    <a:pt x="1539848" y="2226308"/>
                    <a:pt x="1495792" y="2265544"/>
                  </a:cubicBezTo>
                  <a:cubicBezTo>
                    <a:pt x="1484089" y="2275870"/>
                    <a:pt x="1478586" y="2288948"/>
                    <a:pt x="1476518" y="2304090"/>
                  </a:cubicBezTo>
                  <a:cubicBezTo>
                    <a:pt x="1467569" y="2367419"/>
                    <a:pt x="1457243" y="2430059"/>
                    <a:pt x="1450363" y="2493388"/>
                  </a:cubicBezTo>
                  <a:cubicBezTo>
                    <a:pt x="1446230" y="2526431"/>
                    <a:pt x="1433153" y="2549834"/>
                    <a:pt x="1400801" y="2560160"/>
                  </a:cubicBezTo>
                  <a:cubicBezTo>
                    <a:pt x="1373265" y="2560160"/>
                    <a:pt x="1345042" y="2560160"/>
                    <a:pt x="1317510" y="2560160"/>
                  </a:cubicBezTo>
                  <a:cubicBezTo>
                    <a:pt x="1298235" y="2548457"/>
                    <a:pt x="1287223" y="2531247"/>
                    <a:pt x="1281026" y="2509221"/>
                  </a:cubicBezTo>
                  <a:cubicBezTo>
                    <a:pt x="1264506" y="2448646"/>
                    <a:pt x="1245919" y="2388071"/>
                    <a:pt x="1229399" y="2326806"/>
                  </a:cubicBezTo>
                  <a:cubicBezTo>
                    <a:pt x="1220451" y="2294454"/>
                    <a:pt x="1200489" y="2277244"/>
                    <a:pt x="1168138" y="2273115"/>
                  </a:cubicBezTo>
                  <a:cubicBezTo>
                    <a:pt x="1155747" y="2271738"/>
                    <a:pt x="1143357" y="2269673"/>
                    <a:pt x="1130966" y="2268986"/>
                  </a:cubicBezTo>
                  <a:cubicBezTo>
                    <a:pt x="1102056" y="2266918"/>
                    <a:pt x="1082095" y="2279999"/>
                    <a:pt x="1067636" y="2304090"/>
                  </a:cubicBezTo>
                  <a:cubicBezTo>
                    <a:pt x="1062130" y="2313042"/>
                    <a:pt x="1057310" y="2321986"/>
                    <a:pt x="1051804" y="2330935"/>
                  </a:cubicBezTo>
                  <a:cubicBezTo>
                    <a:pt x="1022894" y="2379810"/>
                    <a:pt x="994671" y="2429372"/>
                    <a:pt x="965074" y="2477556"/>
                  </a:cubicBezTo>
                  <a:cubicBezTo>
                    <a:pt x="949242" y="2504401"/>
                    <a:pt x="929968" y="2511285"/>
                    <a:pt x="899680" y="2504401"/>
                  </a:cubicBezTo>
                  <a:cubicBezTo>
                    <a:pt x="881093" y="2500272"/>
                    <a:pt x="863886" y="2494075"/>
                    <a:pt x="846676" y="2486504"/>
                  </a:cubicBezTo>
                  <a:cubicBezTo>
                    <a:pt x="816389" y="2472049"/>
                    <a:pt x="806754" y="2453462"/>
                    <a:pt x="810883" y="2419733"/>
                  </a:cubicBezTo>
                  <a:cubicBezTo>
                    <a:pt x="818453" y="2357093"/>
                    <a:pt x="824647" y="2294454"/>
                    <a:pt x="833595" y="2231815"/>
                  </a:cubicBezTo>
                  <a:cubicBezTo>
                    <a:pt x="839792" y="2187760"/>
                    <a:pt x="816389" y="2163669"/>
                    <a:pt x="781969" y="2144391"/>
                  </a:cubicBezTo>
                  <a:cubicBezTo>
                    <a:pt x="748243" y="2125807"/>
                    <a:pt x="717956" y="2123056"/>
                    <a:pt x="686291" y="2149211"/>
                  </a:cubicBezTo>
                  <a:cubicBezTo>
                    <a:pt x="642236" y="2184318"/>
                    <a:pt x="596116" y="2216669"/>
                    <a:pt x="552061" y="2251089"/>
                  </a:cubicBezTo>
                  <a:cubicBezTo>
                    <a:pt x="507318" y="2286193"/>
                    <a:pt x="488044" y="2293764"/>
                    <a:pt x="432976" y="2244205"/>
                  </a:cubicBezTo>
                  <a:cubicBezTo>
                    <a:pt x="429534" y="2240763"/>
                    <a:pt x="426092" y="2237321"/>
                    <a:pt x="422650" y="2233879"/>
                  </a:cubicBezTo>
                  <a:cubicBezTo>
                    <a:pt x="395804" y="2206343"/>
                    <a:pt x="393049" y="2185005"/>
                    <a:pt x="412327" y="2151275"/>
                  </a:cubicBezTo>
                  <a:cubicBezTo>
                    <a:pt x="441924" y="2098275"/>
                    <a:pt x="472211" y="2044581"/>
                    <a:pt x="501812" y="1991577"/>
                  </a:cubicBezTo>
                  <a:cubicBezTo>
                    <a:pt x="510070" y="1976435"/>
                    <a:pt x="519018" y="1961289"/>
                    <a:pt x="516954" y="1942706"/>
                  </a:cubicBezTo>
                  <a:cubicBezTo>
                    <a:pt x="512134" y="1886950"/>
                    <a:pt x="450185" y="1842895"/>
                    <a:pt x="396491" y="1856663"/>
                  </a:cubicBezTo>
                  <a:cubicBezTo>
                    <a:pt x="334542" y="1872492"/>
                    <a:pt x="272590" y="1888328"/>
                    <a:pt x="211325" y="1904847"/>
                  </a:cubicBezTo>
                  <a:cubicBezTo>
                    <a:pt x="186544" y="1911731"/>
                    <a:pt x="167960" y="1904157"/>
                    <a:pt x="152128" y="1884886"/>
                  </a:cubicBezTo>
                  <a:cubicBezTo>
                    <a:pt x="139050" y="1869050"/>
                    <a:pt x="130789" y="1851153"/>
                    <a:pt x="122527" y="1832569"/>
                  </a:cubicBezTo>
                  <a:cubicBezTo>
                    <a:pt x="108763" y="1800217"/>
                    <a:pt x="114956" y="1776810"/>
                    <a:pt x="142492" y="1755475"/>
                  </a:cubicBezTo>
                  <a:cubicBezTo>
                    <a:pt x="187922" y="1718990"/>
                    <a:pt x="234041" y="1683197"/>
                    <a:pt x="279474" y="1646716"/>
                  </a:cubicBezTo>
                  <a:cubicBezTo>
                    <a:pt x="327658" y="1609544"/>
                    <a:pt x="331787" y="1593708"/>
                    <a:pt x="315955" y="1535889"/>
                  </a:cubicBezTo>
                  <a:cubicBezTo>
                    <a:pt x="304942" y="1498030"/>
                    <a:pt x="282226" y="1478065"/>
                    <a:pt x="242303" y="1473936"/>
                  </a:cubicBezTo>
                  <a:cubicBezTo>
                    <a:pt x="184480" y="1467739"/>
                    <a:pt x="127347" y="1456730"/>
                    <a:pt x="69523" y="1450533"/>
                  </a:cubicBezTo>
                  <a:cubicBezTo>
                    <a:pt x="36485" y="1447091"/>
                    <a:pt x="13081" y="1434014"/>
                    <a:pt x="1378" y="1402349"/>
                  </a:cubicBezTo>
                  <a:cubicBezTo>
                    <a:pt x="0" y="1372748"/>
                    <a:pt x="0" y="1345212"/>
                    <a:pt x="0" y="1316993"/>
                  </a:cubicBezTo>
                  <a:cubicBezTo>
                    <a:pt x="11017" y="1296341"/>
                    <a:pt x="28223" y="1286019"/>
                    <a:pt x="50253" y="1280509"/>
                  </a:cubicBezTo>
                  <a:cubicBezTo>
                    <a:pt x="109450" y="1264676"/>
                    <a:pt x="167273" y="1246779"/>
                    <a:pt x="226470" y="1230947"/>
                  </a:cubicBezTo>
                  <a:cubicBezTo>
                    <a:pt x="262264" y="1221311"/>
                    <a:pt x="283603" y="1201350"/>
                    <a:pt x="287045" y="1163488"/>
                  </a:cubicBezTo>
                  <a:cubicBezTo>
                    <a:pt x="287732" y="1153853"/>
                    <a:pt x="289110" y="1144217"/>
                    <a:pt x="290487" y="1134578"/>
                  </a:cubicBezTo>
                  <a:cubicBezTo>
                    <a:pt x="293929" y="1102226"/>
                    <a:pt x="279474" y="1080197"/>
                    <a:pt x="252629" y="1064368"/>
                  </a:cubicBezTo>
                  <a:cubicBezTo>
                    <a:pt x="198934" y="1033390"/>
                    <a:pt x="145934" y="1001725"/>
                    <a:pt x="92930" y="970751"/>
                  </a:cubicBezTo>
                  <a:cubicBezTo>
                    <a:pt x="53691" y="948034"/>
                    <a:pt x="46811" y="930824"/>
                    <a:pt x="58511" y="886773"/>
                  </a:cubicBezTo>
                  <a:cubicBezTo>
                    <a:pt x="59888" y="882640"/>
                    <a:pt x="60575" y="878511"/>
                    <a:pt x="61953" y="875069"/>
                  </a:cubicBezTo>
                  <a:cubicBezTo>
                    <a:pt x="79162" y="817936"/>
                    <a:pt x="94304" y="806923"/>
                    <a:pt x="152815" y="812430"/>
                  </a:cubicBezTo>
                  <a:cubicBezTo>
                    <a:pt x="209260" y="817936"/>
                    <a:pt x="265706" y="824133"/>
                    <a:pt x="322152" y="831704"/>
                  </a:cubicBezTo>
                  <a:cubicBezTo>
                    <a:pt x="366894" y="837211"/>
                    <a:pt x="386165" y="829636"/>
                    <a:pt x="408885" y="791778"/>
                  </a:cubicBezTo>
                  <a:cubicBezTo>
                    <a:pt x="441233" y="739465"/>
                    <a:pt x="439860" y="722942"/>
                    <a:pt x="402001" y="674070"/>
                  </a:cubicBezTo>
                  <a:cubicBezTo>
                    <a:pt x="366204" y="627951"/>
                    <a:pt x="331100" y="581144"/>
                    <a:pt x="296681" y="534333"/>
                  </a:cubicBezTo>
                  <a:cubicBezTo>
                    <a:pt x="276032" y="506801"/>
                    <a:pt x="276032" y="484085"/>
                    <a:pt x="296681" y="456552"/>
                  </a:cubicBezTo>
                  <a:cubicBezTo>
                    <a:pt x="307007" y="442784"/>
                    <a:pt x="318019" y="429016"/>
                    <a:pt x="331100" y="418003"/>
                  </a:cubicBezTo>
                  <a:cubicBezTo>
                    <a:pt x="357255" y="395978"/>
                    <a:pt x="375156" y="393223"/>
                    <a:pt x="404753" y="409742"/>
                  </a:cubicBezTo>
                  <a:cubicBezTo>
                    <a:pt x="457069" y="438652"/>
                    <a:pt x="510760" y="465497"/>
                    <a:pt x="561009" y="497853"/>
                  </a:cubicBezTo>
                  <a:cubicBezTo>
                    <a:pt x="618832" y="535024"/>
                    <a:pt x="658755" y="510243"/>
                    <a:pt x="700746" y="458617"/>
                  </a:cubicBezTo>
                  <a:cubicBezTo>
                    <a:pt x="714514" y="441407"/>
                    <a:pt x="709694" y="418690"/>
                    <a:pt x="704188" y="398042"/>
                  </a:cubicBezTo>
                  <a:cubicBezTo>
                    <a:pt x="689042" y="339532"/>
                    <a:pt x="673901" y="281022"/>
                    <a:pt x="658755" y="222511"/>
                  </a:cubicBezTo>
                  <a:cubicBezTo>
                    <a:pt x="647742" y="180520"/>
                    <a:pt x="654626" y="163310"/>
                    <a:pt x="691798" y="141285"/>
                  </a:cubicBezTo>
                  <a:cubicBezTo>
                    <a:pt x="700055" y="136465"/>
                    <a:pt x="708317" y="131645"/>
                    <a:pt x="717265" y="127517"/>
                  </a:cubicBezTo>
                  <a:cubicBezTo>
                    <a:pt x="762008" y="106868"/>
                    <a:pt x="781969" y="111684"/>
                    <a:pt x="812256" y="150924"/>
                  </a:cubicBezTo>
                  <a:cubicBezTo>
                    <a:pt x="848741" y="197040"/>
                    <a:pt x="885225" y="243850"/>
                    <a:pt x="921706" y="289970"/>
                  </a:cubicBezTo>
                  <a:cubicBezTo>
                    <a:pt x="956126" y="332648"/>
                    <a:pt x="1036662" y="332648"/>
                    <a:pt x="1071078" y="289279"/>
                  </a:cubicBezTo>
                  <a:cubicBezTo>
                    <a:pt x="1085533" y="270696"/>
                    <a:pt x="1085533" y="247292"/>
                    <a:pt x="1088975" y="225953"/>
                  </a:cubicBezTo>
                  <a:cubicBezTo>
                    <a:pt x="1097237" y="172259"/>
                    <a:pt x="1104121" y="118568"/>
                    <a:pt x="1111005" y="64877"/>
                  </a:cubicBezTo>
                  <a:cubicBezTo>
                    <a:pt x="1116511" y="22200"/>
                    <a:pt x="1128211" y="10496"/>
                    <a:pt x="1170889" y="2925"/>
                  </a:cubicBezTo>
                  <a:cubicBezTo>
                    <a:pt x="1188786" y="-517"/>
                    <a:pt x="1206686" y="-517"/>
                    <a:pt x="1224583" y="861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" name="sketch line">
            <a:extLst>
              <a:ext uri="{FF2B5EF4-FFF2-40B4-BE49-F238E27FC236}">
                <a16:creationId xmlns:a16="http://schemas.microsoft.com/office/drawing/2014/main" xmlns="" id="{DB17E863-922E-4C26-BD64-E8FD41D2866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669036" y="1677373"/>
            <a:ext cx="10853928" cy="18288"/>
          </a:xfrm>
          <a:custGeom>
            <a:avLst/>
            <a:gdLst>
              <a:gd name="connsiteX0" fmla="*/ 0 w 10853928"/>
              <a:gd name="connsiteY0" fmla="*/ 0 h 18288"/>
              <a:gd name="connsiteX1" fmla="*/ 461292 w 10853928"/>
              <a:gd name="connsiteY1" fmla="*/ 0 h 18288"/>
              <a:gd name="connsiteX2" fmla="*/ 1139662 w 10853928"/>
              <a:gd name="connsiteY2" fmla="*/ 0 h 18288"/>
              <a:gd name="connsiteX3" fmla="*/ 1926572 w 10853928"/>
              <a:gd name="connsiteY3" fmla="*/ 0 h 18288"/>
              <a:gd name="connsiteX4" fmla="*/ 2279325 w 10853928"/>
              <a:gd name="connsiteY4" fmla="*/ 0 h 18288"/>
              <a:gd name="connsiteX5" fmla="*/ 2632078 w 10853928"/>
              <a:gd name="connsiteY5" fmla="*/ 0 h 18288"/>
              <a:gd name="connsiteX6" fmla="*/ 3527527 w 10853928"/>
              <a:gd name="connsiteY6" fmla="*/ 0 h 18288"/>
              <a:gd name="connsiteX7" fmla="*/ 4205897 w 10853928"/>
              <a:gd name="connsiteY7" fmla="*/ 0 h 18288"/>
              <a:gd name="connsiteX8" fmla="*/ 4558650 w 10853928"/>
              <a:gd name="connsiteY8" fmla="*/ 0 h 18288"/>
              <a:gd name="connsiteX9" fmla="*/ 5237020 w 10853928"/>
              <a:gd name="connsiteY9" fmla="*/ 0 h 18288"/>
              <a:gd name="connsiteX10" fmla="*/ 6132469 w 10853928"/>
              <a:gd name="connsiteY10" fmla="*/ 0 h 18288"/>
              <a:gd name="connsiteX11" fmla="*/ 6702301 w 10853928"/>
              <a:gd name="connsiteY11" fmla="*/ 0 h 18288"/>
              <a:gd name="connsiteX12" fmla="*/ 7272132 w 10853928"/>
              <a:gd name="connsiteY12" fmla="*/ 0 h 18288"/>
              <a:gd name="connsiteX13" fmla="*/ 7950502 w 10853928"/>
              <a:gd name="connsiteY13" fmla="*/ 0 h 18288"/>
              <a:gd name="connsiteX14" fmla="*/ 8737412 w 10853928"/>
              <a:gd name="connsiteY14" fmla="*/ 0 h 18288"/>
              <a:gd name="connsiteX15" fmla="*/ 9524322 w 10853928"/>
              <a:gd name="connsiteY15" fmla="*/ 0 h 18288"/>
              <a:gd name="connsiteX16" fmla="*/ 10853928 w 10853928"/>
              <a:gd name="connsiteY16" fmla="*/ 0 h 18288"/>
              <a:gd name="connsiteX17" fmla="*/ 10853928 w 10853928"/>
              <a:gd name="connsiteY17" fmla="*/ 18288 h 18288"/>
              <a:gd name="connsiteX18" fmla="*/ 10392636 w 10853928"/>
              <a:gd name="connsiteY18" fmla="*/ 18288 h 18288"/>
              <a:gd name="connsiteX19" fmla="*/ 9497187 w 10853928"/>
              <a:gd name="connsiteY19" fmla="*/ 18288 h 18288"/>
              <a:gd name="connsiteX20" fmla="*/ 8818817 w 10853928"/>
              <a:gd name="connsiteY20" fmla="*/ 18288 h 18288"/>
              <a:gd name="connsiteX21" fmla="*/ 8466064 w 10853928"/>
              <a:gd name="connsiteY21" fmla="*/ 18288 h 18288"/>
              <a:gd name="connsiteX22" fmla="*/ 7787693 w 10853928"/>
              <a:gd name="connsiteY22" fmla="*/ 18288 h 18288"/>
              <a:gd name="connsiteX23" fmla="*/ 7217862 w 10853928"/>
              <a:gd name="connsiteY23" fmla="*/ 18288 h 18288"/>
              <a:gd name="connsiteX24" fmla="*/ 6648031 w 10853928"/>
              <a:gd name="connsiteY24" fmla="*/ 18288 h 18288"/>
              <a:gd name="connsiteX25" fmla="*/ 6078200 w 10853928"/>
              <a:gd name="connsiteY25" fmla="*/ 18288 h 18288"/>
              <a:gd name="connsiteX26" fmla="*/ 5508368 w 10853928"/>
              <a:gd name="connsiteY26" fmla="*/ 18288 h 18288"/>
              <a:gd name="connsiteX27" fmla="*/ 4721459 w 10853928"/>
              <a:gd name="connsiteY27" fmla="*/ 18288 h 18288"/>
              <a:gd name="connsiteX28" fmla="*/ 4043088 w 10853928"/>
              <a:gd name="connsiteY28" fmla="*/ 18288 h 18288"/>
              <a:gd name="connsiteX29" fmla="*/ 3690336 w 10853928"/>
              <a:gd name="connsiteY29" fmla="*/ 18288 h 18288"/>
              <a:gd name="connsiteX30" fmla="*/ 3120504 w 10853928"/>
              <a:gd name="connsiteY30" fmla="*/ 18288 h 18288"/>
              <a:gd name="connsiteX31" fmla="*/ 2333595 w 10853928"/>
              <a:gd name="connsiteY31" fmla="*/ 18288 h 18288"/>
              <a:gd name="connsiteX32" fmla="*/ 1872303 w 10853928"/>
              <a:gd name="connsiteY32" fmla="*/ 18288 h 18288"/>
              <a:gd name="connsiteX33" fmla="*/ 976854 w 10853928"/>
              <a:gd name="connsiteY33" fmla="*/ 18288 h 18288"/>
              <a:gd name="connsiteX34" fmla="*/ 0 w 10853928"/>
              <a:gd name="connsiteY34" fmla="*/ 18288 h 18288"/>
              <a:gd name="connsiteX35" fmla="*/ 0 w 10853928"/>
              <a:gd name="connsiteY35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853928" h="18288" fill="none" extrusionOk="0">
                <a:moveTo>
                  <a:pt x="0" y="0"/>
                </a:moveTo>
                <a:cubicBezTo>
                  <a:pt x="146993" y="-19076"/>
                  <a:pt x="347684" y="-4790"/>
                  <a:pt x="461292" y="0"/>
                </a:cubicBezTo>
                <a:cubicBezTo>
                  <a:pt x="574900" y="4790"/>
                  <a:pt x="808367" y="19821"/>
                  <a:pt x="1139662" y="0"/>
                </a:cubicBezTo>
                <a:cubicBezTo>
                  <a:pt x="1470957" y="-19821"/>
                  <a:pt x="1627405" y="5721"/>
                  <a:pt x="1926572" y="0"/>
                </a:cubicBezTo>
                <a:cubicBezTo>
                  <a:pt x="2225739" y="-5721"/>
                  <a:pt x="2137730" y="-3235"/>
                  <a:pt x="2279325" y="0"/>
                </a:cubicBezTo>
                <a:cubicBezTo>
                  <a:pt x="2420920" y="3235"/>
                  <a:pt x="2456518" y="9685"/>
                  <a:pt x="2632078" y="0"/>
                </a:cubicBezTo>
                <a:cubicBezTo>
                  <a:pt x="2807638" y="-9685"/>
                  <a:pt x="3211516" y="-43007"/>
                  <a:pt x="3527527" y="0"/>
                </a:cubicBezTo>
                <a:cubicBezTo>
                  <a:pt x="3843538" y="43007"/>
                  <a:pt x="4058833" y="22042"/>
                  <a:pt x="4205897" y="0"/>
                </a:cubicBezTo>
                <a:cubicBezTo>
                  <a:pt x="4352961" y="-22042"/>
                  <a:pt x="4474805" y="-11846"/>
                  <a:pt x="4558650" y="0"/>
                </a:cubicBezTo>
                <a:cubicBezTo>
                  <a:pt x="4642495" y="11846"/>
                  <a:pt x="5041928" y="-6069"/>
                  <a:pt x="5237020" y="0"/>
                </a:cubicBezTo>
                <a:cubicBezTo>
                  <a:pt x="5432112" y="6069"/>
                  <a:pt x="5943266" y="-17479"/>
                  <a:pt x="6132469" y="0"/>
                </a:cubicBezTo>
                <a:cubicBezTo>
                  <a:pt x="6321672" y="17479"/>
                  <a:pt x="6483872" y="26234"/>
                  <a:pt x="6702301" y="0"/>
                </a:cubicBezTo>
                <a:cubicBezTo>
                  <a:pt x="6920730" y="-26234"/>
                  <a:pt x="6991194" y="-15156"/>
                  <a:pt x="7272132" y="0"/>
                </a:cubicBezTo>
                <a:cubicBezTo>
                  <a:pt x="7553070" y="15156"/>
                  <a:pt x="7684444" y="-32961"/>
                  <a:pt x="7950502" y="0"/>
                </a:cubicBezTo>
                <a:cubicBezTo>
                  <a:pt x="8216560" y="32961"/>
                  <a:pt x="8493290" y="-10491"/>
                  <a:pt x="8737412" y="0"/>
                </a:cubicBezTo>
                <a:cubicBezTo>
                  <a:pt x="8981534" y="10491"/>
                  <a:pt x="9191586" y="-13899"/>
                  <a:pt x="9524322" y="0"/>
                </a:cubicBezTo>
                <a:cubicBezTo>
                  <a:pt x="9857058" y="13899"/>
                  <a:pt x="10297509" y="7485"/>
                  <a:pt x="10853928" y="0"/>
                </a:cubicBezTo>
                <a:cubicBezTo>
                  <a:pt x="10854574" y="4451"/>
                  <a:pt x="10854418" y="9226"/>
                  <a:pt x="10853928" y="18288"/>
                </a:cubicBezTo>
                <a:cubicBezTo>
                  <a:pt x="10691638" y="28522"/>
                  <a:pt x="10574319" y="29578"/>
                  <a:pt x="10392636" y="18288"/>
                </a:cubicBezTo>
                <a:cubicBezTo>
                  <a:pt x="10210953" y="6998"/>
                  <a:pt x="9836277" y="-16742"/>
                  <a:pt x="9497187" y="18288"/>
                </a:cubicBezTo>
                <a:cubicBezTo>
                  <a:pt x="9158097" y="53318"/>
                  <a:pt x="9119479" y="30714"/>
                  <a:pt x="8818817" y="18288"/>
                </a:cubicBezTo>
                <a:cubicBezTo>
                  <a:pt x="8518155" y="5863"/>
                  <a:pt x="8640037" y="6483"/>
                  <a:pt x="8466064" y="18288"/>
                </a:cubicBezTo>
                <a:cubicBezTo>
                  <a:pt x="8292091" y="30093"/>
                  <a:pt x="7997656" y="18914"/>
                  <a:pt x="7787693" y="18288"/>
                </a:cubicBezTo>
                <a:cubicBezTo>
                  <a:pt x="7577730" y="17662"/>
                  <a:pt x="7412468" y="21416"/>
                  <a:pt x="7217862" y="18288"/>
                </a:cubicBezTo>
                <a:cubicBezTo>
                  <a:pt x="7023256" y="15160"/>
                  <a:pt x="6898018" y="14824"/>
                  <a:pt x="6648031" y="18288"/>
                </a:cubicBezTo>
                <a:cubicBezTo>
                  <a:pt x="6398044" y="21752"/>
                  <a:pt x="6254402" y="38625"/>
                  <a:pt x="6078200" y="18288"/>
                </a:cubicBezTo>
                <a:cubicBezTo>
                  <a:pt x="5901998" y="-2049"/>
                  <a:pt x="5622886" y="3213"/>
                  <a:pt x="5508368" y="18288"/>
                </a:cubicBezTo>
                <a:cubicBezTo>
                  <a:pt x="5393850" y="33363"/>
                  <a:pt x="5036260" y="26830"/>
                  <a:pt x="4721459" y="18288"/>
                </a:cubicBezTo>
                <a:cubicBezTo>
                  <a:pt x="4406658" y="9746"/>
                  <a:pt x="4239221" y="41551"/>
                  <a:pt x="4043088" y="18288"/>
                </a:cubicBezTo>
                <a:cubicBezTo>
                  <a:pt x="3846955" y="-4975"/>
                  <a:pt x="3818802" y="34658"/>
                  <a:pt x="3690336" y="18288"/>
                </a:cubicBezTo>
                <a:cubicBezTo>
                  <a:pt x="3561870" y="1918"/>
                  <a:pt x="3265491" y="42194"/>
                  <a:pt x="3120504" y="18288"/>
                </a:cubicBezTo>
                <a:cubicBezTo>
                  <a:pt x="2975517" y="-5618"/>
                  <a:pt x="2720254" y="36673"/>
                  <a:pt x="2333595" y="18288"/>
                </a:cubicBezTo>
                <a:cubicBezTo>
                  <a:pt x="1946936" y="-97"/>
                  <a:pt x="2097241" y="5776"/>
                  <a:pt x="1872303" y="18288"/>
                </a:cubicBezTo>
                <a:cubicBezTo>
                  <a:pt x="1647365" y="30800"/>
                  <a:pt x="1282708" y="45380"/>
                  <a:pt x="976854" y="18288"/>
                </a:cubicBezTo>
                <a:cubicBezTo>
                  <a:pt x="671000" y="-8804"/>
                  <a:pt x="408401" y="-12775"/>
                  <a:pt x="0" y="18288"/>
                </a:cubicBezTo>
                <a:cubicBezTo>
                  <a:pt x="-213" y="9468"/>
                  <a:pt x="187" y="4459"/>
                  <a:pt x="0" y="0"/>
                </a:cubicBezTo>
                <a:close/>
              </a:path>
              <a:path w="10853928" h="18288" stroke="0" extrusionOk="0">
                <a:moveTo>
                  <a:pt x="0" y="0"/>
                </a:moveTo>
                <a:cubicBezTo>
                  <a:pt x="267322" y="15284"/>
                  <a:pt x="415388" y="-21048"/>
                  <a:pt x="569831" y="0"/>
                </a:cubicBezTo>
                <a:cubicBezTo>
                  <a:pt x="724274" y="21048"/>
                  <a:pt x="769333" y="-2353"/>
                  <a:pt x="922584" y="0"/>
                </a:cubicBezTo>
                <a:cubicBezTo>
                  <a:pt x="1075835" y="2353"/>
                  <a:pt x="1399490" y="-145"/>
                  <a:pt x="1818033" y="0"/>
                </a:cubicBezTo>
                <a:cubicBezTo>
                  <a:pt x="2236576" y="145"/>
                  <a:pt x="2145330" y="5482"/>
                  <a:pt x="2387864" y="0"/>
                </a:cubicBezTo>
                <a:cubicBezTo>
                  <a:pt x="2630398" y="-5482"/>
                  <a:pt x="2793207" y="18487"/>
                  <a:pt x="2957695" y="0"/>
                </a:cubicBezTo>
                <a:cubicBezTo>
                  <a:pt x="3122183" y="-18487"/>
                  <a:pt x="3579141" y="19003"/>
                  <a:pt x="3853144" y="0"/>
                </a:cubicBezTo>
                <a:cubicBezTo>
                  <a:pt x="4127147" y="-19003"/>
                  <a:pt x="4209857" y="12211"/>
                  <a:pt x="4314436" y="0"/>
                </a:cubicBezTo>
                <a:cubicBezTo>
                  <a:pt x="4419015" y="-12211"/>
                  <a:pt x="4762459" y="-17220"/>
                  <a:pt x="5209885" y="0"/>
                </a:cubicBezTo>
                <a:cubicBezTo>
                  <a:pt x="5657311" y="17220"/>
                  <a:pt x="5692663" y="-3290"/>
                  <a:pt x="6105335" y="0"/>
                </a:cubicBezTo>
                <a:cubicBezTo>
                  <a:pt x="6518007" y="3290"/>
                  <a:pt x="6455516" y="-5124"/>
                  <a:pt x="6783705" y="0"/>
                </a:cubicBezTo>
                <a:cubicBezTo>
                  <a:pt x="7111894" y="5124"/>
                  <a:pt x="7441941" y="-17829"/>
                  <a:pt x="7679154" y="0"/>
                </a:cubicBezTo>
                <a:cubicBezTo>
                  <a:pt x="7916367" y="17829"/>
                  <a:pt x="8102967" y="-24363"/>
                  <a:pt x="8248985" y="0"/>
                </a:cubicBezTo>
                <a:cubicBezTo>
                  <a:pt x="8395003" y="24363"/>
                  <a:pt x="8552393" y="25505"/>
                  <a:pt x="8818817" y="0"/>
                </a:cubicBezTo>
                <a:cubicBezTo>
                  <a:pt x="9085241" y="-25505"/>
                  <a:pt x="9411308" y="38000"/>
                  <a:pt x="9605726" y="0"/>
                </a:cubicBezTo>
                <a:cubicBezTo>
                  <a:pt x="9800144" y="-38000"/>
                  <a:pt x="10006468" y="-25741"/>
                  <a:pt x="10175558" y="0"/>
                </a:cubicBezTo>
                <a:cubicBezTo>
                  <a:pt x="10344648" y="25741"/>
                  <a:pt x="10696282" y="695"/>
                  <a:pt x="10853928" y="0"/>
                </a:cubicBezTo>
                <a:cubicBezTo>
                  <a:pt x="10853521" y="8690"/>
                  <a:pt x="10853774" y="14141"/>
                  <a:pt x="10853928" y="18288"/>
                </a:cubicBezTo>
                <a:cubicBezTo>
                  <a:pt x="10608124" y="24255"/>
                  <a:pt x="10343415" y="22307"/>
                  <a:pt x="10067018" y="18288"/>
                </a:cubicBezTo>
                <a:cubicBezTo>
                  <a:pt x="9790621" y="14270"/>
                  <a:pt x="9843266" y="3564"/>
                  <a:pt x="9714266" y="18288"/>
                </a:cubicBezTo>
                <a:cubicBezTo>
                  <a:pt x="9585266" y="33012"/>
                  <a:pt x="9379484" y="1875"/>
                  <a:pt x="9252974" y="18288"/>
                </a:cubicBezTo>
                <a:cubicBezTo>
                  <a:pt x="9126464" y="34701"/>
                  <a:pt x="8580678" y="-4904"/>
                  <a:pt x="8357525" y="18288"/>
                </a:cubicBezTo>
                <a:cubicBezTo>
                  <a:pt x="8134372" y="41480"/>
                  <a:pt x="7903199" y="26458"/>
                  <a:pt x="7679154" y="18288"/>
                </a:cubicBezTo>
                <a:cubicBezTo>
                  <a:pt x="7455109" y="10118"/>
                  <a:pt x="7435944" y="27109"/>
                  <a:pt x="7217862" y="18288"/>
                </a:cubicBezTo>
                <a:cubicBezTo>
                  <a:pt x="6999780" y="9467"/>
                  <a:pt x="6680409" y="18985"/>
                  <a:pt x="6539492" y="18288"/>
                </a:cubicBezTo>
                <a:cubicBezTo>
                  <a:pt x="6398575" y="17592"/>
                  <a:pt x="6312077" y="33018"/>
                  <a:pt x="6186739" y="18288"/>
                </a:cubicBezTo>
                <a:cubicBezTo>
                  <a:pt x="6061401" y="3558"/>
                  <a:pt x="5947033" y="12075"/>
                  <a:pt x="5833986" y="18288"/>
                </a:cubicBezTo>
                <a:cubicBezTo>
                  <a:pt x="5720939" y="24501"/>
                  <a:pt x="5482226" y="8586"/>
                  <a:pt x="5155616" y="18288"/>
                </a:cubicBezTo>
                <a:cubicBezTo>
                  <a:pt x="4829006" y="27991"/>
                  <a:pt x="4841274" y="29316"/>
                  <a:pt x="4694324" y="18288"/>
                </a:cubicBezTo>
                <a:cubicBezTo>
                  <a:pt x="4547374" y="7260"/>
                  <a:pt x="4077675" y="7013"/>
                  <a:pt x="3907414" y="18288"/>
                </a:cubicBezTo>
                <a:cubicBezTo>
                  <a:pt x="3737153" y="29564"/>
                  <a:pt x="3538393" y="21630"/>
                  <a:pt x="3446122" y="18288"/>
                </a:cubicBezTo>
                <a:cubicBezTo>
                  <a:pt x="3353851" y="14946"/>
                  <a:pt x="2990320" y="-8091"/>
                  <a:pt x="2659212" y="18288"/>
                </a:cubicBezTo>
                <a:cubicBezTo>
                  <a:pt x="2328104" y="44667"/>
                  <a:pt x="2427653" y="9607"/>
                  <a:pt x="2306460" y="18288"/>
                </a:cubicBezTo>
                <a:cubicBezTo>
                  <a:pt x="2185267" y="26969"/>
                  <a:pt x="1719763" y="3717"/>
                  <a:pt x="1519550" y="18288"/>
                </a:cubicBezTo>
                <a:cubicBezTo>
                  <a:pt x="1319337" y="32860"/>
                  <a:pt x="1167371" y="17040"/>
                  <a:pt x="1058258" y="18288"/>
                </a:cubicBezTo>
                <a:cubicBezTo>
                  <a:pt x="949145" y="19536"/>
                  <a:pt x="780234" y="31447"/>
                  <a:pt x="705505" y="18288"/>
                </a:cubicBezTo>
                <a:cubicBezTo>
                  <a:pt x="630776" y="5129"/>
                  <a:pt x="215796" y="30056"/>
                  <a:pt x="0" y="18288"/>
                </a:cubicBezTo>
                <a:cubicBezTo>
                  <a:pt x="-53" y="11301"/>
                  <a:pt x="-649" y="7756"/>
                  <a:pt x="0" y="0"/>
                </a:cubicBezTo>
                <a:close/>
              </a:path>
            </a:pathLst>
          </a:custGeom>
          <a:solidFill>
            <a:srgbClr val="3F88FB"/>
          </a:solidFill>
          <a:ln w="41275" cap="rnd">
            <a:solidFill>
              <a:schemeClr val="accent1">
                <a:lumMod val="40000"/>
                <a:lumOff val="60000"/>
              </a:schemeClr>
            </a:solidFill>
            <a:round/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Google Shape;139;p15"/>
          <p:cNvSpPr txBox="1">
            <a:spLocks/>
          </p:cNvSpPr>
          <p:nvPr/>
        </p:nvSpPr>
        <p:spPr>
          <a:xfrm>
            <a:off x="669018" y="561407"/>
            <a:ext cx="10515600" cy="1325563"/>
          </a:xfrm>
          <a:prstGeom prst="rect">
            <a:avLst/>
          </a:prstGeom>
        </p:spPr>
        <p:txBody>
          <a:bodyPr spcFirstLastPara="1" lIns="91425" tIns="45700" rIns="91425" bIns="45700" anchorCtr="0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Bef>
                <a:spcPts val="0"/>
              </a:spcBef>
              <a:buClr>
                <a:schemeClr val="dk1"/>
              </a:buClr>
              <a:buSzPct val="108108"/>
              <a:buFont typeface="Corbel"/>
              <a:buNone/>
            </a:pP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Графично моделиране на БД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Правоъгълник 1"/>
          <p:cNvSpPr/>
          <p:nvPr/>
        </p:nvSpPr>
        <p:spPr>
          <a:xfrm>
            <a:off x="3155568" y="1748909"/>
            <a:ext cx="8837214" cy="51090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bg-BG" sz="2000" dirty="0" smtClean="0">
                <a:solidFill>
                  <a:schemeClr val="bg1"/>
                </a:solidFill>
              </a:rPr>
              <a:t>Имаме 2 графични подхода:</a:t>
            </a:r>
          </a:p>
          <a:p>
            <a:endParaRPr lang="bg-BG" dirty="0">
              <a:solidFill>
                <a:schemeClr val="bg1"/>
              </a:solidFill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bg-BG" dirty="0" smtClean="0">
                <a:solidFill>
                  <a:schemeClr val="bg1"/>
                </a:solidFill>
              </a:rPr>
              <a:t>Първо БД, после </a:t>
            </a:r>
            <a:r>
              <a:rPr lang="en-US" dirty="0" smtClean="0">
                <a:solidFill>
                  <a:schemeClr val="bg1"/>
                </a:solidFill>
              </a:rPr>
              <a:t>ER-</a:t>
            </a:r>
            <a:r>
              <a:rPr lang="bg-BG" dirty="0" smtClean="0">
                <a:solidFill>
                  <a:schemeClr val="bg1"/>
                </a:solidFill>
              </a:rPr>
              <a:t>диаграма </a:t>
            </a:r>
            <a:r>
              <a:rPr lang="en-US" dirty="0" smtClean="0">
                <a:solidFill>
                  <a:schemeClr val="bg1"/>
                </a:solidFill>
              </a:rPr>
              <a:t>Reverse Engineer</a:t>
            </a:r>
            <a:r>
              <a:rPr lang="bg-BG" dirty="0" smtClean="0">
                <a:solidFill>
                  <a:schemeClr val="bg1"/>
                </a:solidFill>
              </a:rPr>
              <a:t>.</a:t>
            </a:r>
          </a:p>
          <a:p>
            <a:endParaRPr lang="bg-BG" dirty="0">
              <a:solidFill>
                <a:schemeClr val="bg1"/>
              </a:solidFill>
            </a:endParaRPr>
          </a:p>
          <a:p>
            <a:r>
              <a:rPr lang="bg-BG" dirty="0" smtClean="0">
                <a:solidFill>
                  <a:schemeClr val="bg1"/>
                </a:solidFill>
              </a:rPr>
              <a:t>Създаваме таблиците с графичния интерфейс (бутони и </a:t>
            </a:r>
            <a:r>
              <a:rPr lang="bg-BG" dirty="0" err="1" smtClean="0">
                <a:solidFill>
                  <a:schemeClr val="bg1"/>
                </a:solidFill>
              </a:rPr>
              <a:t>кликания</a:t>
            </a:r>
            <a:r>
              <a:rPr lang="bg-BG" dirty="0" smtClean="0">
                <a:solidFill>
                  <a:schemeClr val="bg1"/>
                </a:solidFill>
              </a:rPr>
              <a:t>) – определяме типа на данните, създаваме връзките между тях, попълваме ги. </a:t>
            </a:r>
            <a:r>
              <a:rPr lang="en-US" dirty="0" smtClean="0">
                <a:solidFill>
                  <a:schemeClr val="bg1"/>
                </a:solidFill>
              </a:rPr>
              <a:t>SQL </a:t>
            </a:r>
            <a:r>
              <a:rPr lang="bg-BG" dirty="0" smtClean="0">
                <a:solidFill>
                  <a:schemeClr val="bg1"/>
                </a:solidFill>
              </a:rPr>
              <a:t>генерира автоматично код, който обикновено е пълен с повторения. Всяко </a:t>
            </a:r>
            <a:r>
              <a:rPr lang="bg-BG" dirty="0" err="1" smtClean="0">
                <a:solidFill>
                  <a:schemeClr val="bg1"/>
                </a:solidFill>
              </a:rPr>
              <a:t>скрулиране</a:t>
            </a:r>
            <a:r>
              <a:rPr lang="bg-BG" dirty="0" smtClean="0">
                <a:solidFill>
                  <a:schemeClr val="bg1"/>
                </a:solidFill>
              </a:rPr>
              <a:t> с мишката и </a:t>
            </a:r>
            <a:r>
              <a:rPr lang="en-US" dirty="0" smtClean="0">
                <a:solidFill>
                  <a:schemeClr val="bg1"/>
                </a:solidFill>
              </a:rPr>
              <a:t>Apply </a:t>
            </a:r>
            <a:r>
              <a:rPr lang="bg-BG" dirty="0" smtClean="0">
                <a:solidFill>
                  <a:schemeClr val="bg1"/>
                </a:solidFill>
              </a:rPr>
              <a:t>бавят процеса. Разглеждаме автоматично създадената диаграма с </a:t>
            </a:r>
            <a:r>
              <a:rPr lang="en-US" dirty="0" smtClean="0">
                <a:solidFill>
                  <a:schemeClr val="bg1"/>
                </a:solidFill>
              </a:rPr>
              <a:t>Reverse Engineer</a:t>
            </a:r>
            <a:r>
              <a:rPr lang="bg-BG" dirty="0" smtClean="0">
                <a:solidFill>
                  <a:schemeClr val="bg1"/>
                </a:solidFill>
              </a:rPr>
              <a:t>. Допускат се повече грешки и редакции.</a:t>
            </a:r>
          </a:p>
          <a:p>
            <a:endParaRPr lang="bg-BG" dirty="0">
              <a:solidFill>
                <a:schemeClr val="bg1"/>
              </a:solidFill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bg-BG" dirty="0" smtClean="0">
                <a:solidFill>
                  <a:schemeClr val="bg1"/>
                </a:solidFill>
              </a:rPr>
              <a:t>Първо </a:t>
            </a:r>
            <a:r>
              <a:rPr lang="en-US" dirty="0" smtClean="0">
                <a:solidFill>
                  <a:schemeClr val="bg1"/>
                </a:solidFill>
              </a:rPr>
              <a:t>ER-</a:t>
            </a:r>
            <a:r>
              <a:rPr lang="bg-BG" dirty="0" smtClean="0">
                <a:solidFill>
                  <a:schemeClr val="bg1"/>
                </a:solidFill>
              </a:rPr>
              <a:t>диаграма като чернова, а после БД по нея</a:t>
            </a:r>
            <a:r>
              <a:rPr lang="en-US" dirty="0" smtClean="0">
                <a:solidFill>
                  <a:schemeClr val="bg1"/>
                </a:solidFill>
              </a:rPr>
              <a:t>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>
              <a:solidFill>
                <a:schemeClr val="bg1"/>
              </a:solidFill>
            </a:endParaRPr>
          </a:p>
          <a:p>
            <a:r>
              <a:rPr lang="bg-BG" dirty="0" smtClean="0">
                <a:solidFill>
                  <a:schemeClr val="bg1"/>
                </a:solidFill>
              </a:rPr>
              <a:t>Използваме диаграмата като празна чернова, в която създаваме нови таблици (тогава няма значение големината на буквите и интервалите), попълваме нагледно атрибутите, типовете на данните и осмисляме ключове и връзки. Това не е истинска </a:t>
            </a:r>
            <a:r>
              <a:rPr lang="en-US" dirty="0" smtClean="0">
                <a:solidFill>
                  <a:schemeClr val="bg1"/>
                </a:solidFill>
              </a:rPr>
              <a:t>BD</a:t>
            </a:r>
            <a:r>
              <a:rPr lang="bg-BG" dirty="0" smtClean="0">
                <a:solidFill>
                  <a:schemeClr val="bg1"/>
                </a:solidFill>
              </a:rPr>
              <a:t>, няма </a:t>
            </a:r>
            <a:r>
              <a:rPr lang="en-US" dirty="0" smtClean="0">
                <a:solidFill>
                  <a:schemeClr val="bg1"/>
                </a:solidFill>
              </a:rPr>
              <a:t>Apply, </a:t>
            </a:r>
            <a:r>
              <a:rPr lang="bg-BG" dirty="0" smtClean="0">
                <a:solidFill>
                  <a:schemeClr val="bg1"/>
                </a:solidFill>
              </a:rPr>
              <a:t>не могат да се попълнят данни. Създаваме БД по нея с </a:t>
            </a:r>
            <a:r>
              <a:rPr lang="en-US" dirty="0" smtClean="0">
                <a:solidFill>
                  <a:schemeClr val="bg1"/>
                </a:solidFill>
              </a:rPr>
              <a:t>Forward Engineer</a:t>
            </a:r>
            <a:r>
              <a:rPr lang="bg-BG" dirty="0" smtClean="0">
                <a:solidFill>
                  <a:schemeClr val="bg1"/>
                </a:solidFill>
              </a:rPr>
              <a:t>.  </a:t>
            </a:r>
          </a:p>
        </p:txBody>
      </p:sp>
      <p:pic>
        <p:nvPicPr>
          <p:cNvPr id="3" name="Картина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338793" y="1906752"/>
            <a:ext cx="1447800" cy="904875"/>
          </a:xfrm>
          <a:prstGeom prst="rect">
            <a:avLst/>
          </a:prstGeom>
        </p:spPr>
      </p:pic>
      <p:pic>
        <p:nvPicPr>
          <p:cNvPr id="13" name="Картина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432836" y="4281658"/>
            <a:ext cx="1543050" cy="1133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443279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3" name="Картина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5888" y="2733334"/>
            <a:ext cx="7067550" cy="4019550"/>
          </a:xfrm>
          <a:prstGeom prst="rect">
            <a:avLst/>
          </a:prstGeom>
        </p:spPr>
      </p:pic>
      <p:pic>
        <p:nvPicPr>
          <p:cNvPr id="5" name="Картина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84706" y="127639"/>
            <a:ext cx="5238750" cy="2486025"/>
          </a:xfrm>
          <a:prstGeom prst="rect">
            <a:avLst/>
          </a:prstGeom>
        </p:spPr>
      </p:pic>
      <p:sp>
        <p:nvSpPr>
          <p:cNvPr id="6" name="Текстово поле 5"/>
          <p:cNvSpPr txBox="1"/>
          <p:nvPr/>
        </p:nvSpPr>
        <p:spPr>
          <a:xfrm>
            <a:off x="8577767" y="880824"/>
            <a:ext cx="236707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dirty="0" smtClean="0">
                <a:solidFill>
                  <a:schemeClr val="bg1"/>
                </a:solidFill>
              </a:rPr>
              <a:t>Създаване на БД -&gt; </a:t>
            </a:r>
            <a:r>
              <a:rPr lang="en-US" dirty="0" smtClean="0">
                <a:solidFill>
                  <a:schemeClr val="bg1"/>
                </a:solidFill>
              </a:rPr>
              <a:t>ER-</a:t>
            </a:r>
            <a:r>
              <a:rPr lang="bg-BG" dirty="0" smtClean="0">
                <a:solidFill>
                  <a:schemeClr val="bg1"/>
                </a:solidFill>
              </a:rPr>
              <a:t>диаграма</a:t>
            </a:r>
            <a:endParaRPr lang="bg-BG" dirty="0">
              <a:solidFill>
                <a:schemeClr val="bg1"/>
              </a:solidFill>
            </a:endParaRPr>
          </a:p>
        </p:txBody>
      </p:sp>
      <p:sp>
        <p:nvSpPr>
          <p:cNvPr id="33" name="Текстово поле 32"/>
          <p:cNvSpPr txBox="1"/>
          <p:nvPr/>
        </p:nvSpPr>
        <p:spPr>
          <a:xfrm>
            <a:off x="9111259" y="3517206"/>
            <a:ext cx="366717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ER-</a:t>
            </a:r>
            <a:r>
              <a:rPr lang="bg-BG" dirty="0" smtClean="0">
                <a:solidFill>
                  <a:schemeClr val="bg1"/>
                </a:solidFill>
              </a:rPr>
              <a:t>диаграма -&gt; БД </a:t>
            </a:r>
            <a:endParaRPr lang="bg-BG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82477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9" name="Текстово поле 28"/>
          <p:cNvSpPr txBox="1"/>
          <p:nvPr/>
        </p:nvSpPr>
        <p:spPr>
          <a:xfrm>
            <a:off x="1143523" y="235306"/>
            <a:ext cx="95432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smtClean="0">
                <a:solidFill>
                  <a:schemeClr val="bg1"/>
                </a:solidFill>
              </a:rPr>
              <a:t>SQL-</a:t>
            </a:r>
            <a:r>
              <a:rPr lang="bg-BG" sz="2800" b="1" dirty="0" smtClean="0">
                <a:solidFill>
                  <a:schemeClr val="bg1"/>
                </a:solidFill>
              </a:rPr>
              <a:t>подход</a:t>
            </a:r>
            <a:r>
              <a:rPr lang="en-US" sz="2800" b="1" dirty="0" smtClean="0">
                <a:solidFill>
                  <a:schemeClr val="bg1"/>
                </a:solidFill>
              </a:rPr>
              <a:t> (</a:t>
            </a:r>
            <a:r>
              <a:rPr lang="bg-BG" sz="2800" b="1" dirty="0" smtClean="0">
                <a:solidFill>
                  <a:schemeClr val="bg1"/>
                </a:solidFill>
              </a:rPr>
              <a:t>без </a:t>
            </a:r>
            <a:r>
              <a:rPr lang="en-US" sz="2800" b="1" dirty="0" smtClean="0">
                <a:solidFill>
                  <a:schemeClr val="bg1"/>
                </a:solidFill>
              </a:rPr>
              <a:t>GUI)</a:t>
            </a:r>
            <a:endParaRPr lang="bg-BG" sz="2800" b="1" dirty="0" smtClean="0">
              <a:solidFill>
                <a:schemeClr val="bg1"/>
              </a:solidFill>
            </a:endParaRPr>
          </a:p>
        </p:txBody>
      </p:sp>
      <p:sp>
        <p:nvSpPr>
          <p:cNvPr id="30" name="Текстово поле 29"/>
          <p:cNvSpPr txBox="1"/>
          <p:nvPr/>
        </p:nvSpPr>
        <p:spPr>
          <a:xfrm>
            <a:off x="6681745" y="918244"/>
            <a:ext cx="4577941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sz="2400" dirty="0" smtClean="0">
                <a:solidFill>
                  <a:schemeClr val="bg1"/>
                </a:solidFill>
              </a:rPr>
              <a:t>Крайна цел е целият графичен интерфейс да отпадне, защото забавя процеса и добавя много излишен код, и създаването на цяла БД с всички таблици, връзки и данни в нея – всичко това може да бъде създадено само с 1 </a:t>
            </a:r>
            <a:r>
              <a:rPr lang="en-US" sz="2400" dirty="0" smtClean="0">
                <a:solidFill>
                  <a:schemeClr val="bg1"/>
                </a:solidFill>
              </a:rPr>
              <a:t>SQL </a:t>
            </a:r>
            <a:r>
              <a:rPr lang="bg-BG" sz="2400" dirty="0" smtClean="0">
                <a:solidFill>
                  <a:schemeClr val="bg1"/>
                </a:solidFill>
              </a:rPr>
              <a:t>файл, който може да бъде пренасян на различни компютри.</a:t>
            </a:r>
            <a:endParaRPr lang="bg-BG" sz="2400" dirty="0">
              <a:solidFill>
                <a:schemeClr val="bg1"/>
              </a:solidFill>
            </a:endParaRPr>
          </a:p>
        </p:txBody>
      </p:sp>
      <p:pic>
        <p:nvPicPr>
          <p:cNvPr id="2" name="Картина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34178" y="1413878"/>
            <a:ext cx="3011247" cy="2578257"/>
          </a:xfrm>
          <a:prstGeom prst="rect">
            <a:avLst/>
          </a:prstGeom>
        </p:spPr>
      </p:pic>
      <p:pic>
        <p:nvPicPr>
          <p:cNvPr id="3" name="Картина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9041" y="4592401"/>
            <a:ext cx="5930828" cy="18735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5461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9" name="Текстово поле 28"/>
          <p:cNvSpPr txBox="1"/>
          <p:nvPr/>
        </p:nvSpPr>
        <p:spPr>
          <a:xfrm>
            <a:off x="1760875" y="287218"/>
            <a:ext cx="95432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2800" b="1" dirty="0" smtClean="0">
                <a:solidFill>
                  <a:schemeClr val="bg1"/>
                </a:solidFill>
              </a:rPr>
              <a:t>АНОМАЛИИ</a:t>
            </a:r>
          </a:p>
        </p:txBody>
      </p:sp>
      <p:sp>
        <p:nvSpPr>
          <p:cNvPr id="30" name="Текстово поле 29"/>
          <p:cNvSpPr txBox="1"/>
          <p:nvPr/>
        </p:nvSpPr>
        <p:spPr>
          <a:xfrm>
            <a:off x="2285086" y="1001691"/>
            <a:ext cx="9610749" cy="75713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dirty="0" smtClean="0">
                <a:solidFill>
                  <a:schemeClr val="bg1"/>
                </a:solidFill>
              </a:rPr>
              <a:t>Аномалиите в релационния модел се отнасят до несъответствия или грешки, в следствие от неправилно проектиране на БД и излишество на данни (повторения).</a:t>
            </a:r>
          </a:p>
          <a:p>
            <a:endParaRPr lang="bg-BG" dirty="0" smtClean="0">
              <a:solidFill>
                <a:schemeClr val="bg1"/>
              </a:solidFill>
            </a:endParaRPr>
          </a:p>
          <a:p>
            <a:endParaRPr lang="bg-BG" dirty="0">
              <a:solidFill>
                <a:schemeClr val="bg1"/>
              </a:solidFill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bg-BG" sz="2400" dirty="0" smtClean="0">
                <a:solidFill>
                  <a:schemeClr val="bg1"/>
                </a:solidFill>
              </a:rPr>
              <a:t>Аномалии на вмъкване (добавяне) </a:t>
            </a:r>
            <a:r>
              <a:rPr lang="en-US" sz="2400" b="1" dirty="0" smtClean="0">
                <a:solidFill>
                  <a:schemeClr val="bg1"/>
                </a:solidFill>
              </a:rPr>
              <a:t>Insert</a:t>
            </a:r>
          </a:p>
          <a:p>
            <a:endParaRPr lang="en-US" dirty="0" smtClean="0">
              <a:solidFill>
                <a:schemeClr val="bg1"/>
              </a:solidFill>
            </a:endParaRPr>
          </a:p>
          <a:p>
            <a:r>
              <a:rPr lang="bg-BG" dirty="0" smtClean="0">
                <a:solidFill>
                  <a:schemeClr val="bg1"/>
                </a:solidFill>
              </a:rPr>
              <a:t>Ако при попълване на 1 поле, друго не може да бъде оставено празно </a:t>
            </a:r>
            <a:r>
              <a:rPr lang="en-US" dirty="0" smtClean="0">
                <a:solidFill>
                  <a:schemeClr val="bg1"/>
                </a:solidFill>
              </a:rPr>
              <a:t>NN</a:t>
            </a:r>
            <a:r>
              <a:rPr lang="bg-BG" dirty="0" smtClean="0">
                <a:solidFill>
                  <a:schemeClr val="bg1"/>
                </a:solidFill>
              </a:rPr>
              <a:t>.</a:t>
            </a:r>
          </a:p>
          <a:p>
            <a:pPr marL="285750" indent="-285750">
              <a:buFont typeface="Wingdings" panose="05000000000000000000" pitchFamily="2" charset="2"/>
              <a:buChar char="Ø"/>
            </a:pPr>
            <a:endParaRPr lang="en-US" dirty="0">
              <a:solidFill>
                <a:schemeClr val="bg1"/>
              </a:solidFill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bg-BG" sz="2400" dirty="0">
                <a:solidFill>
                  <a:schemeClr val="bg1"/>
                </a:solidFill>
              </a:rPr>
              <a:t>Аномалии на редактиране на данни </a:t>
            </a:r>
            <a:r>
              <a:rPr lang="en-US" sz="2400" b="1" dirty="0">
                <a:solidFill>
                  <a:schemeClr val="bg1"/>
                </a:solidFill>
              </a:rPr>
              <a:t>Update</a:t>
            </a:r>
            <a:endParaRPr lang="bg-BG" sz="2400" b="1" dirty="0">
              <a:solidFill>
                <a:schemeClr val="bg1"/>
              </a:solidFill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endParaRPr lang="en-US" dirty="0" smtClean="0">
              <a:solidFill>
                <a:schemeClr val="bg1"/>
              </a:solidFill>
            </a:endParaRPr>
          </a:p>
          <a:p>
            <a:r>
              <a:rPr lang="bg-BG" dirty="0" smtClean="0">
                <a:solidFill>
                  <a:schemeClr val="bg1"/>
                </a:solidFill>
              </a:rPr>
              <a:t>Ако имаме излишна </a:t>
            </a:r>
            <a:r>
              <a:rPr lang="bg-BG" dirty="0" err="1" smtClean="0">
                <a:solidFill>
                  <a:schemeClr val="bg1"/>
                </a:solidFill>
              </a:rPr>
              <a:t>дубликация</a:t>
            </a:r>
            <a:r>
              <a:rPr lang="bg-BG" dirty="0" smtClean="0">
                <a:solidFill>
                  <a:schemeClr val="bg1"/>
                </a:solidFill>
              </a:rPr>
              <a:t> на данни и 1 редакция трябва да се отрази </a:t>
            </a:r>
          </a:p>
          <a:p>
            <a:r>
              <a:rPr lang="bg-BG" dirty="0" smtClean="0">
                <a:solidFill>
                  <a:schemeClr val="bg1"/>
                </a:solidFill>
              </a:rPr>
              <a:t>на много места.</a:t>
            </a:r>
            <a:endParaRPr lang="en-US" dirty="0" smtClean="0">
              <a:solidFill>
                <a:schemeClr val="bg1"/>
              </a:solidFill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endParaRPr lang="en-US" dirty="0">
              <a:solidFill>
                <a:schemeClr val="bg1"/>
              </a:solidFill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bg-BG" sz="2400" dirty="0" smtClean="0">
                <a:solidFill>
                  <a:schemeClr val="bg1"/>
                </a:solidFill>
              </a:rPr>
              <a:t>Аномалии на изтриване </a:t>
            </a:r>
            <a:r>
              <a:rPr lang="en-US" sz="2400" b="1" dirty="0" smtClean="0">
                <a:solidFill>
                  <a:schemeClr val="bg1"/>
                </a:solidFill>
              </a:rPr>
              <a:t>Delete</a:t>
            </a:r>
          </a:p>
          <a:p>
            <a:pPr marL="285750" indent="-285750">
              <a:buFont typeface="Wingdings" panose="05000000000000000000" pitchFamily="2" charset="2"/>
              <a:buChar char="Ø"/>
            </a:pPr>
            <a:endParaRPr lang="en-US" dirty="0">
              <a:solidFill>
                <a:schemeClr val="bg1"/>
              </a:solidFill>
            </a:endParaRPr>
          </a:p>
          <a:p>
            <a:r>
              <a:rPr lang="bg-BG" dirty="0" smtClean="0">
                <a:solidFill>
                  <a:schemeClr val="bg1"/>
                </a:solidFill>
              </a:rPr>
              <a:t>Ако изтрием 1 запис, се изтрие друга информация, която не </a:t>
            </a:r>
          </a:p>
          <a:p>
            <a:r>
              <a:rPr lang="bg-BG" dirty="0">
                <a:solidFill>
                  <a:schemeClr val="bg1"/>
                </a:solidFill>
              </a:rPr>
              <a:t>т</a:t>
            </a:r>
            <a:r>
              <a:rPr lang="bg-BG" dirty="0" smtClean="0">
                <a:solidFill>
                  <a:schemeClr val="bg1"/>
                </a:solidFill>
              </a:rPr>
              <a:t>рябва, защото данните са свързани и зависими.</a:t>
            </a:r>
            <a:endParaRPr lang="en-US" dirty="0" smtClean="0">
              <a:solidFill>
                <a:schemeClr val="bg1"/>
              </a:solidFill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endParaRPr lang="en-US" dirty="0">
              <a:solidFill>
                <a:schemeClr val="bg1"/>
              </a:solidFill>
            </a:endParaRPr>
          </a:p>
          <a:p>
            <a:endParaRPr lang="bg-BG" dirty="0">
              <a:solidFill>
                <a:schemeClr val="bg1"/>
              </a:solidFill>
            </a:endParaRPr>
          </a:p>
          <a:p>
            <a:endParaRPr lang="bg-BG" dirty="0" smtClean="0">
              <a:solidFill>
                <a:schemeClr val="bg1"/>
              </a:solidFill>
            </a:endParaRPr>
          </a:p>
          <a:p>
            <a:endParaRPr lang="bg-BG" dirty="0">
              <a:solidFill>
                <a:schemeClr val="bg1"/>
              </a:solidFill>
            </a:endParaRPr>
          </a:p>
          <a:p>
            <a:endParaRPr lang="bg-BG" dirty="0" smtClean="0">
              <a:solidFill>
                <a:schemeClr val="bg1"/>
              </a:solidFill>
            </a:endParaRPr>
          </a:p>
          <a:p>
            <a:endParaRPr lang="bg-BG" dirty="0">
              <a:solidFill>
                <a:schemeClr val="bg1"/>
              </a:solidFill>
            </a:endParaRPr>
          </a:p>
          <a:p>
            <a:endParaRPr lang="bg-BG" dirty="0" smtClean="0">
              <a:solidFill>
                <a:schemeClr val="bg1"/>
              </a:solidFill>
            </a:endParaRPr>
          </a:p>
          <a:p>
            <a:endParaRPr lang="bg-BG" dirty="0">
              <a:solidFill>
                <a:schemeClr val="bg1"/>
              </a:solidFill>
            </a:endParaRPr>
          </a:p>
          <a:p>
            <a:endParaRPr lang="bg-BG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73271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4">
            <a:extLst>
              <a:ext uri="{FF2B5EF4-FFF2-40B4-BE49-F238E27FC236}">
                <a16:creationId xmlns:a16="http://schemas.microsoft.com/office/drawing/2014/main" xmlns="" id="{F1F921C4-069F-4DCF-9676-732A733FD8B5}"/>
              </a:ext>
            </a:extLst>
          </p:cNvPr>
          <p:cNvGrpSpPr/>
          <p:nvPr/>
        </p:nvGrpSpPr>
        <p:grpSpPr>
          <a:xfrm>
            <a:off x="170245" y="1963189"/>
            <a:ext cx="3068653" cy="4761564"/>
            <a:chOff x="3027347" y="1196652"/>
            <a:chExt cx="3068653" cy="4761564"/>
          </a:xfrm>
        </p:grpSpPr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xmlns="" id="{C90A3EA6-6720-4CC1-BD0A-9BBAC45B4FAB}"/>
                </a:ext>
              </a:extLst>
            </p:cNvPr>
            <p:cNvSpPr/>
            <p:nvPr/>
          </p:nvSpPr>
          <p:spPr>
            <a:xfrm flipH="1">
              <a:off x="4803286" y="1196652"/>
              <a:ext cx="1292714" cy="1291524"/>
            </a:xfrm>
            <a:custGeom>
              <a:avLst/>
              <a:gdLst>
                <a:gd name="connsiteX0" fmla="*/ 826188 w 1857200"/>
                <a:gd name="connsiteY0" fmla="*/ 1242524 h 1855491"/>
                <a:gd name="connsiteX1" fmla="*/ 714639 w 1857200"/>
                <a:gd name="connsiteY1" fmla="*/ 1349619 h 1855491"/>
                <a:gd name="connsiteX2" fmla="*/ 822797 w 1857200"/>
                <a:gd name="connsiteY2" fmla="*/ 1461776 h 1855491"/>
                <a:gd name="connsiteX3" fmla="*/ 936118 w 1857200"/>
                <a:gd name="connsiteY3" fmla="*/ 1355996 h 1855491"/>
                <a:gd name="connsiteX4" fmla="*/ 826188 w 1857200"/>
                <a:gd name="connsiteY4" fmla="*/ 1242524 h 1855491"/>
                <a:gd name="connsiteX5" fmla="*/ 1162658 w 1857200"/>
                <a:gd name="connsiteY5" fmla="*/ 1188369 h 1855491"/>
                <a:gd name="connsiteX6" fmla="*/ 1051665 w 1857200"/>
                <a:gd name="connsiteY6" fmla="*/ 1304068 h 1855491"/>
                <a:gd name="connsiteX7" fmla="*/ 1162354 w 1857200"/>
                <a:gd name="connsiteY7" fmla="*/ 1405394 h 1855491"/>
                <a:gd name="connsiteX8" fmla="*/ 1268893 w 1857200"/>
                <a:gd name="connsiteY8" fmla="*/ 1297134 h 1855491"/>
                <a:gd name="connsiteX9" fmla="*/ 1162658 w 1857200"/>
                <a:gd name="connsiteY9" fmla="*/ 1188369 h 1855491"/>
                <a:gd name="connsiteX10" fmla="*/ 545543 w 1857200"/>
                <a:gd name="connsiteY10" fmla="*/ 1041492 h 1855491"/>
                <a:gd name="connsiteX11" fmla="*/ 439865 w 1857200"/>
                <a:gd name="connsiteY11" fmla="*/ 1155015 h 1855491"/>
                <a:gd name="connsiteX12" fmla="*/ 554502 w 1857200"/>
                <a:gd name="connsiteY12" fmla="*/ 1262010 h 1855491"/>
                <a:gd name="connsiteX13" fmla="*/ 659471 w 1857200"/>
                <a:gd name="connsiteY13" fmla="*/ 1149600 h 1855491"/>
                <a:gd name="connsiteX14" fmla="*/ 545543 w 1857200"/>
                <a:gd name="connsiteY14" fmla="*/ 1041492 h 1855491"/>
                <a:gd name="connsiteX15" fmla="*/ 1358881 w 1857200"/>
                <a:gd name="connsiteY15" fmla="*/ 906661 h 1855491"/>
                <a:gd name="connsiteX16" fmla="*/ 1249660 w 1857200"/>
                <a:gd name="connsiteY16" fmla="*/ 1018211 h 1855491"/>
                <a:gd name="connsiteX17" fmla="*/ 1357059 w 1857200"/>
                <a:gd name="connsiteY17" fmla="*/ 1130469 h 1855491"/>
                <a:gd name="connsiteX18" fmla="*/ 1468761 w 1857200"/>
                <a:gd name="connsiteY18" fmla="*/ 1019071 h 1855491"/>
                <a:gd name="connsiteX19" fmla="*/ 1358881 w 1857200"/>
                <a:gd name="connsiteY19" fmla="*/ 906661 h 1855491"/>
                <a:gd name="connsiteX20" fmla="*/ 492907 w 1857200"/>
                <a:gd name="connsiteY20" fmla="*/ 705832 h 1855491"/>
                <a:gd name="connsiteX21" fmla="*/ 381914 w 1857200"/>
                <a:gd name="connsiteY21" fmla="*/ 816470 h 1855491"/>
                <a:gd name="connsiteX22" fmla="*/ 489769 w 1857200"/>
                <a:gd name="connsiteY22" fmla="*/ 924983 h 1855491"/>
                <a:gd name="connsiteX23" fmla="*/ 602938 w 1857200"/>
                <a:gd name="connsiteY23" fmla="*/ 818748 h 1855491"/>
                <a:gd name="connsiteX24" fmla="*/ 492907 w 1857200"/>
                <a:gd name="connsiteY24" fmla="*/ 705832 h 1855491"/>
                <a:gd name="connsiteX25" fmla="*/ 927817 w 1857200"/>
                <a:gd name="connsiteY25" fmla="*/ 661344 h 1855491"/>
                <a:gd name="connsiteX26" fmla="*/ 668531 w 1857200"/>
                <a:gd name="connsiteY26" fmla="*/ 917796 h 1855491"/>
                <a:gd name="connsiteX27" fmla="*/ 924376 w 1857200"/>
                <a:gd name="connsiteY27" fmla="*/ 1176424 h 1855491"/>
                <a:gd name="connsiteX28" fmla="*/ 1185029 w 1857200"/>
                <a:gd name="connsiteY28" fmla="*/ 915822 h 1855491"/>
                <a:gd name="connsiteX29" fmla="*/ 927817 w 1857200"/>
                <a:gd name="connsiteY29" fmla="*/ 661344 h 1855491"/>
                <a:gd name="connsiteX30" fmla="*/ 1302702 w 1857200"/>
                <a:gd name="connsiteY30" fmla="*/ 574089 h 1855491"/>
                <a:gd name="connsiteX31" fmla="*/ 1195303 w 1857200"/>
                <a:gd name="connsiteY31" fmla="*/ 682399 h 1855491"/>
                <a:gd name="connsiteX32" fmla="*/ 1309231 w 1857200"/>
                <a:gd name="connsiteY32" fmla="*/ 796074 h 1855491"/>
                <a:gd name="connsiteX33" fmla="*/ 1414049 w 1857200"/>
                <a:gd name="connsiteY33" fmla="*/ 687156 h 1855491"/>
                <a:gd name="connsiteX34" fmla="*/ 1302702 w 1857200"/>
                <a:gd name="connsiteY34" fmla="*/ 574089 h 1855491"/>
                <a:gd name="connsiteX35" fmla="*/ 695356 w 1857200"/>
                <a:gd name="connsiteY35" fmla="*/ 428427 h 1855491"/>
                <a:gd name="connsiteX36" fmla="*/ 584160 w 1857200"/>
                <a:gd name="connsiteY36" fmla="*/ 542051 h 1855491"/>
                <a:gd name="connsiteX37" fmla="*/ 695254 w 1857200"/>
                <a:gd name="connsiteY37" fmla="*/ 649197 h 1855491"/>
                <a:gd name="connsiteX38" fmla="*/ 803412 w 1857200"/>
                <a:gd name="connsiteY38" fmla="*/ 535876 h 1855491"/>
                <a:gd name="connsiteX39" fmla="*/ 695356 w 1857200"/>
                <a:gd name="connsiteY39" fmla="*/ 428427 h 1855491"/>
                <a:gd name="connsiteX40" fmla="*/ 1029497 w 1857200"/>
                <a:gd name="connsiteY40" fmla="*/ 372095 h 1855491"/>
                <a:gd name="connsiteX41" fmla="*/ 920631 w 1857200"/>
                <a:gd name="connsiteY41" fmla="*/ 478533 h 1855491"/>
                <a:gd name="connsiteX42" fmla="*/ 1029042 w 1857200"/>
                <a:gd name="connsiteY42" fmla="*/ 593878 h 1855491"/>
                <a:gd name="connsiteX43" fmla="*/ 1141148 w 1857200"/>
                <a:gd name="connsiteY43" fmla="*/ 484201 h 1855491"/>
                <a:gd name="connsiteX44" fmla="*/ 1029497 w 1857200"/>
                <a:gd name="connsiteY44" fmla="*/ 372095 h 1855491"/>
                <a:gd name="connsiteX45" fmla="*/ 942191 w 1857200"/>
                <a:gd name="connsiteY45" fmla="*/ 289193 h 1855491"/>
                <a:gd name="connsiteX46" fmla="*/ 1554143 w 1857200"/>
                <a:gd name="connsiteY46" fmla="*/ 912633 h 1855491"/>
                <a:gd name="connsiteX47" fmla="*/ 928880 w 1857200"/>
                <a:gd name="connsiteY47" fmla="*/ 1539617 h 1855491"/>
                <a:gd name="connsiteX48" fmla="*/ 300378 w 1857200"/>
                <a:gd name="connsiteY48" fmla="*/ 910154 h 1855491"/>
                <a:gd name="connsiteX49" fmla="*/ 942191 w 1857200"/>
                <a:gd name="connsiteY49" fmla="*/ 289193 h 1855491"/>
                <a:gd name="connsiteX50" fmla="*/ 923111 w 1857200"/>
                <a:gd name="connsiteY50" fmla="*/ 257358 h 1855491"/>
                <a:gd name="connsiteX51" fmla="*/ 265709 w 1857200"/>
                <a:gd name="connsiteY51" fmla="*/ 920428 h 1855491"/>
                <a:gd name="connsiteX52" fmla="*/ 928779 w 1857200"/>
                <a:gd name="connsiteY52" fmla="*/ 1577678 h 1855491"/>
                <a:gd name="connsiteX53" fmla="*/ 1586232 w 1857200"/>
                <a:gd name="connsiteY53" fmla="*/ 912381 h 1855491"/>
                <a:gd name="connsiteX54" fmla="*/ 923111 w 1857200"/>
                <a:gd name="connsiteY54" fmla="*/ 257358 h 1855491"/>
                <a:gd name="connsiteX55" fmla="*/ 974128 w 1857200"/>
                <a:gd name="connsiteY55" fmla="*/ 96 h 1855491"/>
                <a:gd name="connsiteX56" fmla="*/ 1064673 w 1857200"/>
                <a:gd name="connsiteY56" fmla="*/ 8447 h 1855491"/>
                <a:gd name="connsiteX57" fmla="*/ 1091143 w 1857200"/>
                <a:gd name="connsiteY57" fmla="*/ 33702 h 1855491"/>
                <a:gd name="connsiteX58" fmla="*/ 1105517 w 1857200"/>
                <a:gd name="connsiteY58" fmla="*/ 143126 h 1855491"/>
                <a:gd name="connsiteX59" fmla="*/ 1146867 w 1857200"/>
                <a:gd name="connsiteY59" fmla="*/ 194345 h 1855491"/>
                <a:gd name="connsiteX60" fmla="*/ 1258417 w 1857200"/>
                <a:gd name="connsiteY60" fmla="*/ 226484 h 1855491"/>
                <a:gd name="connsiteX61" fmla="*/ 1288177 w 1857200"/>
                <a:gd name="connsiteY61" fmla="*/ 218386 h 1855491"/>
                <a:gd name="connsiteX62" fmla="*/ 1382922 w 1857200"/>
                <a:gd name="connsiteY62" fmla="*/ 127639 h 1855491"/>
                <a:gd name="connsiteX63" fmla="*/ 1418402 w 1857200"/>
                <a:gd name="connsiteY63" fmla="*/ 126626 h 1855491"/>
                <a:gd name="connsiteX64" fmla="*/ 1488904 w 1857200"/>
                <a:gd name="connsiteY64" fmla="*/ 175619 h 1855491"/>
                <a:gd name="connsiteX65" fmla="*/ 1507429 w 1857200"/>
                <a:gd name="connsiteY65" fmla="*/ 231292 h 1855491"/>
                <a:gd name="connsiteX66" fmla="*/ 1459600 w 1857200"/>
                <a:gd name="connsiteY66" fmla="*/ 327759 h 1855491"/>
                <a:gd name="connsiteX67" fmla="*/ 1461118 w 1857200"/>
                <a:gd name="connsiteY67" fmla="*/ 372146 h 1855491"/>
                <a:gd name="connsiteX68" fmla="*/ 1557282 w 1857200"/>
                <a:gd name="connsiteY68" fmla="*/ 486276 h 1855491"/>
                <a:gd name="connsiteX69" fmla="*/ 1584106 w 1857200"/>
                <a:gd name="connsiteY69" fmla="*/ 494375 h 1855491"/>
                <a:gd name="connsiteX70" fmla="*/ 1711446 w 1857200"/>
                <a:gd name="connsiteY70" fmla="*/ 461983 h 1855491"/>
                <a:gd name="connsiteX71" fmla="*/ 1752898 w 1857200"/>
                <a:gd name="connsiteY71" fmla="*/ 479899 h 1855491"/>
                <a:gd name="connsiteX72" fmla="*/ 1791059 w 1857200"/>
                <a:gd name="connsiteY72" fmla="*/ 567914 h 1855491"/>
                <a:gd name="connsiteX73" fmla="*/ 1784884 w 1857200"/>
                <a:gd name="connsiteY73" fmla="*/ 596054 h 1855491"/>
                <a:gd name="connsiteX74" fmla="*/ 1671817 w 1857200"/>
                <a:gd name="connsiteY74" fmla="*/ 672529 h 1855491"/>
                <a:gd name="connsiteX75" fmla="*/ 1660227 w 1857200"/>
                <a:gd name="connsiteY75" fmla="*/ 693027 h 1855491"/>
                <a:gd name="connsiteX76" fmla="*/ 1692112 w 1857200"/>
                <a:gd name="connsiteY76" fmla="*/ 864400 h 1855491"/>
                <a:gd name="connsiteX77" fmla="*/ 1711750 w 1857200"/>
                <a:gd name="connsiteY77" fmla="*/ 878673 h 1855491"/>
                <a:gd name="connsiteX78" fmla="*/ 1820870 w 1857200"/>
                <a:gd name="connsiteY78" fmla="*/ 909091 h 1855491"/>
                <a:gd name="connsiteX79" fmla="*/ 1856501 w 1857200"/>
                <a:gd name="connsiteY79" fmla="*/ 969269 h 1855491"/>
                <a:gd name="connsiteX80" fmla="*/ 1850427 w 1857200"/>
                <a:gd name="connsiteY80" fmla="*/ 1039822 h 1855491"/>
                <a:gd name="connsiteX81" fmla="*/ 1814391 w 1857200"/>
                <a:gd name="connsiteY81" fmla="*/ 1076314 h 1855491"/>
                <a:gd name="connsiteX82" fmla="*/ 1675562 w 1857200"/>
                <a:gd name="connsiteY82" fmla="*/ 1086031 h 1855491"/>
                <a:gd name="connsiteX83" fmla="*/ 1612499 w 1857200"/>
                <a:gd name="connsiteY83" fmla="*/ 1261757 h 1855491"/>
                <a:gd name="connsiteX84" fmla="*/ 1710940 w 1857200"/>
                <a:gd name="connsiteY84" fmla="*/ 1360855 h 1855491"/>
                <a:gd name="connsiteX85" fmla="*/ 1714888 w 1857200"/>
                <a:gd name="connsiteY85" fmla="*/ 1415112 h 1855491"/>
                <a:gd name="connsiteX86" fmla="*/ 1668173 w 1857200"/>
                <a:gd name="connsiteY86" fmla="*/ 1484096 h 1855491"/>
                <a:gd name="connsiteX87" fmla="*/ 1622470 w 1857200"/>
                <a:gd name="connsiteY87" fmla="*/ 1500241 h 1855491"/>
                <a:gd name="connsiteX88" fmla="*/ 1517500 w 1857200"/>
                <a:gd name="connsiteY88" fmla="*/ 1451400 h 1855491"/>
                <a:gd name="connsiteX89" fmla="*/ 1472607 w 1857200"/>
                <a:gd name="connsiteY89" fmla="*/ 1453425 h 1855491"/>
                <a:gd name="connsiteX90" fmla="*/ 1363892 w 1857200"/>
                <a:gd name="connsiteY90" fmla="*/ 1544223 h 1855491"/>
                <a:gd name="connsiteX91" fmla="*/ 1353669 w 1857200"/>
                <a:gd name="connsiteY91" fmla="*/ 1589774 h 1855491"/>
                <a:gd name="connsiteX92" fmla="*/ 1383935 w 1857200"/>
                <a:gd name="connsiteY92" fmla="*/ 1711800 h 1855491"/>
                <a:gd name="connsiteX93" fmla="*/ 1359438 w 1857200"/>
                <a:gd name="connsiteY93" fmla="*/ 1751227 h 1855491"/>
                <a:gd name="connsiteX94" fmla="*/ 1288025 w 1857200"/>
                <a:gd name="connsiteY94" fmla="*/ 1783467 h 1855491"/>
                <a:gd name="connsiteX95" fmla="*/ 1242271 w 1857200"/>
                <a:gd name="connsiteY95" fmla="*/ 1775217 h 1855491"/>
                <a:gd name="connsiteX96" fmla="*/ 1175868 w 1857200"/>
                <a:gd name="connsiteY96" fmla="*/ 1667109 h 1855491"/>
                <a:gd name="connsiteX97" fmla="*/ 1137656 w 1857200"/>
                <a:gd name="connsiteY97" fmla="*/ 1657341 h 1855491"/>
                <a:gd name="connsiteX98" fmla="*/ 988603 w 1857200"/>
                <a:gd name="connsiteY98" fmla="*/ 1684773 h 1855491"/>
                <a:gd name="connsiteX99" fmla="*/ 962841 w 1857200"/>
                <a:gd name="connsiteY99" fmla="*/ 1716608 h 1855491"/>
                <a:gd name="connsiteX100" fmla="*/ 935308 w 1857200"/>
                <a:gd name="connsiteY100" fmla="*/ 1828512 h 1855491"/>
                <a:gd name="connsiteX101" fmla="*/ 892237 w 1857200"/>
                <a:gd name="connsiteY101" fmla="*/ 1855083 h 1855491"/>
                <a:gd name="connsiteX102" fmla="*/ 811612 w 1857200"/>
                <a:gd name="connsiteY102" fmla="*/ 1848301 h 1855491"/>
                <a:gd name="connsiteX103" fmla="*/ 778917 w 1857200"/>
                <a:gd name="connsiteY103" fmla="*/ 1822185 h 1855491"/>
                <a:gd name="connsiteX104" fmla="*/ 763379 w 1857200"/>
                <a:gd name="connsiteY104" fmla="*/ 1707852 h 1855491"/>
                <a:gd name="connsiteX105" fmla="*/ 730126 w 1857200"/>
                <a:gd name="connsiteY105" fmla="*/ 1659417 h 1855491"/>
                <a:gd name="connsiteX106" fmla="*/ 603242 w 1857200"/>
                <a:gd name="connsiteY106" fmla="*/ 1616497 h 1855491"/>
                <a:gd name="connsiteX107" fmla="*/ 564220 w 1857200"/>
                <a:gd name="connsiteY107" fmla="*/ 1626215 h 1855491"/>
                <a:gd name="connsiteX108" fmla="*/ 481266 w 1857200"/>
                <a:gd name="connsiteY108" fmla="*/ 1710889 h 1855491"/>
                <a:gd name="connsiteX109" fmla="*/ 436677 w 1857200"/>
                <a:gd name="connsiteY109" fmla="*/ 1712104 h 1855491"/>
                <a:gd name="connsiteX110" fmla="*/ 371944 w 1857200"/>
                <a:gd name="connsiteY110" fmla="*/ 1667919 h 1855491"/>
                <a:gd name="connsiteX111" fmla="*/ 355849 w 1857200"/>
                <a:gd name="connsiteY111" fmla="*/ 1601870 h 1855491"/>
                <a:gd name="connsiteX112" fmla="*/ 404488 w 1857200"/>
                <a:gd name="connsiteY112" fmla="*/ 1513249 h 1855491"/>
                <a:gd name="connsiteX113" fmla="*/ 401502 w 1857200"/>
                <a:gd name="connsiteY113" fmla="*/ 1474429 h 1855491"/>
                <a:gd name="connsiteX114" fmla="*/ 298658 w 1857200"/>
                <a:gd name="connsiteY114" fmla="*/ 1356199 h 1855491"/>
                <a:gd name="connsiteX115" fmla="*/ 277350 w 1857200"/>
                <a:gd name="connsiteY115" fmla="*/ 1352454 h 1855491"/>
                <a:gd name="connsiteX116" fmla="*/ 178605 w 1857200"/>
                <a:gd name="connsiteY116" fmla="*/ 1383226 h 1855491"/>
                <a:gd name="connsiteX117" fmla="*/ 98790 w 1857200"/>
                <a:gd name="connsiteY117" fmla="*/ 1337169 h 1855491"/>
                <a:gd name="connsiteX118" fmla="*/ 76015 w 1857200"/>
                <a:gd name="connsiteY118" fmla="*/ 1286455 h 1855491"/>
                <a:gd name="connsiteX119" fmla="*/ 83859 w 1857200"/>
                <a:gd name="connsiteY119" fmla="*/ 1238222 h 1855491"/>
                <a:gd name="connsiteX120" fmla="*/ 172836 w 1857200"/>
                <a:gd name="connsiteY120" fmla="*/ 1173033 h 1855491"/>
                <a:gd name="connsiteX121" fmla="*/ 196522 w 1857200"/>
                <a:gd name="connsiteY121" fmla="*/ 1129203 h 1855491"/>
                <a:gd name="connsiteX122" fmla="*/ 172734 w 1857200"/>
                <a:gd name="connsiteY122" fmla="*/ 997308 h 1855491"/>
                <a:gd name="connsiteX123" fmla="*/ 138824 w 1857200"/>
                <a:gd name="connsiteY123" fmla="*/ 962132 h 1855491"/>
                <a:gd name="connsiteX124" fmla="*/ 26111 w 1857200"/>
                <a:gd name="connsiteY124" fmla="*/ 933840 h 1855491"/>
                <a:gd name="connsiteX125" fmla="*/ 96 w 1857200"/>
                <a:gd name="connsiteY125" fmla="*/ 899576 h 1855491"/>
                <a:gd name="connsiteX126" fmla="*/ 7992 w 1857200"/>
                <a:gd name="connsiteY126" fmla="*/ 801287 h 1855491"/>
                <a:gd name="connsiteX127" fmla="*/ 51569 w 1857200"/>
                <a:gd name="connsiteY127" fmla="*/ 771324 h 1855491"/>
                <a:gd name="connsiteX128" fmla="*/ 160233 w 1857200"/>
                <a:gd name="connsiteY128" fmla="*/ 767225 h 1855491"/>
                <a:gd name="connsiteX129" fmla="*/ 198395 w 1857200"/>
                <a:gd name="connsiteY129" fmla="*/ 739034 h 1855491"/>
                <a:gd name="connsiteX130" fmla="*/ 237063 w 1857200"/>
                <a:gd name="connsiteY130" fmla="*/ 618728 h 1855491"/>
                <a:gd name="connsiteX131" fmla="*/ 250475 w 1857200"/>
                <a:gd name="connsiteY131" fmla="*/ 578846 h 1855491"/>
                <a:gd name="connsiteX132" fmla="*/ 148491 w 1857200"/>
                <a:gd name="connsiteY132" fmla="*/ 480304 h 1855491"/>
                <a:gd name="connsiteX133" fmla="*/ 148997 w 1857200"/>
                <a:gd name="connsiteY133" fmla="*/ 445584 h 1855491"/>
                <a:gd name="connsiteX134" fmla="*/ 201887 w 1857200"/>
                <a:gd name="connsiteY134" fmla="*/ 365617 h 1855491"/>
                <a:gd name="connsiteX135" fmla="*/ 247387 w 1857200"/>
                <a:gd name="connsiteY135" fmla="*/ 354634 h 1855491"/>
                <a:gd name="connsiteX136" fmla="*/ 337680 w 1857200"/>
                <a:gd name="connsiteY136" fmla="*/ 399578 h 1855491"/>
                <a:gd name="connsiteX137" fmla="*/ 406107 w 1857200"/>
                <a:gd name="connsiteY137" fmla="*/ 391986 h 1855491"/>
                <a:gd name="connsiteX138" fmla="*/ 507332 w 1857200"/>
                <a:gd name="connsiteY138" fmla="*/ 304073 h 1855491"/>
                <a:gd name="connsiteX139" fmla="*/ 514974 w 1857200"/>
                <a:gd name="connsiteY139" fmla="*/ 273807 h 1855491"/>
                <a:gd name="connsiteX140" fmla="*/ 481165 w 1857200"/>
                <a:gd name="connsiteY140" fmla="*/ 154767 h 1855491"/>
                <a:gd name="connsiteX141" fmla="*/ 502473 w 1857200"/>
                <a:gd name="connsiteY141" fmla="*/ 109013 h 1855491"/>
                <a:gd name="connsiteX142" fmla="*/ 591753 w 1857200"/>
                <a:gd name="connsiteY142" fmla="*/ 74040 h 1855491"/>
                <a:gd name="connsiteX143" fmla="*/ 628497 w 1857200"/>
                <a:gd name="connsiteY143" fmla="*/ 86592 h 1855491"/>
                <a:gd name="connsiteX144" fmla="*/ 694496 w 1857200"/>
                <a:gd name="connsiteY144" fmla="*/ 178959 h 1855491"/>
                <a:gd name="connsiteX145" fmla="*/ 743539 w 1857200"/>
                <a:gd name="connsiteY145" fmla="*/ 200773 h 1855491"/>
                <a:gd name="connsiteX146" fmla="*/ 875130 w 1857200"/>
                <a:gd name="connsiteY146" fmla="*/ 175619 h 1855491"/>
                <a:gd name="connsiteX147" fmla="*/ 906713 w 1857200"/>
                <a:gd name="connsiteY147" fmla="*/ 140190 h 1855491"/>
                <a:gd name="connsiteX148" fmla="*/ 935157 w 1857200"/>
                <a:gd name="connsiteY148" fmla="*/ 25604 h 1855491"/>
                <a:gd name="connsiteX149" fmla="*/ 974128 w 1857200"/>
                <a:gd name="connsiteY149" fmla="*/ 96 h 185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857200" h="1855491">
                  <a:moveTo>
                    <a:pt x="826188" y="1242524"/>
                  </a:moveTo>
                  <a:cubicBezTo>
                    <a:pt x="758621" y="1242726"/>
                    <a:pt x="713981" y="1285595"/>
                    <a:pt x="714639" y="1349619"/>
                  </a:cubicBezTo>
                  <a:cubicBezTo>
                    <a:pt x="715297" y="1414049"/>
                    <a:pt x="761860" y="1462333"/>
                    <a:pt x="822797" y="1461776"/>
                  </a:cubicBezTo>
                  <a:cubicBezTo>
                    <a:pt x="884493" y="1461219"/>
                    <a:pt x="935713" y="1413441"/>
                    <a:pt x="936118" y="1355996"/>
                  </a:cubicBezTo>
                  <a:cubicBezTo>
                    <a:pt x="936522" y="1297742"/>
                    <a:pt x="882924" y="1242372"/>
                    <a:pt x="826188" y="1242524"/>
                  </a:cubicBezTo>
                  <a:close/>
                  <a:moveTo>
                    <a:pt x="1162658" y="1188369"/>
                  </a:moveTo>
                  <a:cubicBezTo>
                    <a:pt x="1099342" y="1187458"/>
                    <a:pt x="1051716" y="1237108"/>
                    <a:pt x="1051665" y="1304068"/>
                  </a:cubicBezTo>
                  <a:cubicBezTo>
                    <a:pt x="1051564" y="1359995"/>
                    <a:pt x="1100607" y="1404888"/>
                    <a:pt x="1162354" y="1405394"/>
                  </a:cubicBezTo>
                  <a:cubicBezTo>
                    <a:pt x="1222026" y="1405900"/>
                    <a:pt x="1267577" y="1359590"/>
                    <a:pt x="1268893" y="1297134"/>
                  </a:cubicBezTo>
                  <a:cubicBezTo>
                    <a:pt x="1270108" y="1237209"/>
                    <a:pt x="1223291" y="1189229"/>
                    <a:pt x="1162658" y="1188369"/>
                  </a:cubicBezTo>
                  <a:close/>
                  <a:moveTo>
                    <a:pt x="545543" y="1041492"/>
                  </a:moveTo>
                  <a:cubicBezTo>
                    <a:pt x="486783" y="1043264"/>
                    <a:pt x="438397" y="1095242"/>
                    <a:pt x="439865" y="1155015"/>
                  </a:cubicBezTo>
                  <a:cubicBezTo>
                    <a:pt x="441333" y="1215446"/>
                    <a:pt x="492198" y="1262921"/>
                    <a:pt x="554502" y="1262010"/>
                  </a:cubicBezTo>
                  <a:cubicBezTo>
                    <a:pt x="615236" y="1261099"/>
                    <a:pt x="660534" y="1212511"/>
                    <a:pt x="659471" y="1149600"/>
                  </a:cubicBezTo>
                  <a:cubicBezTo>
                    <a:pt x="658409" y="1089472"/>
                    <a:pt x="605924" y="1039670"/>
                    <a:pt x="545543" y="1041492"/>
                  </a:cubicBezTo>
                  <a:close/>
                  <a:moveTo>
                    <a:pt x="1358881" y="906661"/>
                  </a:moveTo>
                  <a:cubicBezTo>
                    <a:pt x="1302651" y="906813"/>
                    <a:pt x="1249154" y="961424"/>
                    <a:pt x="1249660" y="1018211"/>
                  </a:cubicBezTo>
                  <a:cubicBezTo>
                    <a:pt x="1250217" y="1079603"/>
                    <a:pt x="1298855" y="1130469"/>
                    <a:pt x="1357059" y="1130469"/>
                  </a:cubicBezTo>
                  <a:cubicBezTo>
                    <a:pt x="1416478" y="1130469"/>
                    <a:pt x="1469317" y="1077730"/>
                    <a:pt x="1468761" y="1019071"/>
                  </a:cubicBezTo>
                  <a:cubicBezTo>
                    <a:pt x="1468103" y="951605"/>
                    <a:pt x="1424019" y="906510"/>
                    <a:pt x="1358881" y="906661"/>
                  </a:cubicBezTo>
                  <a:close/>
                  <a:moveTo>
                    <a:pt x="492907" y="705832"/>
                  </a:moveTo>
                  <a:cubicBezTo>
                    <a:pt x="432020" y="705579"/>
                    <a:pt x="381611" y="755837"/>
                    <a:pt x="381914" y="816470"/>
                  </a:cubicBezTo>
                  <a:cubicBezTo>
                    <a:pt x="382167" y="875029"/>
                    <a:pt x="431565" y="924730"/>
                    <a:pt x="489769" y="924983"/>
                  </a:cubicBezTo>
                  <a:cubicBezTo>
                    <a:pt x="550250" y="925287"/>
                    <a:pt x="603089" y="875687"/>
                    <a:pt x="602938" y="818748"/>
                  </a:cubicBezTo>
                  <a:cubicBezTo>
                    <a:pt x="602786" y="757710"/>
                    <a:pt x="552477" y="706034"/>
                    <a:pt x="492907" y="705832"/>
                  </a:cubicBezTo>
                  <a:close/>
                  <a:moveTo>
                    <a:pt x="927817" y="661344"/>
                  </a:moveTo>
                  <a:cubicBezTo>
                    <a:pt x="787419" y="660787"/>
                    <a:pt x="668734" y="778207"/>
                    <a:pt x="668531" y="917796"/>
                  </a:cubicBezTo>
                  <a:cubicBezTo>
                    <a:pt x="668329" y="1060522"/>
                    <a:pt x="783067" y="1176475"/>
                    <a:pt x="924376" y="1176424"/>
                  </a:cubicBezTo>
                  <a:cubicBezTo>
                    <a:pt x="1068165" y="1176374"/>
                    <a:pt x="1185282" y="1059257"/>
                    <a:pt x="1185029" y="915822"/>
                  </a:cubicBezTo>
                  <a:cubicBezTo>
                    <a:pt x="1184776" y="775070"/>
                    <a:pt x="1070392" y="661901"/>
                    <a:pt x="927817" y="661344"/>
                  </a:cubicBezTo>
                  <a:close/>
                  <a:moveTo>
                    <a:pt x="1302702" y="574089"/>
                  </a:moveTo>
                  <a:cubicBezTo>
                    <a:pt x="1243891" y="574342"/>
                    <a:pt x="1195353" y="623334"/>
                    <a:pt x="1195303" y="682399"/>
                  </a:cubicBezTo>
                  <a:cubicBezTo>
                    <a:pt x="1195303" y="745968"/>
                    <a:pt x="1245561" y="796124"/>
                    <a:pt x="1309231" y="796074"/>
                  </a:cubicBezTo>
                  <a:cubicBezTo>
                    <a:pt x="1369662" y="795972"/>
                    <a:pt x="1414099" y="749814"/>
                    <a:pt x="1414049" y="687156"/>
                  </a:cubicBezTo>
                  <a:cubicBezTo>
                    <a:pt x="1413998" y="624245"/>
                    <a:pt x="1364348" y="573835"/>
                    <a:pt x="1302702" y="574089"/>
                  </a:cubicBezTo>
                  <a:close/>
                  <a:moveTo>
                    <a:pt x="695356" y="428427"/>
                  </a:moveTo>
                  <a:cubicBezTo>
                    <a:pt x="632900" y="428376"/>
                    <a:pt x="583401" y="478938"/>
                    <a:pt x="584160" y="542051"/>
                  </a:cubicBezTo>
                  <a:cubicBezTo>
                    <a:pt x="584920" y="603191"/>
                    <a:pt x="632647" y="649248"/>
                    <a:pt x="695254" y="649197"/>
                  </a:cubicBezTo>
                  <a:cubicBezTo>
                    <a:pt x="756242" y="649146"/>
                    <a:pt x="804020" y="599091"/>
                    <a:pt x="803412" y="535876"/>
                  </a:cubicBezTo>
                  <a:cubicBezTo>
                    <a:pt x="802856" y="475800"/>
                    <a:pt x="755280" y="428528"/>
                    <a:pt x="695356" y="428427"/>
                  </a:cubicBezTo>
                  <a:close/>
                  <a:moveTo>
                    <a:pt x="1029497" y="372095"/>
                  </a:moveTo>
                  <a:cubicBezTo>
                    <a:pt x="967548" y="372905"/>
                    <a:pt x="920934" y="418456"/>
                    <a:pt x="920631" y="478533"/>
                  </a:cubicBezTo>
                  <a:cubicBezTo>
                    <a:pt x="920327" y="538559"/>
                    <a:pt x="972508" y="594131"/>
                    <a:pt x="1029042" y="593878"/>
                  </a:cubicBezTo>
                  <a:cubicBezTo>
                    <a:pt x="1085221" y="593676"/>
                    <a:pt x="1141502" y="538559"/>
                    <a:pt x="1141148" y="484201"/>
                  </a:cubicBezTo>
                  <a:cubicBezTo>
                    <a:pt x="1140794" y="425440"/>
                    <a:pt x="1086891" y="371387"/>
                    <a:pt x="1029497" y="372095"/>
                  </a:cubicBezTo>
                  <a:close/>
                  <a:moveTo>
                    <a:pt x="942191" y="289193"/>
                  </a:moveTo>
                  <a:cubicBezTo>
                    <a:pt x="1261453" y="294254"/>
                    <a:pt x="1555510" y="573481"/>
                    <a:pt x="1554143" y="912633"/>
                  </a:cubicBezTo>
                  <a:cubicBezTo>
                    <a:pt x="1551258" y="1264388"/>
                    <a:pt x="1274005" y="1538706"/>
                    <a:pt x="928880" y="1539617"/>
                  </a:cubicBezTo>
                  <a:cubicBezTo>
                    <a:pt x="581275" y="1540478"/>
                    <a:pt x="298657" y="1257100"/>
                    <a:pt x="300378" y="910154"/>
                  </a:cubicBezTo>
                  <a:cubicBezTo>
                    <a:pt x="302099" y="569078"/>
                    <a:pt x="585881" y="283575"/>
                    <a:pt x="942191" y="289193"/>
                  </a:cubicBezTo>
                  <a:close/>
                  <a:moveTo>
                    <a:pt x="923111" y="257358"/>
                  </a:moveTo>
                  <a:cubicBezTo>
                    <a:pt x="613010" y="255687"/>
                    <a:pt x="268493" y="501612"/>
                    <a:pt x="265709" y="920428"/>
                  </a:cubicBezTo>
                  <a:cubicBezTo>
                    <a:pt x="263229" y="1286556"/>
                    <a:pt x="557893" y="1577678"/>
                    <a:pt x="928779" y="1577678"/>
                  </a:cubicBezTo>
                  <a:cubicBezTo>
                    <a:pt x="1292630" y="1577678"/>
                    <a:pt x="1585574" y="1281242"/>
                    <a:pt x="1586232" y="912381"/>
                  </a:cubicBezTo>
                  <a:cubicBezTo>
                    <a:pt x="1586890" y="547973"/>
                    <a:pt x="1293136" y="257813"/>
                    <a:pt x="923111" y="257358"/>
                  </a:cubicBezTo>
                  <a:close/>
                  <a:moveTo>
                    <a:pt x="974128" y="96"/>
                  </a:moveTo>
                  <a:cubicBezTo>
                    <a:pt x="1004394" y="1817"/>
                    <a:pt x="1035014" y="2879"/>
                    <a:pt x="1064673" y="8447"/>
                  </a:cubicBezTo>
                  <a:cubicBezTo>
                    <a:pt x="1075048" y="10370"/>
                    <a:pt x="1089068" y="23580"/>
                    <a:pt x="1091143" y="33702"/>
                  </a:cubicBezTo>
                  <a:cubicBezTo>
                    <a:pt x="1098583" y="69688"/>
                    <a:pt x="1103897" y="106432"/>
                    <a:pt x="1105517" y="143126"/>
                  </a:cubicBezTo>
                  <a:cubicBezTo>
                    <a:pt x="1107086" y="178757"/>
                    <a:pt x="1112046" y="186096"/>
                    <a:pt x="1146867" y="194345"/>
                  </a:cubicBezTo>
                  <a:cubicBezTo>
                    <a:pt x="1184472" y="203253"/>
                    <a:pt x="1221672" y="214489"/>
                    <a:pt x="1258417" y="226484"/>
                  </a:cubicBezTo>
                  <a:cubicBezTo>
                    <a:pt x="1271778" y="230837"/>
                    <a:pt x="1278307" y="228711"/>
                    <a:pt x="1288177" y="218386"/>
                  </a:cubicBezTo>
                  <a:cubicBezTo>
                    <a:pt x="1318341" y="186754"/>
                    <a:pt x="1349772" y="156083"/>
                    <a:pt x="1382922" y="127639"/>
                  </a:cubicBezTo>
                  <a:cubicBezTo>
                    <a:pt x="1390160" y="121464"/>
                    <a:pt x="1409292" y="121464"/>
                    <a:pt x="1418402" y="126626"/>
                  </a:cubicBezTo>
                  <a:cubicBezTo>
                    <a:pt x="1443202" y="140646"/>
                    <a:pt x="1465674" y="158866"/>
                    <a:pt x="1488904" y="175619"/>
                  </a:cubicBezTo>
                  <a:cubicBezTo>
                    <a:pt x="1508390" y="189689"/>
                    <a:pt x="1515982" y="210187"/>
                    <a:pt x="1507429" y="231292"/>
                  </a:cubicBezTo>
                  <a:cubicBezTo>
                    <a:pt x="1494016" y="264494"/>
                    <a:pt x="1477972" y="296987"/>
                    <a:pt x="1459600" y="327759"/>
                  </a:cubicBezTo>
                  <a:cubicBezTo>
                    <a:pt x="1449326" y="344967"/>
                    <a:pt x="1447200" y="356254"/>
                    <a:pt x="1461118" y="372146"/>
                  </a:cubicBezTo>
                  <a:cubicBezTo>
                    <a:pt x="1493915" y="409549"/>
                    <a:pt x="1524434" y="448925"/>
                    <a:pt x="1557282" y="486276"/>
                  </a:cubicBezTo>
                  <a:cubicBezTo>
                    <a:pt x="1562646" y="492401"/>
                    <a:pt x="1575957" y="496197"/>
                    <a:pt x="1584106" y="494375"/>
                  </a:cubicBezTo>
                  <a:cubicBezTo>
                    <a:pt x="1626823" y="484859"/>
                    <a:pt x="1669236" y="473725"/>
                    <a:pt x="1711446" y="461983"/>
                  </a:cubicBezTo>
                  <a:cubicBezTo>
                    <a:pt x="1731084" y="456516"/>
                    <a:pt x="1744699" y="462033"/>
                    <a:pt x="1752898" y="479899"/>
                  </a:cubicBezTo>
                  <a:cubicBezTo>
                    <a:pt x="1766259" y="508951"/>
                    <a:pt x="1780026" y="537952"/>
                    <a:pt x="1791059" y="567914"/>
                  </a:cubicBezTo>
                  <a:cubicBezTo>
                    <a:pt x="1793944" y="575708"/>
                    <a:pt x="1790806" y="590386"/>
                    <a:pt x="1784884" y="596054"/>
                  </a:cubicBezTo>
                  <a:cubicBezTo>
                    <a:pt x="1752847" y="629459"/>
                    <a:pt x="1737663" y="639581"/>
                    <a:pt x="1671817" y="672529"/>
                  </a:cubicBezTo>
                  <a:cubicBezTo>
                    <a:pt x="1666907" y="673187"/>
                    <a:pt x="1659215" y="686701"/>
                    <a:pt x="1660227" y="693027"/>
                  </a:cubicBezTo>
                  <a:cubicBezTo>
                    <a:pt x="1669641" y="750371"/>
                    <a:pt x="1680269" y="807512"/>
                    <a:pt x="1692112" y="864400"/>
                  </a:cubicBezTo>
                  <a:cubicBezTo>
                    <a:pt x="1693378" y="870372"/>
                    <a:pt x="1704209" y="876446"/>
                    <a:pt x="1711750" y="878673"/>
                  </a:cubicBezTo>
                  <a:cubicBezTo>
                    <a:pt x="1747988" y="889301"/>
                    <a:pt x="1785644" y="895932"/>
                    <a:pt x="1820870" y="909091"/>
                  </a:cubicBezTo>
                  <a:cubicBezTo>
                    <a:pt x="1856298" y="922301"/>
                    <a:pt x="1859031" y="930905"/>
                    <a:pt x="1856501" y="969269"/>
                  </a:cubicBezTo>
                  <a:cubicBezTo>
                    <a:pt x="1854932" y="992803"/>
                    <a:pt x="1851389" y="1016237"/>
                    <a:pt x="1850427" y="1039822"/>
                  </a:cubicBezTo>
                  <a:cubicBezTo>
                    <a:pt x="1849415" y="1063762"/>
                    <a:pt x="1837572" y="1074846"/>
                    <a:pt x="1814391" y="1076314"/>
                  </a:cubicBezTo>
                  <a:cubicBezTo>
                    <a:pt x="1768942" y="1079299"/>
                    <a:pt x="1723644" y="1082691"/>
                    <a:pt x="1675562" y="1086031"/>
                  </a:cubicBezTo>
                  <a:cubicBezTo>
                    <a:pt x="1654103" y="1145855"/>
                    <a:pt x="1632491" y="1205982"/>
                    <a:pt x="1612499" y="1261757"/>
                  </a:cubicBezTo>
                  <a:cubicBezTo>
                    <a:pt x="1647118" y="1296527"/>
                    <a:pt x="1679307" y="1328413"/>
                    <a:pt x="1710940" y="1360855"/>
                  </a:cubicBezTo>
                  <a:cubicBezTo>
                    <a:pt x="1727085" y="1377405"/>
                    <a:pt x="1729768" y="1395069"/>
                    <a:pt x="1714888" y="1415112"/>
                  </a:cubicBezTo>
                  <a:cubicBezTo>
                    <a:pt x="1698338" y="1437381"/>
                    <a:pt x="1683407" y="1460865"/>
                    <a:pt x="1668173" y="1484096"/>
                  </a:cubicBezTo>
                  <a:cubicBezTo>
                    <a:pt x="1656886" y="1501304"/>
                    <a:pt x="1641146" y="1508187"/>
                    <a:pt x="1622470" y="1500241"/>
                  </a:cubicBezTo>
                  <a:cubicBezTo>
                    <a:pt x="1586940" y="1485209"/>
                    <a:pt x="1551309" y="1469874"/>
                    <a:pt x="1517500" y="1451400"/>
                  </a:cubicBezTo>
                  <a:cubicBezTo>
                    <a:pt x="1500140" y="1441885"/>
                    <a:pt x="1488044" y="1440013"/>
                    <a:pt x="1472607" y="1453425"/>
                  </a:cubicBezTo>
                  <a:cubicBezTo>
                    <a:pt x="1436976" y="1484400"/>
                    <a:pt x="1400687" y="1514666"/>
                    <a:pt x="1363892" y="1544223"/>
                  </a:cubicBezTo>
                  <a:cubicBezTo>
                    <a:pt x="1347393" y="1557484"/>
                    <a:pt x="1346634" y="1569276"/>
                    <a:pt x="1353669" y="1589774"/>
                  </a:cubicBezTo>
                  <a:cubicBezTo>
                    <a:pt x="1368194" y="1641753"/>
                    <a:pt x="1375432" y="1670754"/>
                    <a:pt x="1383935" y="1711800"/>
                  </a:cubicBezTo>
                  <a:cubicBezTo>
                    <a:pt x="1387832" y="1730527"/>
                    <a:pt x="1377102" y="1743635"/>
                    <a:pt x="1359438" y="1751227"/>
                  </a:cubicBezTo>
                  <a:cubicBezTo>
                    <a:pt x="1335448" y="1761552"/>
                    <a:pt x="1311509" y="1772029"/>
                    <a:pt x="1288025" y="1783467"/>
                  </a:cubicBezTo>
                  <a:cubicBezTo>
                    <a:pt x="1270159" y="1792172"/>
                    <a:pt x="1255683" y="1788731"/>
                    <a:pt x="1242271" y="1775217"/>
                  </a:cubicBezTo>
                  <a:cubicBezTo>
                    <a:pt x="1206235" y="1732905"/>
                    <a:pt x="1191052" y="1707599"/>
                    <a:pt x="1175868" y="1667109"/>
                  </a:cubicBezTo>
                  <a:cubicBezTo>
                    <a:pt x="1173236" y="1660125"/>
                    <a:pt x="1160684" y="1646865"/>
                    <a:pt x="1137656" y="1657341"/>
                  </a:cubicBezTo>
                  <a:cubicBezTo>
                    <a:pt x="1087752" y="1665136"/>
                    <a:pt x="1038254" y="1675511"/>
                    <a:pt x="988603" y="1684773"/>
                  </a:cubicBezTo>
                  <a:cubicBezTo>
                    <a:pt x="970534" y="1688114"/>
                    <a:pt x="966030" y="1699501"/>
                    <a:pt x="962841" y="1716608"/>
                  </a:cubicBezTo>
                  <a:cubicBezTo>
                    <a:pt x="955806" y="1754315"/>
                    <a:pt x="946089" y="1791666"/>
                    <a:pt x="935308" y="1828512"/>
                  </a:cubicBezTo>
                  <a:cubicBezTo>
                    <a:pt x="929488" y="1848352"/>
                    <a:pt x="914254" y="1857614"/>
                    <a:pt x="892237" y="1855083"/>
                  </a:cubicBezTo>
                  <a:cubicBezTo>
                    <a:pt x="865463" y="1851996"/>
                    <a:pt x="838538" y="1850022"/>
                    <a:pt x="811612" y="1848301"/>
                  </a:cubicBezTo>
                  <a:cubicBezTo>
                    <a:pt x="794201" y="1847188"/>
                    <a:pt x="781802" y="1839140"/>
                    <a:pt x="778917" y="1822185"/>
                  </a:cubicBezTo>
                  <a:cubicBezTo>
                    <a:pt x="772489" y="1784226"/>
                    <a:pt x="764796" y="1746115"/>
                    <a:pt x="763379" y="1707852"/>
                  </a:cubicBezTo>
                  <a:cubicBezTo>
                    <a:pt x="762417" y="1681787"/>
                    <a:pt x="755382" y="1667160"/>
                    <a:pt x="730126" y="1659417"/>
                  </a:cubicBezTo>
                  <a:cubicBezTo>
                    <a:pt x="687460" y="1646308"/>
                    <a:pt x="645149" y="1631833"/>
                    <a:pt x="603242" y="1616497"/>
                  </a:cubicBezTo>
                  <a:cubicBezTo>
                    <a:pt x="586742" y="1610474"/>
                    <a:pt x="576518" y="1612296"/>
                    <a:pt x="564220" y="1626215"/>
                  </a:cubicBezTo>
                  <a:cubicBezTo>
                    <a:pt x="538053" y="1655772"/>
                    <a:pt x="509558" y="1683305"/>
                    <a:pt x="481266" y="1710889"/>
                  </a:cubicBezTo>
                  <a:cubicBezTo>
                    <a:pt x="467550" y="1724251"/>
                    <a:pt x="453176" y="1725111"/>
                    <a:pt x="436677" y="1712104"/>
                  </a:cubicBezTo>
                  <a:cubicBezTo>
                    <a:pt x="416179" y="1695959"/>
                    <a:pt x="393252" y="1683052"/>
                    <a:pt x="371944" y="1667919"/>
                  </a:cubicBezTo>
                  <a:cubicBezTo>
                    <a:pt x="342285" y="1646915"/>
                    <a:pt x="339097" y="1633351"/>
                    <a:pt x="355849" y="1601870"/>
                  </a:cubicBezTo>
                  <a:cubicBezTo>
                    <a:pt x="371691" y="1572111"/>
                    <a:pt x="387330" y="1542199"/>
                    <a:pt x="404488" y="1513249"/>
                  </a:cubicBezTo>
                  <a:cubicBezTo>
                    <a:pt x="413193" y="1498520"/>
                    <a:pt x="412383" y="1486981"/>
                    <a:pt x="401502" y="1474429"/>
                  </a:cubicBezTo>
                  <a:cubicBezTo>
                    <a:pt x="367186" y="1435053"/>
                    <a:pt x="333529" y="1395069"/>
                    <a:pt x="298658" y="1356199"/>
                  </a:cubicBezTo>
                  <a:cubicBezTo>
                    <a:pt x="294760" y="1351897"/>
                    <a:pt x="283727" y="1350581"/>
                    <a:pt x="277350" y="1352454"/>
                  </a:cubicBezTo>
                  <a:cubicBezTo>
                    <a:pt x="251588" y="1360197"/>
                    <a:pt x="186147" y="1382264"/>
                    <a:pt x="178605" y="1383226"/>
                  </a:cubicBezTo>
                  <a:cubicBezTo>
                    <a:pt x="124349" y="1390261"/>
                    <a:pt x="119693" y="1387376"/>
                    <a:pt x="98790" y="1337169"/>
                  </a:cubicBezTo>
                  <a:cubicBezTo>
                    <a:pt x="91654" y="1320062"/>
                    <a:pt x="84163" y="1303107"/>
                    <a:pt x="76015" y="1286455"/>
                  </a:cubicBezTo>
                  <a:cubicBezTo>
                    <a:pt x="67056" y="1268184"/>
                    <a:pt x="68423" y="1250673"/>
                    <a:pt x="83859" y="1238222"/>
                  </a:cubicBezTo>
                  <a:cubicBezTo>
                    <a:pt x="112455" y="1215092"/>
                    <a:pt x="141405" y="1191861"/>
                    <a:pt x="172836" y="1173033"/>
                  </a:cubicBezTo>
                  <a:cubicBezTo>
                    <a:pt x="191663" y="1161747"/>
                    <a:pt x="200723" y="1151068"/>
                    <a:pt x="196522" y="1129203"/>
                  </a:cubicBezTo>
                  <a:cubicBezTo>
                    <a:pt x="188070" y="1085322"/>
                    <a:pt x="180174" y="1041340"/>
                    <a:pt x="172734" y="997308"/>
                  </a:cubicBezTo>
                  <a:cubicBezTo>
                    <a:pt x="169343" y="977265"/>
                    <a:pt x="158917" y="966687"/>
                    <a:pt x="138824" y="962132"/>
                  </a:cubicBezTo>
                  <a:cubicBezTo>
                    <a:pt x="101017" y="953630"/>
                    <a:pt x="63868" y="942495"/>
                    <a:pt x="26111" y="933840"/>
                  </a:cubicBezTo>
                  <a:cubicBezTo>
                    <a:pt x="6726" y="929386"/>
                    <a:pt x="-967" y="917695"/>
                    <a:pt x="96" y="899576"/>
                  </a:cubicBezTo>
                  <a:cubicBezTo>
                    <a:pt x="2070" y="866779"/>
                    <a:pt x="3943" y="833881"/>
                    <a:pt x="7992" y="801287"/>
                  </a:cubicBezTo>
                  <a:cubicBezTo>
                    <a:pt x="11028" y="776791"/>
                    <a:pt x="31577" y="772539"/>
                    <a:pt x="51569" y="771324"/>
                  </a:cubicBezTo>
                  <a:cubicBezTo>
                    <a:pt x="87757" y="769148"/>
                    <a:pt x="124045" y="766870"/>
                    <a:pt x="160233" y="767225"/>
                  </a:cubicBezTo>
                  <a:cubicBezTo>
                    <a:pt x="181794" y="767427"/>
                    <a:pt x="192423" y="758924"/>
                    <a:pt x="198395" y="739034"/>
                  </a:cubicBezTo>
                  <a:cubicBezTo>
                    <a:pt x="210491" y="698696"/>
                    <a:pt x="223853" y="658712"/>
                    <a:pt x="237063" y="618728"/>
                  </a:cubicBezTo>
                  <a:cubicBezTo>
                    <a:pt x="241567" y="605063"/>
                    <a:pt x="253765" y="589778"/>
                    <a:pt x="250475" y="578846"/>
                  </a:cubicBezTo>
                  <a:cubicBezTo>
                    <a:pt x="247235" y="568218"/>
                    <a:pt x="169293" y="506521"/>
                    <a:pt x="148491" y="480304"/>
                  </a:cubicBezTo>
                  <a:cubicBezTo>
                    <a:pt x="142721" y="473067"/>
                    <a:pt x="143835" y="454745"/>
                    <a:pt x="148997" y="445584"/>
                  </a:cubicBezTo>
                  <a:cubicBezTo>
                    <a:pt x="164637" y="417798"/>
                    <a:pt x="183160" y="391531"/>
                    <a:pt x="201887" y="365617"/>
                  </a:cubicBezTo>
                  <a:cubicBezTo>
                    <a:pt x="213173" y="349978"/>
                    <a:pt x="230533" y="346941"/>
                    <a:pt x="247387" y="354634"/>
                  </a:cubicBezTo>
                  <a:cubicBezTo>
                    <a:pt x="277957" y="368603"/>
                    <a:pt x="307818" y="384141"/>
                    <a:pt x="337680" y="399578"/>
                  </a:cubicBezTo>
                  <a:cubicBezTo>
                    <a:pt x="375031" y="418912"/>
                    <a:pt x="375335" y="418962"/>
                    <a:pt x="406107" y="391986"/>
                  </a:cubicBezTo>
                  <a:cubicBezTo>
                    <a:pt x="439714" y="362479"/>
                    <a:pt x="473168" y="332871"/>
                    <a:pt x="507332" y="304073"/>
                  </a:cubicBezTo>
                  <a:cubicBezTo>
                    <a:pt x="518011" y="295064"/>
                    <a:pt x="519327" y="287371"/>
                    <a:pt x="514974" y="273807"/>
                  </a:cubicBezTo>
                  <a:cubicBezTo>
                    <a:pt x="502372" y="234531"/>
                    <a:pt x="492351" y="194447"/>
                    <a:pt x="481165" y="154767"/>
                  </a:cubicBezTo>
                  <a:cubicBezTo>
                    <a:pt x="475092" y="133206"/>
                    <a:pt x="483645" y="117567"/>
                    <a:pt x="502473" y="109013"/>
                  </a:cubicBezTo>
                  <a:cubicBezTo>
                    <a:pt x="531625" y="95804"/>
                    <a:pt x="561132" y="82695"/>
                    <a:pt x="591753" y="74040"/>
                  </a:cubicBezTo>
                  <a:cubicBezTo>
                    <a:pt x="602331" y="71054"/>
                    <a:pt x="621209" y="77786"/>
                    <a:pt x="628497" y="86592"/>
                  </a:cubicBezTo>
                  <a:cubicBezTo>
                    <a:pt x="652589" y="115694"/>
                    <a:pt x="674504" y="146871"/>
                    <a:pt x="694496" y="178959"/>
                  </a:cubicBezTo>
                  <a:cubicBezTo>
                    <a:pt x="706946" y="198850"/>
                    <a:pt x="718890" y="206897"/>
                    <a:pt x="743539" y="200773"/>
                  </a:cubicBezTo>
                  <a:cubicBezTo>
                    <a:pt x="786812" y="190043"/>
                    <a:pt x="831098" y="183059"/>
                    <a:pt x="875130" y="175619"/>
                  </a:cubicBezTo>
                  <a:cubicBezTo>
                    <a:pt x="896185" y="172076"/>
                    <a:pt x="903018" y="160789"/>
                    <a:pt x="906713" y="140190"/>
                  </a:cubicBezTo>
                  <a:cubicBezTo>
                    <a:pt x="913646" y="101522"/>
                    <a:pt x="924730" y="63563"/>
                    <a:pt x="935157" y="25604"/>
                  </a:cubicBezTo>
                  <a:cubicBezTo>
                    <a:pt x="940369" y="6675"/>
                    <a:pt x="955604" y="-967"/>
                    <a:pt x="974128" y="9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xmlns="" id="{B6000B11-0BB1-4828-8438-F41E33BBCC20}"/>
                </a:ext>
              </a:extLst>
            </p:cNvPr>
            <p:cNvSpPr/>
            <p:nvPr/>
          </p:nvSpPr>
          <p:spPr>
            <a:xfrm flipH="1">
              <a:off x="3246628" y="1236368"/>
              <a:ext cx="1989569" cy="1984557"/>
            </a:xfrm>
            <a:custGeom>
              <a:avLst/>
              <a:gdLst>
                <a:gd name="connsiteX0" fmla="*/ 1802423 w 3219215"/>
                <a:gd name="connsiteY0" fmla="*/ 0 h 3211105"/>
                <a:gd name="connsiteX1" fmla="*/ 1896413 w 3219215"/>
                <a:gd name="connsiteY1" fmla="*/ 15474 h 3211105"/>
                <a:gd name="connsiteX2" fmla="*/ 1944947 w 3219215"/>
                <a:gd name="connsiteY2" fmla="*/ 72273 h 3211105"/>
                <a:gd name="connsiteX3" fmla="*/ 1943803 w 3219215"/>
                <a:gd name="connsiteY3" fmla="*/ 234843 h 3211105"/>
                <a:gd name="connsiteX4" fmla="*/ 1975456 w 3219215"/>
                <a:gd name="connsiteY4" fmla="*/ 282761 h 3211105"/>
                <a:gd name="connsiteX5" fmla="*/ 2115254 w 3219215"/>
                <a:gd name="connsiteY5" fmla="*/ 322941 h 3211105"/>
                <a:gd name="connsiteX6" fmla="*/ 2211178 w 3219215"/>
                <a:gd name="connsiteY6" fmla="*/ 214181 h 3211105"/>
                <a:gd name="connsiteX7" fmla="*/ 2359943 w 3219215"/>
                <a:gd name="connsiteY7" fmla="*/ 178748 h 3211105"/>
                <a:gd name="connsiteX8" fmla="*/ 2413049 w 3219215"/>
                <a:gd name="connsiteY8" fmla="*/ 302983 h 3211105"/>
                <a:gd name="connsiteX9" fmla="*/ 2372516 w 3219215"/>
                <a:gd name="connsiteY9" fmla="*/ 437505 h 3211105"/>
                <a:gd name="connsiteX10" fmla="*/ 2382012 w 3219215"/>
                <a:gd name="connsiteY10" fmla="*/ 477246 h 3211105"/>
                <a:gd name="connsiteX11" fmla="*/ 2502291 w 3219215"/>
                <a:gd name="connsiteY11" fmla="*/ 571588 h 3211105"/>
                <a:gd name="connsiteX12" fmla="*/ 2705745 w 3219215"/>
                <a:gd name="connsiteY12" fmla="*/ 439000 h 3211105"/>
                <a:gd name="connsiteX13" fmla="*/ 2843520 w 3219215"/>
                <a:gd name="connsiteY13" fmla="*/ 565873 h 3211105"/>
                <a:gd name="connsiteX14" fmla="*/ 2689215 w 3219215"/>
                <a:gd name="connsiteY14" fmla="*/ 775306 h 3211105"/>
                <a:gd name="connsiteX15" fmla="*/ 2770017 w 3219215"/>
                <a:gd name="connsiteY15" fmla="*/ 898662 h 3211105"/>
                <a:gd name="connsiteX16" fmla="*/ 2811253 w 3219215"/>
                <a:gd name="connsiteY16" fmla="*/ 914136 h 3211105"/>
                <a:gd name="connsiteX17" fmla="*/ 3033962 w 3219215"/>
                <a:gd name="connsiteY17" fmla="*/ 861382 h 3211105"/>
                <a:gd name="connsiteX18" fmla="*/ 3112829 w 3219215"/>
                <a:gd name="connsiteY18" fmla="*/ 1026150 h 3211105"/>
                <a:gd name="connsiteX19" fmla="*/ 2934785 w 3219215"/>
                <a:gd name="connsiteY19" fmla="*/ 1147220 h 3211105"/>
                <a:gd name="connsiteX20" fmla="*/ 2906649 w 3219215"/>
                <a:gd name="connsiteY20" fmla="*/ 1220460 h 3211105"/>
                <a:gd name="connsiteX21" fmla="*/ 2917903 w 3219215"/>
                <a:gd name="connsiteY21" fmla="*/ 1262839 h 3211105"/>
                <a:gd name="connsiteX22" fmla="*/ 3022883 w 3219215"/>
                <a:gd name="connsiteY22" fmla="*/ 1352872 h 3211105"/>
                <a:gd name="connsiteX23" fmla="*/ 3199433 w 3219215"/>
                <a:gd name="connsiteY23" fmla="*/ 1370633 h 3211105"/>
                <a:gd name="connsiteX24" fmla="*/ 3219216 w 3219215"/>
                <a:gd name="connsiteY24" fmla="*/ 1547974 h 3211105"/>
                <a:gd name="connsiteX25" fmla="*/ 3000463 w 3219215"/>
                <a:gd name="connsiteY25" fmla="*/ 1612509 h 3211105"/>
                <a:gd name="connsiteX26" fmla="*/ 2953952 w 3219215"/>
                <a:gd name="connsiteY26" fmla="*/ 1668956 h 3211105"/>
                <a:gd name="connsiteX27" fmla="*/ 2952281 w 3219215"/>
                <a:gd name="connsiteY27" fmla="*/ 1788619 h 3211105"/>
                <a:gd name="connsiteX28" fmla="*/ 3058756 w 3219215"/>
                <a:gd name="connsiteY28" fmla="*/ 1843659 h 3211105"/>
                <a:gd name="connsiteX29" fmla="*/ 3187827 w 3219215"/>
                <a:gd name="connsiteY29" fmla="*/ 1900457 h 3211105"/>
                <a:gd name="connsiteX30" fmla="*/ 3146415 w 3219215"/>
                <a:gd name="connsiteY30" fmla="*/ 2061445 h 3211105"/>
                <a:gd name="connsiteX31" fmla="*/ 3111950 w 3219215"/>
                <a:gd name="connsiteY31" fmla="*/ 2075864 h 3211105"/>
                <a:gd name="connsiteX32" fmla="*/ 2910078 w 3219215"/>
                <a:gd name="connsiteY32" fmla="*/ 2064522 h 3211105"/>
                <a:gd name="connsiteX33" fmla="*/ 2863303 w 3219215"/>
                <a:gd name="connsiteY33" fmla="*/ 2092218 h 3211105"/>
                <a:gd name="connsiteX34" fmla="*/ 2804658 w 3219215"/>
                <a:gd name="connsiteY34" fmla="*/ 2215925 h 3211105"/>
                <a:gd name="connsiteX35" fmla="*/ 3003101 w 3219215"/>
                <a:gd name="connsiteY35" fmla="*/ 2402498 h 3211105"/>
                <a:gd name="connsiteX36" fmla="*/ 2902341 w 3219215"/>
                <a:gd name="connsiteY36" fmla="*/ 2559001 h 3211105"/>
                <a:gd name="connsiteX37" fmla="*/ 2693611 w 3219215"/>
                <a:gd name="connsiteY37" fmla="*/ 2467561 h 3211105"/>
                <a:gd name="connsiteX38" fmla="*/ 2626614 w 3219215"/>
                <a:gd name="connsiteY38" fmla="*/ 2480750 h 3211105"/>
                <a:gd name="connsiteX39" fmla="*/ 2546956 w 3219215"/>
                <a:gd name="connsiteY39" fmla="*/ 2575883 h 3211105"/>
                <a:gd name="connsiteX40" fmla="*/ 2599534 w 3219215"/>
                <a:gd name="connsiteY40" fmla="*/ 2687633 h 3211105"/>
                <a:gd name="connsiteX41" fmla="*/ 2667059 w 3219215"/>
                <a:gd name="connsiteY41" fmla="*/ 2814242 h 3211105"/>
                <a:gd name="connsiteX42" fmla="*/ 2521019 w 3219215"/>
                <a:gd name="connsiteY42" fmla="*/ 2928982 h 3211105"/>
                <a:gd name="connsiteX43" fmla="*/ 2349129 w 3219215"/>
                <a:gd name="connsiteY43" fmla="*/ 2774325 h 3211105"/>
                <a:gd name="connsiteX44" fmla="*/ 2285473 w 3219215"/>
                <a:gd name="connsiteY44" fmla="*/ 2765269 h 3211105"/>
                <a:gd name="connsiteX45" fmla="*/ 2179437 w 3219215"/>
                <a:gd name="connsiteY45" fmla="*/ 2836135 h 3211105"/>
                <a:gd name="connsiteX46" fmla="*/ 2192362 w 3219215"/>
                <a:gd name="connsiteY46" fmla="*/ 2959843 h 3211105"/>
                <a:gd name="connsiteX47" fmla="*/ 2213727 w 3219215"/>
                <a:gd name="connsiteY47" fmla="*/ 3088562 h 3211105"/>
                <a:gd name="connsiteX48" fmla="*/ 2200979 w 3219215"/>
                <a:gd name="connsiteY48" fmla="*/ 3097354 h 3211105"/>
                <a:gd name="connsiteX49" fmla="*/ 2039728 w 3219215"/>
                <a:gd name="connsiteY49" fmla="*/ 3157230 h 3211105"/>
                <a:gd name="connsiteX50" fmla="*/ 1929208 w 3219215"/>
                <a:gd name="connsiteY50" fmla="*/ 2958260 h 3211105"/>
                <a:gd name="connsiteX51" fmla="*/ 1870564 w 3219215"/>
                <a:gd name="connsiteY51" fmla="*/ 2928102 h 3211105"/>
                <a:gd name="connsiteX52" fmla="*/ 1725139 w 3219215"/>
                <a:gd name="connsiteY52" fmla="*/ 3060954 h 3211105"/>
                <a:gd name="connsiteX53" fmla="*/ 1695597 w 3219215"/>
                <a:gd name="connsiteY53" fmla="*/ 3210687 h 3211105"/>
                <a:gd name="connsiteX54" fmla="*/ 1531884 w 3219215"/>
                <a:gd name="connsiteY54" fmla="*/ 3209280 h 3211105"/>
                <a:gd name="connsiteX55" fmla="*/ 1505419 w 3219215"/>
                <a:gd name="connsiteY55" fmla="*/ 3178859 h 3211105"/>
                <a:gd name="connsiteX56" fmla="*/ 1467172 w 3219215"/>
                <a:gd name="connsiteY56" fmla="*/ 2984989 h 3211105"/>
                <a:gd name="connsiteX57" fmla="*/ 1426552 w 3219215"/>
                <a:gd name="connsiteY57" fmla="*/ 2943665 h 3211105"/>
                <a:gd name="connsiteX58" fmla="*/ 1303460 w 3219215"/>
                <a:gd name="connsiteY58" fmla="*/ 2930476 h 3211105"/>
                <a:gd name="connsiteX59" fmla="*/ 1237078 w 3219215"/>
                <a:gd name="connsiteY59" fmla="*/ 3035193 h 3211105"/>
                <a:gd name="connsiteX60" fmla="*/ 1167970 w 3219215"/>
                <a:gd name="connsiteY60" fmla="*/ 3142811 h 3211105"/>
                <a:gd name="connsiteX61" fmla="*/ 1044790 w 3219215"/>
                <a:gd name="connsiteY61" fmla="*/ 3112477 h 3211105"/>
                <a:gd name="connsiteX62" fmla="*/ 991948 w 3219215"/>
                <a:gd name="connsiteY62" fmla="*/ 3095156 h 3211105"/>
                <a:gd name="connsiteX63" fmla="*/ 1025447 w 3219215"/>
                <a:gd name="connsiteY63" fmla="*/ 2872447 h 3211105"/>
                <a:gd name="connsiteX64" fmla="*/ 1000037 w 3219215"/>
                <a:gd name="connsiteY64" fmla="*/ 2816352 h 3211105"/>
                <a:gd name="connsiteX65" fmla="*/ 888287 w 3219215"/>
                <a:gd name="connsiteY65" fmla="*/ 2762631 h 3211105"/>
                <a:gd name="connsiteX66" fmla="*/ 795088 w 3219215"/>
                <a:gd name="connsiteY66" fmla="*/ 2837366 h 3211105"/>
                <a:gd name="connsiteX67" fmla="*/ 694329 w 3219215"/>
                <a:gd name="connsiteY67" fmla="*/ 2928718 h 3211105"/>
                <a:gd name="connsiteX68" fmla="*/ 618891 w 3219215"/>
                <a:gd name="connsiteY68" fmla="*/ 2869546 h 3211105"/>
                <a:gd name="connsiteX69" fmla="*/ 546090 w 3219215"/>
                <a:gd name="connsiteY69" fmla="*/ 2812308 h 3211105"/>
                <a:gd name="connsiteX70" fmla="*/ 648609 w 3219215"/>
                <a:gd name="connsiteY70" fmla="*/ 2610876 h 3211105"/>
                <a:gd name="connsiteX71" fmla="*/ 640696 w 3219215"/>
                <a:gd name="connsiteY71" fmla="*/ 2557682 h 3211105"/>
                <a:gd name="connsiteX72" fmla="*/ 551278 w 3219215"/>
                <a:gd name="connsiteY72" fmla="*/ 2462022 h 3211105"/>
                <a:gd name="connsiteX73" fmla="*/ 316347 w 3219215"/>
                <a:gd name="connsiteY73" fmla="*/ 2560760 h 3211105"/>
                <a:gd name="connsiteX74" fmla="*/ 208905 w 3219215"/>
                <a:gd name="connsiteY74" fmla="*/ 2405224 h 3211105"/>
                <a:gd name="connsiteX75" fmla="*/ 370244 w 3219215"/>
                <a:gd name="connsiteY75" fmla="*/ 2253117 h 3211105"/>
                <a:gd name="connsiteX76" fmla="*/ 382553 w 3219215"/>
                <a:gd name="connsiteY76" fmla="*/ 2200451 h 3211105"/>
                <a:gd name="connsiteX77" fmla="*/ 208993 w 3219215"/>
                <a:gd name="connsiteY77" fmla="*/ 2085184 h 3211105"/>
                <a:gd name="connsiteX78" fmla="*/ 187012 w 3219215"/>
                <a:gd name="connsiteY78" fmla="*/ 2085887 h 3211105"/>
                <a:gd name="connsiteX79" fmla="*/ 81681 w 3219215"/>
                <a:gd name="connsiteY79" fmla="*/ 2083777 h 3211105"/>
                <a:gd name="connsiteX80" fmla="*/ 47478 w 3219215"/>
                <a:gd name="connsiteY80" fmla="*/ 1982929 h 3211105"/>
                <a:gd name="connsiteX81" fmla="*/ 30070 w 3219215"/>
                <a:gd name="connsiteY81" fmla="*/ 1911448 h 3211105"/>
                <a:gd name="connsiteX82" fmla="*/ 222006 w 3219215"/>
                <a:gd name="connsiteY82" fmla="*/ 1822997 h 3211105"/>
                <a:gd name="connsiteX83" fmla="*/ 252779 w 3219215"/>
                <a:gd name="connsiteY83" fmla="*/ 1769628 h 3211105"/>
                <a:gd name="connsiteX84" fmla="*/ 248471 w 3219215"/>
                <a:gd name="connsiteY84" fmla="*/ 1721446 h 3211105"/>
                <a:gd name="connsiteX85" fmla="*/ 165120 w 3219215"/>
                <a:gd name="connsiteY85" fmla="*/ 1619367 h 3211105"/>
                <a:gd name="connsiteX86" fmla="*/ 0 w 3219215"/>
                <a:gd name="connsiteY86" fmla="*/ 1573823 h 3211105"/>
                <a:gd name="connsiteX87" fmla="*/ 0 w 3219215"/>
                <a:gd name="connsiteY87" fmla="*/ 1521069 h 3211105"/>
                <a:gd name="connsiteX88" fmla="*/ 19431 w 3219215"/>
                <a:gd name="connsiteY88" fmla="*/ 1383382 h 3211105"/>
                <a:gd name="connsiteX89" fmla="*/ 122213 w 3219215"/>
                <a:gd name="connsiteY89" fmla="*/ 1372040 h 3211105"/>
                <a:gd name="connsiteX90" fmla="*/ 292432 w 3219215"/>
                <a:gd name="connsiteY90" fmla="*/ 1219933 h 3211105"/>
                <a:gd name="connsiteX91" fmla="*/ 271506 w 3219215"/>
                <a:gd name="connsiteY91" fmla="*/ 1170872 h 3211105"/>
                <a:gd name="connsiteX92" fmla="*/ 96100 w 3219215"/>
                <a:gd name="connsiteY92" fmla="*/ 1058594 h 3211105"/>
                <a:gd name="connsiteX93" fmla="*/ 168812 w 3219215"/>
                <a:gd name="connsiteY93" fmla="*/ 880462 h 3211105"/>
                <a:gd name="connsiteX94" fmla="*/ 377981 w 3219215"/>
                <a:gd name="connsiteY94" fmla="*/ 927325 h 3211105"/>
                <a:gd name="connsiteX95" fmla="*/ 417898 w 3219215"/>
                <a:gd name="connsiteY95" fmla="*/ 915807 h 3211105"/>
                <a:gd name="connsiteX96" fmla="*/ 501074 w 3219215"/>
                <a:gd name="connsiteY96" fmla="*/ 791484 h 3211105"/>
                <a:gd name="connsiteX97" fmla="*/ 352747 w 3219215"/>
                <a:gd name="connsiteY97" fmla="*/ 596294 h 3211105"/>
                <a:gd name="connsiteX98" fmla="*/ 478917 w 3219215"/>
                <a:gd name="connsiteY98" fmla="*/ 454826 h 3211105"/>
                <a:gd name="connsiteX99" fmla="*/ 568511 w 3219215"/>
                <a:gd name="connsiteY99" fmla="*/ 511185 h 3211105"/>
                <a:gd name="connsiteX100" fmla="*/ 684305 w 3219215"/>
                <a:gd name="connsiteY100" fmla="*/ 574929 h 3211105"/>
                <a:gd name="connsiteX101" fmla="*/ 797111 w 3219215"/>
                <a:gd name="connsiteY101" fmla="*/ 497029 h 3211105"/>
                <a:gd name="connsiteX102" fmla="*/ 811266 w 3219215"/>
                <a:gd name="connsiteY102" fmla="*/ 445067 h 3211105"/>
                <a:gd name="connsiteX103" fmla="*/ 754028 w 3219215"/>
                <a:gd name="connsiteY103" fmla="*/ 274496 h 3211105"/>
                <a:gd name="connsiteX104" fmla="*/ 761766 w 3219215"/>
                <a:gd name="connsiteY104" fmla="*/ 235194 h 3211105"/>
                <a:gd name="connsiteX105" fmla="*/ 911411 w 3219215"/>
                <a:gd name="connsiteY105" fmla="*/ 147975 h 3211105"/>
                <a:gd name="connsiteX106" fmla="*/ 1039515 w 3219215"/>
                <a:gd name="connsiteY106" fmla="*/ 312567 h 3211105"/>
                <a:gd name="connsiteX107" fmla="*/ 1090598 w 3219215"/>
                <a:gd name="connsiteY107" fmla="*/ 328744 h 3211105"/>
                <a:gd name="connsiteX108" fmla="*/ 1205777 w 3219215"/>
                <a:gd name="connsiteY108" fmla="*/ 286190 h 3211105"/>
                <a:gd name="connsiteX109" fmla="*/ 1231011 w 3219215"/>
                <a:gd name="connsiteY109" fmla="*/ 249526 h 3211105"/>
                <a:gd name="connsiteX110" fmla="*/ 1231627 w 3219215"/>
                <a:gd name="connsiteY110" fmla="*/ 65063 h 3211105"/>
                <a:gd name="connsiteX111" fmla="*/ 1265829 w 3219215"/>
                <a:gd name="connsiteY111" fmla="*/ 26201 h 3211105"/>
                <a:gd name="connsiteX112" fmla="*/ 1389185 w 3219215"/>
                <a:gd name="connsiteY112" fmla="*/ 0 h 3211105"/>
                <a:gd name="connsiteX113" fmla="*/ 1415562 w 3219215"/>
                <a:gd name="connsiteY113" fmla="*/ 0 h 3211105"/>
                <a:gd name="connsiteX114" fmla="*/ 1490032 w 3219215"/>
                <a:gd name="connsiteY114" fmla="*/ 200728 h 3211105"/>
                <a:gd name="connsiteX115" fmla="*/ 1525465 w 3219215"/>
                <a:gd name="connsiteY115" fmla="*/ 227809 h 3211105"/>
                <a:gd name="connsiteX116" fmla="*/ 1656559 w 3219215"/>
                <a:gd name="connsiteY116" fmla="*/ 228072 h 3211105"/>
                <a:gd name="connsiteX117" fmla="*/ 1686892 w 3219215"/>
                <a:gd name="connsiteY117" fmla="*/ 206355 h 3211105"/>
                <a:gd name="connsiteX118" fmla="*/ 1758462 w 3219215"/>
                <a:gd name="connsiteY118" fmla="*/ 0 h 3211105"/>
                <a:gd name="connsiteX119" fmla="*/ 1802423 w 3219215"/>
                <a:gd name="connsiteY119" fmla="*/ 0 h 3211105"/>
                <a:gd name="connsiteX120" fmla="*/ 1609520 w 3219215"/>
                <a:gd name="connsiteY120" fmla="*/ 1345135 h 3211105"/>
                <a:gd name="connsiteX121" fmla="*/ 1350499 w 3219215"/>
                <a:gd name="connsiteY121" fmla="*/ 1604684 h 3211105"/>
                <a:gd name="connsiteX122" fmla="*/ 1609256 w 3219215"/>
                <a:gd name="connsiteY122" fmla="*/ 1871794 h 3211105"/>
                <a:gd name="connsiteX123" fmla="*/ 1871003 w 3219215"/>
                <a:gd name="connsiteY123" fmla="*/ 1606970 h 3211105"/>
                <a:gd name="connsiteX124" fmla="*/ 1609520 w 3219215"/>
                <a:gd name="connsiteY124" fmla="*/ 1345135 h 3211105"/>
                <a:gd name="connsiteX125" fmla="*/ 878615 w 3219215"/>
                <a:gd name="connsiteY125" fmla="*/ 2153764 h 3211105"/>
                <a:gd name="connsiteX126" fmla="*/ 1493374 w 3219215"/>
                <a:gd name="connsiteY126" fmla="*/ 2515040 h 3211105"/>
                <a:gd name="connsiteX127" fmla="*/ 1492494 w 3219215"/>
                <a:gd name="connsiteY127" fmla="*/ 2140400 h 3211105"/>
                <a:gd name="connsiteX128" fmla="*/ 1472536 w 3219215"/>
                <a:gd name="connsiteY128" fmla="*/ 2106285 h 3211105"/>
                <a:gd name="connsiteX129" fmla="*/ 1238485 w 3219215"/>
                <a:gd name="connsiteY129" fmla="*/ 1967455 h 3211105"/>
                <a:gd name="connsiteX130" fmla="*/ 1199271 w 3219215"/>
                <a:gd name="connsiteY130" fmla="*/ 1968598 h 3211105"/>
                <a:gd name="connsiteX131" fmla="*/ 878615 w 3219215"/>
                <a:gd name="connsiteY131" fmla="*/ 2153764 h 3211105"/>
                <a:gd name="connsiteX132" fmla="*/ 1731118 w 3219215"/>
                <a:gd name="connsiteY132" fmla="*/ 2518645 h 3211105"/>
                <a:gd name="connsiteX133" fmla="*/ 2344996 w 3219215"/>
                <a:gd name="connsiteY133" fmla="*/ 2153500 h 3211105"/>
                <a:gd name="connsiteX134" fmla="*/ 2015725 w 3219215"/>
                <a:gd name="connsiteY134" fmla="*/ 1963234 h 3211105"/>
                <a:gd name="connsiteX135" fmla="*/ 1987501 w 3219215"/>
                <a:gd name="connsiteY135" fmla="*/ 1965696 h 3211105"/>
                <a:gd name="connsiteX136" fmla="*/ 1749845 w 3219215"/>
                <a:gd name="connsiteY136" fmla="*/ 2107252 h 3211105"/>
                <a:gd name="connsiteX137" fmla="*/ 1731909 w 3219215"/>
                <a:gd name="connsiteY137" fmla="*/ 2138201 h 3211105"/>
                <a:gd name="connsiteX138" fmla="*/ 1731118 w 3219215"/>
                <a:gd name="connsiteY138" fmla="*/ 2518645 h 3211105"/>
                <a:gd name="connsiteX139" fmla="*/ 768887 w 3219215"/>
                <a:gd name="connsiteY139" fmla="*/ 1948376 h 3211105"/>
                <a:gd name="connsiteX140" fmla="*/ 989926 w 3219215"/>
                <a:gd name="connsiteY140" fmla="*/ 1819216 h 3211105"/>
                <a:gd name="connsiteX141" fmla="*/ 1108710 w 3219215"/>
                <a:gd name="connsiteY141" fmla="*/ 1741405 h 3211105"/>
                <a:gd name="connsiteX142" fmla="*/ 1115392 w 3219215"/>
                <a:gd name="connsiteY142" fmla="*/ 1599321 h 3211105"/>
                <a:gd name="connsiteX143" fmla="*/ 1108270 w 3219215"/>
                <a:gd name="connsiteY143" fmla="*/ 1444488 h 3211105"/>
                <a:gd name="connsiteX144" fmla="*/ 974803 w 3219215"/>
                <a:gd name="connsiteY144" fmla="*/ 1358060 h 3211105"/>
                <a:gd name="connsiteX145" fmla="*/ 774075 w 3219215"/>
                <a:gd name="connsiteY145" fmla="*/ 1242881 h 3211105"/>
                <a:gd name="connsiteX146" fmla="*/ 768887 w 3219215"/>
                <a:gd name="connsiteY146" fmla="*/ 1948376 h 3211105"/>
                <a:gd name="connsiteX147" fmla="*/ 2456835 w 3219215"/>
                <a:gd name="connsiteY147" fmla="*/ 1949870 h 3211105"/>
                <a:gd name="connsiteX148" fmla="*/ 2446548 w 3219215"/>
                <a:gd name="connsiteY148" fmla="*/ 1241298 h 3211105"/>
                <a:gd name="connsiteX149" fmla="*/ 2127826 w 3219215"/>
                <a:gd name="connsiteY149" fmla="*/ 1427783 h 3211105"/>
                <a:gd name="connsiteX150" fmla="*/ 2109714 w 3219215"/>
                <a:gd name="connsiteY150" fmla="*/ 1467085 h 3211105"/>
                <a:gd name="connsiteX151" fmla="*/ 2109538 w 3219215"/>
                <a:gd name="connsiteY151" fmla="*/ 1717314 h 3211105"/>
                <a:gd name="connsiteX152" fmla="*/ 2123958 w 3219215"/>
                <a:gd name="connsiteY152" fmla="*/ 1754417 h 3211105"/>
                <a:gd name="connsiteX153" fmla="*/ 2456835 w 3219215"/>
                <a:gd name="connsiteY153" fmla="*/ 1949870 h 3211105"/>
                <a:gd name="connsiteX154" fmla="*/ 1731205 w 3219215"/>
                <a:gd name="connsiteY154" fmla="*/ 703912 h 3211105"/>
                <a:gd name="connsiteX155" fmla="*/ 1732173 w 3219215"/>
                <a:gd name="connsiteY155" fmla="*/ 1084795 h 3211105"/>
                <a:gd name="connsiteX156" fmla="*/ 1754241 w 3219215"/>
                <a:gd name="connsiteY156" fmla="*/ 1113018 h 3211105"/>
                <a:gd name="connsiteX157" fmla="*/ 1964553 w 3219215"/>
                <a:gd name="connsiteY157" fmla="*/ 1231187 h 3211105"/>
                <a:gd name="connsiteX158" fmla="*/ 1999810 w 3219215"/>
                <a:gd name="connsiteY158" fmla="*/ 1233297 h 3211105"/>
                <a:gd name="connsiteX159" fmla="*/ 2329786 w 3219215"/>
                <a:gd name="connsiteY159" fmla="*/ 1043471 h 3211105"/>
                <a:gd name="connsiteX160" fmla="*/ 1731205 w 3219215"/>
                <a:gd name="connsiteY160" fmla="*/ 703912 h 3211105"/>
                <a:gd name="connsiteX161" fmla="*/ 1493286 w 3219215"/>
                <a:gd name="connsiteY161" fmla="*/ 715870 h 3211105"/>
                <a:gd name="connsiteX162" fmla="*/ 903234 w 3219215"/>
                <a:gd name="connsiteY162" fmla="*/ 1047516 h 3211105"/>
                <a:gd name="connsiteX163" fmla="*/ 1228461 w 3219215"/>
                <a:gd name="connsiteY163" fmla="*/ 1236199 h 3211105"/>
                <a:gd name="connsiteX164" fmla="*/ 1260026 w 3219215"/>
                <a:gd name="connsiteY164" fmla="*/ 1231011 h 3211105"/>
                <a:gd name="connsiteX165" fmla="*/ 1469107 w 3219215"/>
                <a:gd name="connsiteY165" fmla="*/ 1110644 h 3211105"/>
                <a:gd name="connsiteX166" fmla="*/ 1492231 w 3219215"/>
                <a:gd name="connsiteY166" fmla="*/ 1078640 h 3211105"/>
                <a:gd name="connsiteX167" fmla="*/ 1493286 w 3219215"/>
                <a:gd name="connsiteY167" fmla="*/ 715870 h 3211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3219215" h="3211105">
                  <a:moveTo>
                    <a:pt x="1802423" y="0"/>
                  </a:moveTo>
                  <a:cubicBezTo>
                    <a:pt x="1833724" y="5539"/>
                    <a:pt x="1865024" y="15299"/>
                    <a:pt x="1896413" y="15474"/>
                  </a:cubicBezTo>
                  <a:cubicBezTo>
                    <a:pt x="1938528" y="15738"/>
                    <a:pt x="1946881" y="34905"/>
                    <a:pt x="1944947" y="72273"/>
                  </a:cubicBezTo>
                  <a:cubicBezTo>
                    <a:pt x="1942133" y="126345"/>
                    <a:pt x="1945210" y="180682"/>
                    <a:pt x="1943803" y="234843"/>
                  </a:cubicBezTo>
                  <a:cubicBezTo>
                    <a:pt x="1943100" y="259813"/>
                    <a:pt x="1948463" y="275199"/>
                    <a:pt x="1975456" y="282761"/>
                  </a:cubicBezTo>
                  <a:cubicBezTo>
                    <a:pt x="2023198" y="296125"/>
                    <a:pt x="2075776" y="334196"/>
                    <a:pt x="2115254" y="322941"/>
                  </a:cubicBezTo>
                  <a:cubicBezTo>
                    <a:pt x="2154467" y="311687"/>
                    <a:pt x="2180844" y="253218"/>
                    <a:pt x="2211178" y="214181"/>
                  </a:cubicBezTo>
                  <a:cubicBezTo>
                    <a:pt x="2272636" y="135138"/>
                    <a:pt x="2272196" y="134786"/>
                    <a:pt x="2359943" y="178748"/>
                  </a:cubicBezTo>
                  <a:cubicBezTo>
                    <a:pt x="2438283" y="217961"/>
                    <a:pt x="2438459" y="218049"/>
                    <a:pt x="2413049" y="302983"/>
                  </a:cubicBezTo>
                  <a:cubicBezTo>
                    <a:pt x="2399597" y="347824"/>
                    <a:pt x="2384034" y="392137"/>
                    <a:pt x="2372516" y="437505"/>
                  </a:cubicBezTo>
                  <a:cubicBezTo>
                    <a:pt x="2369439" y="449551"/>
                    <a:pt x="2373484" y="469773"/>
                    <a:pt x="2382012" y="477246"/>
                  </a:cubicBezTo>
                  <a:cubicBezTo>
                    <a:pt x="2419555" y="509778"/>
                    <a:pt x="2460000" y="538968"/>
                    <a:pt x="2502291" y="571588"/>
                  </a:cubicBezTo>
                  <a:cubicBezTo>
                    <a:pt x="2572102" y="526044"/>
                    <a:pt x="2641737" y="480675"/>
                    <a:pt x="2705745" y="439000"/>
                  </a:cubicBezTo>
                  <a:cubicBezTo>
                    <a:pt x="2752080" y="481643"/>
                    <a:pt x="2796921" y="522966"/>
                    <a:pt x="2843520" y="565873"/>
                  </a:cubicBezTo>
                  <a:cubicBezTo>
                    <a:pt x="2791294" y="636739"/>
                    <a:pt x="2740299" y="706022"/>
                    <a:pt x="2689215" y="775306"/>
                  </a:cubicBezTo>
                  <a:cubicBezTo>
                    <a:pt x="2716823" y="818300"/>
                    <a:pt x="2741442" y="859976"/>
                    <a:pt x="2770017" y="898662"/>
                  </a:cubicBezTo>
                  <a:cubicBezTo>
                    <a:pt x="2777490" y="908861"/>
                    <a:pt x="2798768" y="916774"/>
                    <a:pt x="2811253" y="914136"/>
                  </a:cubicBezTo>
                  <a:cubicBezTo>
                    <a:pt x="2884229" y="898926"/>
                    <a:pt x="2956414" y="880198"/>
                    <a:pt x="3033962" y="861382"/>
                  </a:cubicBezTo>
                  <a:cubicBezTo>
                    <a:pt x="3059811" y="915367"/>
                    <a:pt x="3085485" y="968912"/>
                    <a:pt x="3112829" y="1026150"/>
                  </a:cubicBezTo>
                  <a:cubicBezTo>
                    <a:pt x="3053041" y="1067122"/>
                    <a:pt x="2995100" y="1109150"/>
                    <a:pt x="2934785" y="1147220"/>
                  </a:cubicBezTo>
                  <a:cubicBezTo>
                    <a:pt x="2904715" y="1166212"/>
                    <a:pt x="2889592" y="1184939"/>
                    <a:pt x="2906649" y="1220460"/>
                  </a:cubicBezTo>
                  <a:cubicBezTo>
                    <a:pt x="2912892" y="1233385"/>
                    <a:pt x="2914474" y="1248596"/>
                    <a:pt x="2917903" y="1262839"/>
                  </a:cubicBezTo>
                  <a:cubicBezTo>
                    <a:pt x="2937686" y="1345311"/>
                    <a:pt x="2937686" y="1344959"/>
                    <a:pt x="3022883" y="1352872"/>
                  </a:cubicBezTo>
                  <a:cubicBezTo>
                    <a:pt x="3080913" y="1358236"/>
                    <a:pt x="3138854" y="1364478"/>
                    <a:pt x="3199433" y="1370633"/>
                  </a:cubicBezTo>
                  <a:cubicBezTo>
                    <a:pt x="3206115" y="1430421"/>
                    <a:pt x="3212358" y="1486779"/>
                    <a:pt x="3219216" y="1547974"/>
                  </a:cubicBezTo>
                  <a:cubicBezTo>
                    <a:pt x="3145448" y="1570043"/>
                    <a:pt x="3073439" y="1593166"/>
                    <a:pt x="3000463" y="1612509"/>
                  </a:cubicBezTo>
                  <a:cubicBezTo>
                    <a:pt x="2968811" y="1620950"/>
                    <a:pt x="2953424" y="1634578"/>
                    <a:pt x="2953952" y="1668956"/>
                  </a:cubicBezTo>
                  <a:cubicBezTo>
                    <a:pt x="2954479" y="1709664"/>
                    <a:pt x="2934872" y="1759517"/>
                    <a:pt x="2952281" y="1788619"/>
                  </a:cubicBezTo>
                  <a:cubicBezTo>
                    <a:pt x="2969690" y="1817810"/>
                    <a:pt x="3021565" y="1826778"/>
                    <a:pt x="3058756" y="1843659"/>
                  </a:cubicBezTo>
                  <a:cubicBezTo>
                    <a:pt x="3099992" y="1862475"/>
                    <a:pt x="3141668" y="1880235"/>
                    <a:pt x="3187827" y="1900457"/>
                  </a:cubicBezTo>
                  <a:cubicBezTo>
                    <a:pt x="3174287" y="1954882"/>
                    <a:pt x="3162242" y="2008691"/>
                    <a:pt x="3146415" y="2061445"/>
                  </a:cubicBezTo>
                  <a:cubicBezTo>
                    <a:pt x="3144041" y="2069270"/>
                    <a:pt x="3123731" y="2076216"/>
                    <a:pt x="3111950" y="2075864"/>
                  </a:cubicBezTo>
                  <a:cubicBezTo>
                    <a:pt x="3044600" y="2073490"/>
                    <a:pt x="2977339" y="2069358"/>
                    <a:pt x="2910078" y="2064522"/>
                  </a:cubicBezTo>
                  <a:cubicBezTo>
                    <a:pt x="2886691" y="2062851"/>
                    <a:pt x="2872887" y="2068390"/>
                    <a:pt x="2863303" y="2092218"/>
                  </a:cubicBezTo>
                  <a:cubicBezTo>
                    <a:pt x="2846949" y="2132838"/>
                    <a:pt x="2826024" y="2171612"/>
                    <a:pt x="2804658" y="2215925"/>
                  </a:cubicBezTo>
                  <a:cubicBezTo>
                    <a:pt x="2869370" y="2276768"/>
                    <a:pt x="2935136" y="2338666"/>
                    <a:pt x="3003101" y="2402498"/>
                  </a:cubicBezTo>
                  <a:cubicBezTo>
                    <a:pt x="2969338" y="2454988"/>
                    <a:pt x="2937070" y="2505017"/>
                    <a:pt x="2902341" y="2559001"/>
                  </a:cubicBezTo>
                  <a:cubicBezTo>
                    <a:pt x="2832003" y="2528404"/>
                    <a:pt x="2762016" y="2499741"/>
                    <a:pt x="2693611" y="2467561"/>
                  </a:cubicBezTo>
                  <a:cubicBezTo>
                    <a:pt x="2665476" y="2454373"/>
                    <a:pt x="2646924" y="2455076"/>
                    <a:pt x="2626614" y="2480750"/>
                  </a:cubicBezTo>
                  <a:cubicBezTo>
                    <a:pt x="2600501" y="2513897"/>
                    <a:pt x="2551704" y="2541329"/>
                    <a:pt x="2546956" y="2575883"/>
                  </a:cubicBezTo>
                  <a:cubicBezTo>
                    <a:pt x="2542296" y="2610084"/>
                    <a:pt x="2579927" y="2650353"/>
                    <a:pt x="2599534" y="2687633"/>
                  </a:cubicBezTo>
                  <a:cubicBezTo>
                    <a:pt x="2621251" y="2728957"/>
                    <a:pt x="2643407" y="2770017"/>
                    <a:pt x="2667059" y="2814242"/>
                  </a:cubicBezTo>
                  <a:cubicBezTo>
                    <a:pt x="2619053" y="2851961"/>
                    <a:pt x="2572190" y="2888713"/>
                    <a:pt x="2521019" y="2928982"/>
                  </a:cubicBezTo>
                  <a:cubicBezTo>
                    <a:pt x="2463517" y="2877635"/>
                    <a:pt x="2404960" y="2827343"/>
                    <a:pt x="2349129" y="2774325"/>
                  </a:cubicBezTo>
                  <a:cubicBezTo>
                    <a:pt x="2327852" y="2754103"/>
                    <a:pt x="2311762" y="2746981"/>
                    <a:pt x="2285473" y="2765269"/>
                  </a:cubicBezTo>
                  <a:cubicBezTo>
                    <a:pt x="2249952" y="2790063"/>
                    <a:pt x="2195879" y="2803164"/>
                    <a:pt x="2179437" y="2836135"/>
                  </a:cubicBezTo>
                  <a:cubicBezTo>
                    <a:pt x="2163787" y="2867523"/>
                    <a:pt x="2185944" y="2917903"/>
                    <a:pt x="2192362" y="2959843"/>
                  </a:cubicBezTo>
                  <a:cubicBezTo>
                    <a:pt x="2198956" y="3003013"/>
                    <a:pt x="2206606" y="3046095"/>
                    <a:pt x="2213727" y="3088562"/>
                  </a:cubicBezTo>
                  <a:cubicBezTo>
                    <a:pt x="2208012" y="3092606"/>
                    <a:pt x="2204847" y="3095947"/>
                    <a:pt x="2200979" y="3097354"/>
                  </a:cubicBezTo>
                  <a:cubicBezTo>
                    <a:pt x="2149016" y="3116873"/>
                    <a:pt x="2096965" y="3136040"/>
                    <a:pt x="2039728" y="3157230"/>
                  </a:cubicBezTo>
                  <a:cubicBezTo>
                    <a:pt x="2002360" y="3090496"/>
                    <a:pt x="1963850" y="3025345"/>
                    <a:pt x="1929208" y="2958260"/>
                  </a:cubicBezTo>
                  <a:cubicBezTo>
                    <a:pt x="1915316" y="2931355"/>
                    <a:pt x="1899666" y="2924673"/>
                    <a:pt x="1870564" y="2928102"/>
                  </a:cubicBezTo>
                  <a:cubicBezTo>
                    <a:pt x="1732261" y="2953952"/>
                    <a:pt x="1748263" y="2941643"/>
                    <a:pt x="1725139" y="3060954"/>
                  </a:cubicBezTo>
                  <a:cubicBezTo>
                    <a:pt x="1715731" y="3109663"/>
                    <a:pt x="1705972" y="3158197"/>
                    <a:pt x="1695597" y="3210687"/>
                  </a:cubicBezTo>
                  <a:cubicBezTo>
                    <a:pt x="1639678" y="3210687"/>
                    <a:pt x="1585605" y="3212270"/>
                    <a:pt x="1531884" y="3209280"/>
                  </a:cubicBezTo>
                  <a:cubicBezTo>
                    <a:pt x="1522212" y="3208753"/>
                    <a:pt x="1508057" y="3190817"/>
                    <a:pt x="1505419" y="3178859"/>
                  </a:cubicBezTo>
                  <a:cubicBezTo>
                    <a:pt x="1490912" y="3114587"/>
                    <a:pt x="1479042" y="3049788"/>
                    <a:pt x="1467172" y="2984989"/>
                  </a:cubicBezTo>
                  <a:cubicBezTo>
                    <a:pt x="1462864" y="2961162"/>
                    <a:pt x="1455391" y="2945775"/>
                    <a:pt x="1426552" y="2943665"/>
                  </a:cubicBezTo>
                  <a:cubicBezTo>
                    <a:pt x="1384613" y="2940588"/>
                    <a:pt x="1335024" y="2915353"/>
                    <a:pt x="1303460" y="2930476"/>
                  </a:cubicBezTo>
                  <a:cubicBezTo>
                    <a:pt x="1271895" y="2945599"/>
                    <a:pt x="1258531" y="2998705"/>
                    <a:pt x="1237078" y="3035193"/>
                  </a:cubicBezTo>
                  <a:cubicBezTo>
                    <a:pt x="1214833" y="3072912"/>
                    <a:pt x="1200326" y="3129534"/>
                    <a:pt x="1167970" y="3142811"/>
                  </a:cubicBezTo>
                  <a:cubicBezTo>
                    <a:pt x="1136318" y="3155735"/>
                    <a:pt x="1086553" y="3124698"/>
                    <a:pt x="1044790" y="3112477"/>
                  </a:cubicBezTo>
                  <a:cubicBezTo>
                    <a:pt x="1028085" y="3107641"/>
                    <a:pt x="1011731" y="3101662"/>
                    <a:pt x="991948" y="3095156"/>
                  </a:cubicBezTo>
                  <a:cubicBezTo>
                    <a:pt x="1003114" y="3019630"/>
                    <a:pt x="1012874" y="2945775"/>
                    <a:pt x="1025447" y="2872447"/>
                  </a:cubicBezTo>
                  <a:cubicBezTo>
                    <a:pt x="1030019" y="2845806"/>
                    <a:pt x="1026854" y="2828661"/>
                    <a:pt x="1000037" y="2816352"/>
                  </a:cubicBezTo>
                  <a:cubicBezTo>
                    <a:pt x="961703" y="2798680"/>
                    <a:pt x="923808" y="2759818"/>
                    <a:pt x="888287" y="2762631"/>
                  </a:cubicBezTo>
                  <a:cubicBezTo>
                    <a:pt x="855404" y="2765181"/>
                    <a:pt x="825686" y="2810373"/>
                    <a:pt x="795088" y="2837366"/>
                  </a:cubicBezTo>
                  <a:cubicBezTo>
                    <a:pt x="762205" y="2866468"/>
                    <a:pt x="730025" y="2896274"/>
                    <a:pt x="694329" y="2928718"/>
                  </a:cubicBezTo>
                  <a:cubicBezTo>
                    <a:pt x="668919" y="2908759"/>
                    <a:pt x="643861" y="2889152"/>
                    <a:pt x="618891" y="2869546"/>
                  </a:cubicBezTo>
                  <a:cubicBezTo>
                    <a:pt x="594888" y="2850642"/>
                    <a:pt x="570885" y="2831739"/>
                    <a:pt x="546090" y="2812308"/>
                  </a:cubicBezTo>
                  <a:cubicBezTo>
                    <a:pt x="580908" y="2743376"/>
                    <a:pt x="613615" y="2676467"/>
                    <a:pt x="648609" y="2610876"/>
                  </a:cubicBezTo>
                  <a:cubicBezTo>
                    <a:pt x="660214" y="2589071"/>
                    <a:pt x="658544" y="2575003"/>
                    <a:pt x="640696" y="2557682"/>
                  </a:cubicBezTo>
                  <a:cubicBezTo>
                    <a:pt x="610274" y="2528140"/>
                    <a:pt x="582666" y="2495872"/>
                    <a:pt x="551278" y="2462022"/>
                  </a:cubicBezTo>
                  <a:cubicBezTo>
                    <a:pt x="474960" y="2494114"/>
                    <a:pt x="398467" y="2526206"/>
                    <a:pt x="316347" y="2560760"/>
                  </a:cubicBezTo>
                  <a:cubicBezTo>
                    <a:pt x="281266" y="2509940"/>
                    <a:pt x="245833" y="2458681"/>
                    <a:pt x="208905" y="2405224"/>
                  </a:cubicBezTo>
                  <a:cubicBezTo>
                    <a:pt x="263769" y="2353261"/>
                    <a:pt x="316259" y="2302354"/>
                    <a:pt x="370244" y="2253117"/>
                  </a:cubicBezTo>
                  <a:cubicBezTo>
                    <a:pt x="387829" y="2237027"/>
                    <a:pt x="391434" y="2224014"/>
                    <a:pt x="382553" y="2200451"/>
                  </a:cubicBezTo>
                  <a:cubicBezTo>
                    <a:pt x="325315" y="2048608"/>
                    <a:pt x="360485" y="2066192"/>
                    <a:pt x="208993" y="2085184"/>
                  </a:cubicBezTo>
                  <a:cubicBezTo>
                    <a:pt x="201696" y="2086063"/>
                    <a:pt x="194310" y="2085799"/>
                    <a:pt x="187012" y="2085887"/>
                  </a:cubicBezTo>
                  <a:cubicBezTo>
                    <a:pt x="150964" y="2086503"/>
                    <a:pt x="104453" y="2100922"/>
                    <a:pt x="81681" y="2083777"/>
                  </a:cubicBezTo>
                  <a:cubicBezTo>
                    <a:pt x="58205" y="2066192"/>
                    <a:pt x="57326" y="2017923"/>
                    <a:pt x="47478" y="1982929"/>
                  </a:cubicBezTo>
                  <a:cubicBezTo>
                    <a:pt x="41148" y="1960597"/>
                    <a:pt x="36488" y="1937825"/>
                    <a:pt x="30070" y="1911448"/>
                  </a:cubicBezTo>
                  <a:cubicBezTo>
                    <a:pt x="94869" y="1881290"/>
                    <a:pt x="157646" y="1850253"/>
                    <a:pt x="222006" y="1822997"/>
                  </a:cubicBezTo>
                  <a:cubicBezTo>
                    <a:pt x="248559" y="1811743"/>
                    <a:pt x="257527" y="1796620"/>
                    <a:pt x="252779" y="1769628"/>
                  </a:cubicBezTo>
                  <a:cubicBezTo>
                    <a:pt x="250053" y="1753802"/>
                    <a:pt x="248998" y="1737624"/>
                    <a:pt x="248471" y="1721446"/>
                  </a:cubicBezTo>
                  <a:cubicBezTo>
                    <a:pt x="246185" y="1644162"/>
                    <a:pt x="281881" y="1646184"/>
                    <a:pt x="165120" y="1619367"/>
                  </a:cubicBezTo>
                  <a:cubicBezTo>
                    <a:pt x="110168" y="1603717"/>
                    <a:pt x="55040" y="1588946"/>
                    <a:pt x="0" y="1573823"/>
                  </a:cubicBezTo>
                  <a:cubicBezTo>
                    <a:pt x="0" y="1556239"/>
                    <a:pt x="0" y="1538654"/>
                    <a:pt x="0" y="1521069"/>
                  </a:cubicBezTo>
                  <a:cubicBezTo>
                    <a:pt x="6418" y="1475525"/>
                    <a:pt x="12837" y="1429981"/>
                    <a:pt x="19431" y="1383382"/>
                  </a:cubicBezTo>
                  <a:cubicBezTo>
                    <a:pt x="55479" y="1379337"/>
                    <a:pt x="88714" y="1373710"/>
                    <a:pt x="122213" y="1372040"/>
                  </a:cubicBezTo>
                  <a:cubicBezTo>
                    <a:pt x="316523" y="1362808"/>
                    <a:pt x="263769" y="1389185"/>
                    <a:pt x="292432" y="1219933"/>
                  </a:cubicBezTo>
                  <a:cubicBezTo>
                    <a:pt x="296652" y="1194963"/>
                    <a:pt x="292168" y="1183533"/>
                    <a:pt x="271506" y="1170872"/>
                  </a:cubicBezTo>
                  <a:cubicBezTo>
                    <a:pt x="212950" y="1135175"/>
                    <a:pt x="155800" y="1097016"/>
                    <a:pt x="96100" y="1058594"/>
                  </a:cubicBezTo>
                  <a:cubicBezTo>
                    <a:pt x="120806" y="998015"/>
                    <a:pt x="144370" y="940337"/>
                    <a:pt x="168812" y="880462"/>
                  </a:cubicBezTo>
                  <a:cubicBezTo>
                    <a:pt x="241261" y="896991"/>
                    <a:pt x="309313" y="913609"/>
                    <a:pt x="377981" y="927325"/>
                  </a:cubicBezTo>
                  <a:cubicBezTo>
                    <a:pt x="390378" y="929787"/>
                    <a:pt x="411128" y="924863"/>
                    <a:pt x="417898" y="915807"/>
                  </a:cubicBezTo>
                  <a:cubicBezTo>
                    <a:pt x="447441" y="876241"/>
                    <a:pt x="473202" y="833862"/>
                    <a:pt x="501074" y="791484"/>
                  </a:cubicBezTo>
                  <a:cubicBezTo>
                    <a:pt x="451045" y="725629"/>
                    <a:pt x="402600" y="661885"/>
                    <a:pt x="352747" y="596294"/>
                  </a:cubicBezTo>
                  <a:cubicBezTo>
                    <a:pt x="395830" y="548025"/>
                    <a:pt x="437241" y="501601"/>
                    <a:pt x="478917" y="454826"/>
                  </a:cubicBezTo>
                  <a:cubicBezTo>
                    <a:pt x="511536" y="475400"/>
                    <a:pt x="539760" y="493688"/>
                    <a:pt x="568511" y="511185"/>
                  </a:cubicBezTo>
                  <a:cubicBezTo>
                    <a:pt x="607021" y="534660"/>
                    <a:pt x="647729" y="578006"/>
                    <a:pt x="684305" y="574929"/>
                  </a:cubicBezTo>
                  <a:cubicBezTo>
                    <a:pt x="723695" y="571588"/>
                    <a:pt x="758776" y="523582"/>
                    <a:pt x="797111" y="497029"/>
                  </a:cubicBezTo>
                  <a:cubicBezTo>
                    <a:pt x="818124" y="482522"/>
                    <a:pt x="819619" y="467663"/>
                    <a:pt x="811266" y="445067"/>
                  </a:cubicBezTo>
                  <a:cubicBezTo>
                    <a:pt x="790516" y="388796"/>
                    <a:pt x="771261" y="331910"/>
                    <a:pt x="754028" y="274496"/>
                  </a:cubicBezTo>
                  <a:cubicBezTo>
                    <a:pt x="750511" y="262802"/>
                    <a:pt x="753765" y="240382"/>
                    <a:pt x="761766" y="235194"/>
                  </a:cubicBezTo>
                  <a:cubicBezTo>
                    <a:pt x="809508" y="204597"/>
                    <a:pt x="859536" y="177605"/>
                    <a:pt x="911411" y="147975"/>
                  </a:cubicBezTo>
                  <a:cubicBezTo>
                    <a:pt x="955284" y="204157"/>
                    <a:pt x="998191" y="257790"/>
                    <a:pt x="1039515" y="312567"/>
                  </a:cubicBezTo>
                  <a:cubicBezTo>
                    <a:pt x="1053670" y="331294"/>
                    <a:pt x="1066155" y="339295"/>
                    <a:pt x="1090598" y="328744"/>
                  </a:cubicBezTo>
                  <a:cubicBezTo>
                    <a:pt x="1128141" y="312567"/>
                    <a:pt x="1168498" y="302807"/>
                    <a:pt x="1205777" y="286190"/>
                  </a:cubicBezTo>
                  <a:cubicBezTo>
                    <a:pt x="1217647" y="280826"/>
                    <a:pt x="1230484" y="262450"/>
                    <a:pt x="1231011" y="249526"/>
                  </a:cubicBezTo>
                  <a:cubicBezTo>
                    <a:pt x="1233649" y="188155"/>
                    <a:pt x="1233385" y="126521"/>
                    <a:pt x="1231627" y="65063"/>
                  </a:cubicBezTo>
                  <a:cubicBezTo>
                    <a:pt x="1230835" y="38686"/>
                    <a:pt x="1240595" y="29982"/>
                    <a:pt x="1265829" y="26201"/>
                  </a:cubicBezTo>
                  <a:cubicBezTo>
                    <a:pt x="1307328" y="19783"/>
                    <a:pt x="1348125" y="8968"/>
                    <a:pt x="1389185" y="0"/>
                  </a:cubicBezTo>
                  <a:cubicBezTo>
                    <a:pt x="1397977" y="0"/>
                    <a:pt x="1406769" y="0"/>
                    <a:pt x="1415562" y="0"/>
                  </a:cubicBezTo>
                  <a:cubicBezTo>
                    <a:pt x="1440004" y="67085"/>
                    <a:pt x="1463392" y="134522"/>
                    <a:pt x="1490032" y="200728"/>
                  </a:cubicBezTo>
                  <a:cubicBezTo>
                    <a:pt x="1494956" y="212950"/>
                    <a:pt x="1512717" y="226842"/>
                    <a:pt x="1525465" y="227809"/>
                  </a:cubicBezTo>
                  <a:cubicBezTo>
                    <a:pt x="1568987" y="231150"/>
                    <a:pt x="1612949" y="230534"/>
                    <a:pt x="1656559" y="228072"/>
                  </a:cubicBezTo>
                  <a:cubicBezTo>
                    <a:pt x="1667373" y="227457"/>
                    <a:pt x="1683199" y="216379"/>
                    <a:pt x="1686892" y="206355"/>
                  </a:cubicBezTo>
                  <a:cubicBezTo>
                    <a:pt x="1712214" y="138127"/>
                    <a:pt x="1734898" y="68932"/>
                    <a:pt x="1758462" y="0"/>
                  </a:cubicBezTo>
                  <a:cubicBezTo>
                    <a:pt x="1773145" y="0"/>
                    <a:pt x="1787740" y="0"/>
                    <a:pt x="1802423" y="0"/>
                  </a:cubicBezTo>
                  <a:close/>
                  <a:moveTo>
                    <a:pt x="1609520" y="1345135"/>
                  </a:moveTo>
                  <a:cubicBezTo>
                    <a:pt x="1464711" y="1344959"/>
                    <a:pt x="1349531" y="1460402"/>
                    <a:pt x="1350499" y="1604684"/>
                  </a:cubicBezTo>
                  <a:cubicBezTo>
                    <a:pt x="1351466" y="1752835"/>
                    <a:pt x="1466381" y="1871531"/>
                    <a:pt x="1609256" y="1871794"/>
                  </a:cubicBezTo>
                  <a:cubicBezTo>
                    <a:pt x="1751692" y="1872058"/>
                    <a:pt x="1870739" y="1751604"/>
                    <a:pt x="1871003" y="1606970"/>
                  </a:cubicBezTo>
                  <a:cubicBezTo>
                    <a:pt x="1871267" y="1458908"/>
                    <a:pt x="1757846" y="1345311"/>
                    <a:pt x="1609520" y="1345135"/>
                  </a:cubicBezTo>
                  <a:close/>
                  <a:moveTo>
                    <a:pt x="878615" y="2153764"/>
                  </a:moveTo>
                  <a:cubicBezTo>
                    <a:pt x="1037668" y="2355635"/>
                    <a:pt x="1235495" y="2481365"/>
                    <a:pt x="1493374" y="2515040"/>
                  </a:cubicBezTo>
                  <a:cubicBezTo>
                    <a:pt x="1493374" y="2386057"/>
                    <a:pt x="1493901" y="2263228"/>
                    <a:pt x="1492494" y="2140400"/>
                  </a:cubicBezTo>
                  <a:cubicBezTo>
                    <a:pt x="1492318" y="2128706"/>
                    <a:pt x="1482647" y="2112528"/>
                    <a:pt x="1472536" y="2106285"/>
                  </a:cubicBezTo>
                  <a:cubicBezTo>
                    <a:pt x="1395339" y="2058631"/>
                    <a:pt x="1317352" y="2012295"/>
                    <a:pt x="1238485" y="1967455"/>
                  </a:cubicBezTo>
                  <a:cubicBezTo>
                    <a:pt x="1228549" y="1961828"/>
                    <a:pt x="1209558" y="1962707"/>
                    <a:pt x="1199271" y="1968598"/>
                  </a:cubicBezTo>
                  <a:cubicBezTo>
                    <a:pt x="1093499" y="2028298"/>
                    <a:pt x="988871" y="2089756"/>
                    <a:pt x="878615" y="2153764"/>
                  </a:cubicBezTo>
                  <a:close/>
                  <a:moveTo>
                    <a:pt x="1731118" y="2518645"/>
                  </a:moveTo>
                  <a:cubicBezTo>
                    <a:pt x="1986710" y="2477233"/>
                    <a:pt x="2187614" y="2357130"/>
                    <a:pt x="2344996" y="2153500"/>
                  </a:cubicBezTo>
                  <a:cubicBezTo>
                    <a:pt x="2232983" y="2088437"/>
                    <a:pt x="2124661" y="2025220"/>
                    <a:pt x="2015725" y="1963234"/>
                  </a:cubicBezTo>
                  <a:cubicBezTo>
                    <a:pt x="2008867" y="1959278"/>
                    <a:pt x="1995063" y="1961300"/>
                    <a:pt x="1987501" y="1965696"/>
                  </a:cubicBezTo>
                  <a:cubicBezTo>
                    <a:pt x="1907755" y="2012032"/>
                    <a:pt x="1828360" y="2058983"/>
                    <a:pt x="1749845" y="2107252"/>
                  </a:cubicBezTo>
                  <a:cubicBezTo>
                    <a:pt x="1740701" y="2112880"/>
                    <a:pt x="1732085" y="2127563"/>
                    <a:pt x="1731909" y="2138201"/>
                  </a:cubicBezTo>
                  <a:cubicBezTo>
                    <a:pt x="1730678" y="2262349"/>
                    <a:pt x="1731118" y="2386672"/>
                    <a:pt x="1731118" y="2518645"/>
                  </a:cubicBezTo>
                  <a:close/>
                  <a:moveTo>
                    <a:pt x="768887" y="1948376"/>
                  </a:moveTo>
                  <a:cubicBezTo>
                    <a:pt x="843710" y="1904678"/>
                    <a:pt x="917038" y="1862299"/>
                    <a:pt x="989926" y="1819216"/>
                  </a:cubicBezTo>
                  <a:cubicBezTo>
                    <a:pt x="1031338" y="1794686"/>
                    <a:pt x="1087872" y="1778068"/>
                    <a:pt x="1108710" y="1741405"/>
                  </a:cubicBezTo>
                  <a:cubicBezTo>
                    <a:pt x="1129636" y="1704653"/>
                    <a:pt x="1115392" y="1647503"/>
                    <a:pt x="1115392" y="1599321"/>
                  </a:cubicBezTo>
                  <a:cubicBezTo>
                    <a:pt x="1115392" y="1546743"/>
                    <a:pt x="1131570" y="1483702"/>
                    <a:pt x="1108270" y="1444488"/>
                  </a:cubicBezTo>
                  <a:cubicBezTo>
                    <a:pt x="1084004" y="1403604"/>
                    <a:pt x="1021315" y="1385228"/>
                    <a:pt x="974803" y="1358060"/>
                  </a:cubicBezTo>
                  <a:cubicBezTo>
                    <a:pt x="908245" y="1319198"/>
                    <a:pt x="841072" y="1281303"/>
                    <a:pt x="774075" y="1242881"/>
                  </a:cubicBezTo>
                  <a:cubicBezTo>
                    <a:pt x="677799" y="1425321"/>
                    <a:pt x="675161" y="1751164"/>
                    <a:pt x="768887" y="1948376"/>
                  </a:cubicBezTo>
                  <a:close/>
                  <a:moveTo>
                    <a:pt x="2456835" y="1949870"/>
                  </a:moveTo>
                  <a:cubicBezTo>
                    <a:pt x="2547923" y="1708257"/>
                    <a:pt x="2547835" y="1476404"/>
                    <a:pt x="2446548" y="1241298"/>
                  </a:cubicBezTo>
                  <a:cubicBezTo>
                    <a:pt x="2336732" y="1305042"/>
                    <a:pt x="2231576" y="1365357"/>
                    <a:pt x="2127826" y="1427783"/>
                  </a:cubicBezTo>
                  <a:cubicBezTo>
                    <a:pt x="2117452" y="1434026"/>
                    <a:pt x="2109978" y="1453544"/>
                    <a:pt x="2109714" y="1467085"/>
                  </a:cubicBezTo>
                  <a:cubicBezTo>
                    <a:pt x="2108044" y="1550436"/>
                    <a:pt x="2108308" y="1633875"/>
                    <a:pt x="2109538" y="1717314"/>
                  </a:cubicBezTo>
                  <a:cubicBezTo>
                    <a:pt x="2109714" y="1730062"/>
                    <a:pt x="2114814" y="1748878"/>
                    <a:pt x="2123958" y="1754417"/>
                  </a:cubicBezTo>
                  <a:cubicBezTo>
                    <a:pt x="2232631" y="1819744"/>
                    <a:pt x="2342623" y="1883224"/>
                    <a:pt x="2456835" y="1949870"/>
                  </a:cubicBezTo>
                  <a:close/>
                  <a:moveTo>
                    <a:pt x="1731205" y="703912"/>
                  </a:moveTo>
                  <a:cubicBezTo>
                    <a:pt x="1731205" y="830785"/>
                    <a:pt x="1730678" y="957834"/>
                    <a:pt x="1732173" y="1084795"/>
                  </a:cubicBezTo>
                  <a:cubicBezTo>
                    <a:pt x="1732261" y="1094467"/>
                    <a:pt x="1744394" y="1107303"/>
                    <a:pt x="1754241" y="1113018"/>
                  </a:cubicBezTo>
                  <a:cubicBezTo>
                    <a:pt x="1823788" y="1153463"/>
                    <a:pt x="1893863" y="1192940"/>
                    <a:pt x="1964553" y="1231187"/>
                  </a:cubicBezTo>
                  <a:cubicBezTo>
                    <a:pt x="1974137" y="1236374"/>
                    <a:pt x="1991018" y="1238309"/>
                    <a:pt x="1999810" y="1233297"/>
                  </a:cubicBezTo>
                  <a:cubicBezTo>
                    <a:pt x="2110242" y="1170960"/>
                    <a:pt x="2219794" y="1107040"/>
                    <a:pt x="2329786" y="1043471"/>
                  </a:cubicBezTo>
                  <a:cubicBezTo>
                    <a:pt x="2201066" y="861822"/>
                    <a:pt x="1923230" y="703736"/>
                    <a:pt x="1731205" y="703912"/>
                  </a:cubicBezTo>
                  <a:close/>
                  <a:moveTo>
                    <a:pt x="1493286" y="715870"/>
                  </a:moveTo>
                  <a:cubicBezTo>
                    <a:pt x="1324561" y="689581"/>
                    <a:pt x="1002939" y="870351"/>
                    <a:pt x="903234" y="1047516"/>
                  </a:cubicBezTo>
                  <a:cubicBezTo>
                    <a:pt x="1011379" y="1110644"/>
                    <a:pt x="1119525" y="1174125"/>
                    <a:pt x="1228461" y="1236199"/>
                  </a:cubicBezTo>
                  <a:cubicBezTo>
                    <a:pt x="1235759" y="1240331"/>
                    <a:pt x="1251057" y="1236023"/>
                    <a:pt x="1260026" y="1231011"/>
                  </a:cubicBezTo>
                  <a:cubicBezTo>
                    <a:pt x="1330188" y="1191709"/>
                    <a:pt x="1400087" y="1151968"/>
                    <a:pt x="1469107" y="1110644"/>
                  </a:cubicBezTo>
                  <a:cubicBezTo>
                    <a:pt x="1479745" y="1104314"/>
                    <a:pt x="1492055" y="1089631"/>
                    <a:pt x="1492231" y="1078640"/>
                  </a:cubicBezTo>
                  <a:cubicBezTo>
                    <a:pt x="1493901" y="957482"/>
                    <a:pt x="1493286" y="836324"/>
                    <a:pt x="1493286" y="7158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xmlns="" id="{075F45D3-1548-4546-8A4A-5D6F6BC9B798}"/>
                </a:ext>
              </a:extLst>
            </p:cNvPr>
            <p:cNvSpPr/>
            <p:nvPr/>
          </p:nvSpPr>
          <p:spPr>
            <a:xfrm flipH="1">
              <a:off x="3027347" y="2681487"/>
              <a:ext cx="1112517" cy="1112730"/>
            </a:xfrm>
            <a:custGeom>
              <a:avLst/>
              <a:gdLst>
                <a:gd name="connsiteX0" fmla="*/ 1779651 w 3214291"/>
                <a:gd name="connsiteY0" fmla="*/ 0 h 3214907"/>
                <a:gd name="connsiteX1" fmla="*/ 1939935 w 3214291"/>
                <a:gd name="connsiteY1" fmla="*/ 29982 h 3214907"/>
                <a:gd name="connsiteX2" fmla="*/ 1939319 w 3214291"/>
                <a:gd name="connsiteY2" fmla="*/ 237920 h 3214907"/>
                <a:gd name="connsiteX3" fmla="*/ 1974576 w 3214291"/>
                <a:gd name="connsiteY3" fmla="*/ 287157 h 3214907"/>
                <a:gd name="connsiteX4" fmla="*/ 2041310 w 3214291"/>
                <a:gd name="connsiteY4" fmla="*/ 308786 h 3214907"/>
                <a:gd name="connsiteX5" fmla="*/ 2166161 w 3214291"/>
                <a:gd name="connsiteY5" fmla="*/ 270803 h 3214907"/>
                <a:gd name="connsiteX6" fmla="*/ 2270174 w 3214291"/>
                <a:gd name="connsiteY6" fmla="*/ 137600 h 3214907"/>
                <a:gd name="connsiteX7" fmla="*/ 2436612 w 3214291"/>
                <a:gd name="connsiteY7" fmla="*/ 219368 h 3214907"/>
                <a:gd name="connsiteX8" fmla="*/ 2370758 w 3214291"/>
                <a:gd name="connsiteY8" fmla="*/ 425636 h 3214907"/>
                <a:gd name="connsiteX9" fmla="*/ 2391684 w 3214291"/>
                <a:gd name="connsiteY9" fmla="*/ 491226 h 3214907"/>
                <a:gd name="connsiteX10" fmla="*/ 2495960 w 3214291"/>
                <a:gd name="connsiteY10" fmla="*/ 565961 h 3214907"/>
                <a:gd name="connsiteX11" fmla="*/ 2611316 w 3214291"/>
                <a:gd name="connsiteY11" fmla="*/ 500810 h 3214907"/>
                <a:gd name="connsiteX12" fmla="*/ 2711284 w 3214291"/>
                <a:gd name="connsiteY12" fmla="*/ 443924 h 3214907"/>
                <a:gd name="connsiteX13" fmla="*/ 2798416 w 3214291"/>
                <a:gd name="connsiteY13" fmla="*/ 518219 h 3214907"/>
                <a:gd name="connsiteX14" fmla="*/ 2843169 w 3214291"/>
                <a:gd name="connsiteY14" fmla="*/ 564466 h 3214907"/>
                <a:gd name="connsiteX15" fmla="*/ 2684116 w 3214291"/>
                <a:gd name="connsiteY15" fmla="*/ 776361 h 3214907"/>
                <a:gd name="connsiteX16" fmla="*/ 2765972 w 3214291"/>
                <a:gd name="connsiteY16" fmla="*/ 905168 h 3214907"/>
                <a:gd name="connsiteX17" fmla="*/ 2805538 w 3214291"/>
                <a:gd name="connsiteY17" fmla="*/ 916686 h 3214907"/>
                <a:gd name="connsiteX18" fmla="*/ 2993693 w 3214291"/>
                <a:gd name="connsiteY18" fmla="*/ 872900 h 3214907"/>
                <a:gd name="connsiteX19" fmla="*/ 3047326 w 3214291"/>
                <a:gd name="connsiteY19" fmla="*/ 898310 h 3214907"/>
                <a:gd name="connsiteX20" fmla="*/ 3108169 w 3214291"/>
                <a:gd name="connsiteY20" fmla="*/ 1031777 h 3214907"/>
                <a:gd name="connsiteX21" fmla="*/ 2920893 w 3214291"/>
                <a:gd name="connsiteY21" fmla="*/ 1157947 h 3214907"/>
                <a:gd name="connsiteX22" fmla="*/ 2898648 w 3214291"/>
                <a:gd name="connsiteY22" fmla="*/ 1211756 h 3214907"/>
                <a:gd name="connsiteX23" fmla="*/ 2926080 w 3214291"/>
                <a:gd name="connsiteY23" fmla="*/ 1322539 h 3214907"/>
                <a:gd name="connsiteX24" fmla="*/ 2968195 w 3214291"/>
                <a:gd name="connsiteY24" fmla="*/ 1355334 h 3214907"/>
                <a:gd name="connsiteX25" fmla="*/ 3195916 w 3214291"/>
                <a:gd name="connsiteY25" fmla="*/ 1373271 h 3214907"/>
                <a:gd name="connsiteX26" fmla="*/ 3214292 w 3214291"/>
                <a:gd name="connsiteY26" fmla="*/ 1553073 h 3214907"/>
                <a:gd name="connsiteX27" fmla="*/ 2992814 w 3214291"/>
                <a:gd name="connsiteY27" fmla="*/ 1614532 h 3214907"/>
                <a:gd name="connsiteX28" fmla="*/ 2949028 w 3214291"/>
                <a:gd name="connsiteY28" fmla="*/ 1667022 h 3214907"/>
                <a:gd name="connsiteX29" fmla="*/ 3067812 w 3214291"/>
                <a:gd name="connsiteY29" fmla="*/ 1857463 h 3214907"/>
                <a:gd name="connsiteX30" fmla="*/ 3190201 w 3214291"/>
                <a:gd name="connsiteY30" fmla="*/ 1912855 h 3214907"/>
                <a:gd name="connsiteX31" fmla="*/ 3148262 w 3214291"/>
                <a:gd name="connsiteY31" fmla="*/ 2067160 h 3214907"/>
                <a:gd name="connsiteX32" fmla="*/ 3110631 w 3214291"/>
                <a:gd name="connsiteY32" fmla="*/ 2084393 h 3214907"/>
                <a:gd name="connsiteX33" fmla="*/ 2913067 w 3214291"/>
                <a:gd name="connsiteY33" fmla="*/ 2075248 h 3214907"/>
                <a:gd name="connsiteX34" fmla="*/ 2862248 w 3214291"/>
                <a:gd name="connsiteY34" fmla="*/ 2104967 h 3214907"/>
                <a:gd name="connsiteX35" fmla="*/ 2900231 w 3214291"/>
                <a:gd name="connsiteY35" fmla="*/ 2313872 h 3214907"/>
                <a:gd name="connsiteX36" fmla="*/ 3003013 w 3214291"/>
                <a:gd name="connsiteY36" fmla="*/ 2408741 h 3214907"/>
                <a:gd name="connsiteX37" fmla="*/ 2904539 w 3214291"/>
                <a:gd name="connsiteY37" fmla="*/ 2567442 h 3214907"/>
                <a:gd name="connsiteX38" fmla="*/ 2687281 w 3214291"/>
                <a:gd name="connsiteY38" fmla="*/ 2478288 h 3214907"/>
                <a:gd name="connsiteX39" fmla="*/ 2626438 w 3214291"/>
                <a:gd name="connsiteY39" fmla="*/ 2490773 h 3214907"/>
                <a:gd name="connsiteX40" fmla="*/ 2536669 w 3214291"/>
                <a:gd name="connsiteY40" fmla="*/ 2586609 h 3214907"/>
                <a:gd name="connsiteX41" fmla="*/ 2667410 w 3214291"/>
                <a:gd name="connsiteY41" fmla="*/ 2826288 h 3214907"/>
                <a:gd name="connsiteX42" fmla="*/ 2518821 w 3214291"/>
                <a:gd name="connsiteY42" fmla="*/ 2941027 h 3214907"/>
                <a:gd name="connsiteX43" fmla="*/ 2344293 w 3214291"/>
                <a:gd name="connsiteY43" fmla="*/ 2785052 h 3214907"/>
                <a:gd name="connsiteX44" fmla="*/ 2287231 w 3214291"/>
                <a:gd name="connsiteY44" fmla="*/ 2777666 h 3214907"/>
                <a:gd name="connsiteX45" fmla="*/ 2184273 w 3214291"/>
                <a:gd name="connsiteY45" fmla="*/ 2839740 h 3214907"/>
                <a:gd name="connsiteX46" fmla="*/ 2191483 w 3214291"/>
                <a:gd name="connsiteY46" fmla="*/ 2957996 h 3214907"/>
                <a:gd name="connsiteX47" fmla="*/ 2193945 w 3214291"/>
                <a:gd name="connsiteY47" fmla="*/ 2979801 h 3214907"/>
                <a:gd name="connsiteX48" fmla="*/ 2206430 w 3214291"/>
                <a:gd name="connsiteY48" fmla="*/ 3105004 h 3214907"/>
                <a:gd name="connsiteX49" fmla="*/ 2055026 w 3214291"/>
                <a:gd name="connsiteY49" fmla="*/ 3162593 h 3214907"/>
                <a:gd name="connsiteX50" fmla="*/ 2021352 w 3214291"/>
                <a:gd name="connsiteY50" fmla="*/ 3140085 h 3214907"/>
                <a:gd name="connsiteX51" fmla="*/ 1924460 w 3214291"/>
                <a:gd name="connsiteY51" fmla="*/ 2962832 h 3214907"/>
                <a:gd name="connsiteX52" fmla="*/ 1876190 w 3214291"/>
                <a:gd name="connsiteY52" fmla="*/ 2937774 h 3214907"/>
                <a:gd name="connsiteX53" fmla="*/ 1776310 w 3214291"/>
                <a:gd name="connsiteY53" fmla="*/ 2952809 h 3214907"/>
                <a:gd name="connsiteX54" fmla="*/ 1734283 w 3214291"/>
                <a:gd name="connsiteY54" fmla="*/ 2997562 h 3214907"/>
                <a:gd name="connsiteX55" fmla="*/ 1698674 w 3214291"/>
                <a:gd name="connsiteY55" fmla="*/ 3205324 h 3214907"/>
                <a:gd name="connsiteX56" fmla="*/ 1693223 w 3214291"/>
                <a:gd name="connsiteY56" fmla="*/ 3214907 h 3214907"/>
                <a:gd name="connsiteX57" fmla="*/ 1509727 w 3214291"/>
                <a:gd name="connsiteY57" fmla="*/ 3214907 h 3214907"/>
                <a:gd name="connsiteX58" fmla="*/ 1465766 w 3214291"/>
                <a:gd name="connsiteY58" fmla="*/ 2998441 h 3214907"/>
                <a:gd name="connsiteX59" fmla="*/ 1421892 w 3214291"/>
                <a:gd name="connsiteY59" fmla="*/ 2954040 h 3214907"/>
                <a:gd name="connsiteX60" fmla="*/ 1239540 w 3214291"/>
                <a:gd name="connsiteY60" fmla="*/ 3036072 h 3214907"/>
                <a:gd name="connsiteX61" fmla="*/ 1172366 w 3214291"/>
                <a:gd name="connsiteY61" fmla="*/ 3162681 h 3214907"/>
                <a:gd name="connsiteX62" fmla="*/ 1083564 w 3214291"/>
                <a:gd name="connsiteY62" fmla="*/ 3134985 h 3214907"/>
                <a:gd name="connsiteX63" fmla="*/ 993091 w 3214291"/>
                <a:gd name="connsiteY63" fmla="*/ 3103421 h 3214907"/>
                <a:gd name="connsiteX64" fmla="*/ 1026326 w 3214291"/>
                <a:gd name="connsiteY64" fmla="*/ 2876404 h 3214907"/>
                <a:gd name="connsiteX65" fmla="*/ 1000301 w 3214291"/>
                <a:gd name="connsiteY65" fmla="*/ 2825232 h 3214907"/>
                <a:gd name="connsiteX66" fmla="*/ 792979 w 3214291"/>
                <a:gd name="connsiteY66" fmla="*/ 2848444 h 3214907"/>
                <a:gd name="connsiteX67" fmla="*/ 692834 w 3214291"/>
                <a:gd name="connsiteY67" fmla="*/ 2939708 h 3214907"/>
                <a:gd name="connsiteX68" fmla="*/ 539320 w 3214291"/>
                <a:gd name="connsiteY68" fmla="*/ 2820133 h 3214907"/>
                <a:gd name="connsiteX69" fmla="*/ 661709 w 3214291"/>
                <a:gd name="connsiteY69" fmla="*/ 2592236 h 3214907"/>
                <a:gd name="connsiteX70" fmla="*/ 559279 w 3214291"/>
                <a:gd name="connsiteY70" fmla="*/ 2483563 h 3214907"/>
                <a:gd name="connsiteX71" fmla="*/ 517867 w 3214291"/>
                <a:gd name="connsiteY71" fmla="*/ 2481717 h 3214907"/>
                <a:gd name="connsiteX72" fmla="*/ 313182 w 3214291"/>
                <a:gd name="connsiteY72" fmla="*/ 2570871 h 3214907"/>
                <a:gd name="connsiteX73" fmla="*/ 206971 w 3214291"/>
                <a:gd name="connsiteY73" fmla="*/ 2410411 h 3214907"/>
                <a:gd name="connsiteX74" fmla="*/ 368661 w 3214291"/>
                <a:gd name="connsiteY74" fmla="*/ 2261030 h 3214907"/>
                <a:gd name="connsiteX75" fmla="*/ 380355 w 3214291"/>
                <a:gd name="connsiteY75" fmla="*/ 2205551 h 3214907"/>
                <a:gd name="connsiteX76" fmla="*/ 350286 w 3214291"/>
                <a:gd name="connsiteY76" fmla="*/ 2142158 h 3214907"/>
                <a:gd name="connsiteX77" fmla="*/ 252867 w 3214291"/>
                <a:gd name="connsiteY77" fmla="*/ 2088261 h 3214907"/>
                <a:gd name="connsiteX78" fmla="*/ 74383 w 3214291"/>
                <a:gd name="connsiteY78" fmla="*/ 2103208 h 3214907"/>
                <a:gd name="connsiteX79" fmla="*/ 30509 w 3214291"/>
                <a:gd name="connsiteY79" fmla="*/ 1936066 h 3214907"/>
                <a:gd name="connsiteX80" fmla="*/ 52754 w 3214291"/>
                <a:gd name="connsiteY80" fmla="*/ 1903535 h 3214907"/>
                <a:gd name="connsiteX81" fmla="*/ 220687 w 3214291"/>
                <a:gd name="connsiteY81" fmla="*/ 1827218 h 3214907"/>
                <a:gd name="connsiteX82" fmla="*/ 248646 w 3214291"/>
                <a:gd name="connsiteY82" fmla="*/ 1780706 h 3214907"/>
                <a:gd name="connsiteX83" fmla="*/ 243371 w 3214291"/>
                <a:gd name="connsiteY83" fmla="*/ 1719424 h 3214907"/>
                <a:gd name="connsiteX84" fmla="*/ 164944 w 3214291"/>
                <a:gd name="connsiteY84" fmla="*/ 1624906 h 3214907"/>
                <a:gd name="connsiteX85" fmla="*/ 0 w 3214291"/>
                <a:gd name="connsiteY85" fmla="*/ 1580241 h 3214907"/>
                <a:gd name="connsiteX86" fmla="*/ 12485 w 3214291"/>
                <a:gd name="connsiteY86" fmla="*/ 1413627 h 3214907"/>
                <a:gd name="connsiteX87" fmla="*/ 40796 w 3214291"/>
                <a:gd name="connsiteY87" fmla="*/ 1390328 h 3214907"/>
                <a:gd name="connsiteX88" fmla="*/ 228072 w 3214291"/>
                <a:gd name="connsiteY88" fmla="*/ 1366061 h 3214907"/>
                <a:gd name="connsiteX89" fmla="*/ 267462 w 3214291"/>
                <a:gd name="connsiteY89" fmla="*/ 1329661 h 3214907"/>
                <a:gd name="connsiteX90" fmla="*/ 288476 w 3214291"/>
                <a:gd name="connsiteY90" fmla="*/ 1198568 h 3214907"/>
                <a:gd name="connsiteX91" fmla="*/ 185078 w 3214291"/>
                <a:gd name="connsiteY91" fmla="*/ 1122866 h 3214907"/>
                <a:gd name="connsiteX92" fmla="*/ 93023 w 3214291"/>
                <a:gd name="connsiteY92" fmla="*/ 1062111 h 3214907"/>
                <a:gd name="connsiteX93" fmla="*/ 164768 w 3214291"/>
                <a:gd name="connsiteY93" fmla="*/ 886880 h 3214907"/>
                <a:gd name="connsiteX94" fmla="*/ 369013 w 3214291"/>
                <a:gd name="connsiteY94" fmla="*/ 931545 h 3214907"/>
                <a:gd name="connsiteX95" fmla="*/ 422646 w 3214291"/>
                <a:gd name="connsiteY95" fmla="*/ 910531 h 3214907"/>
                <a:gd name="connsiteX96" fmla="*/ 497557 w 3214291"/>
                <a:gd name="connsiteY96" fmla="*/ 792627 h 3214907"/>
                <a:gd name="connsiteX97" fmla="*/ 349758 w 3214291"/>
                <a:gd name="connsiteY97" fmla="*/ 599811 h 3214907"/>
                <a:gd name="connsiteX98" fmla="*/ 477071 w 3214291"/>
                <a:gd name="connsiteY98" fmla="*/ 458079 h 3214907"/>
                <a:gd name="connsiteX99" fmla="*/ 642278 w 3214291"/>
                <a:gd name="connsiteY99" fmla="*/ 563059 h 3214907"/>
                <a:gd name="connsiteX100" fmla="*/ 717276 w 3214291"/>
                <a:gd name="connsiteY100" fmla="*/ 557432 h 3214907"/>
                <a:gd name="connsiteX101" fmla="*/ 754820 w 3214291"/>
                <a:gd name="connsiteY101" fmla="*/ 527099 h 3214907"/>
                <a:gd name="connsiteX102" fmla="*/ 793682 w 3214291"/>
                <a:gd name="connsiteY102" fmla="*/ 399347 h 3214907"/>
                <a:gd name="connsiteX103" fmla="*/ 755347 w 3214291"/>
                <a:gd name="connsiteY103" fmla="*/ 277925 h 3214907"/>
                <a:gd name="connsiteX104" fmla="*/ 774251 w 3214291"/>
                <a:gd name="connsiteY104" fmla="*/ 224995 h 3214907"/>
                <a:gd name="connsiteX105" fmla="*/ 896200 w 3214291"/>
                <a:gd name="connsiteY105" fmla="*/ 155096 h 3214907"/>
                <a:gd name="connsiteX106" fmla="*/ 907191 w 3214291"/>
                <a:gd name="connsiteY106" fmla="*/ 150700 h 3214907"/>
                <a:gd name="connsiteX107" fmla="*/ 1035119 w 3214291"/>
                <a:gd name="connsiteY107" fmla="*/ 310544 h 3214907"/>
                <a:gd name="connsiteX108" fmla="*/ 1097632 w 3214291"/>
                <a:gd name="connsiteY108" fmla="*/ 328920 h 3214907"/>
                <a:gd name="connsiteX109" fmla="*/ 1219669 w 3214291"/>
                <a:gd name="connsiteY109" fmla="*/ 276166 h 3214907"/>
                <a:gd name="connsiteX110" fmla="*/ 1227758 w 3214291"/>
                <a:gd name="connsiteY110" fmla="*/ 148326 h 3214907"/>
                <a:gd name="connsiteX111" fmla="*/ 1227846 w 3214291"/>
                <a:gd name="connsiteY111" fmla="*/ 37631 h 3214907"/>
                <a:gd name="connsiteX112" fmla="*/ 1383294 w 3214291"/>
                <a:gd name="connsiteY112" fmla="*/ 11078 h 3214907"/>
                <a:gd name="connsiteX113" fmla="*/ 1415737 w 3214291"/>
                <a:gd name="connsiteY113" fmla="*/ 8968 h 3214907"/>
                <a:gd name="connsiteX114" fmla="*/ 1485109 w 3214291"/>
                <a:gd name="connsiteY114" fmla="*/ 198794 h 3214907"/>
                <a:gd name="connsiteX115" fmla="*/ 1529334 w 3214291"/>
                <a:gd name="connsiteY115" fmla="*/ 229831 h 3214907"/>
                <a:gd name="connsiteX116" fmla="*/ 1666758 w 3214291"/>
                <a:gd name="connsiteY116" fmla="*/ 223237 h 3214907"/>
                <a:gd name="connsiteX117" fmla="*/ 1721182 w 3214291"/>
                <a:gd name="connsiteY117" fmla="*/ 99617 h 3214907"/>
                <a:gd name="connsiteX118" fmla="*/ 1753362 w 3214291"/>
                <a:gd name="connsiteY118" fmla="*/ 264 h 3214907"/>
                <a:gd name="connsiteX119" fmla="*/ 1779651 w 3214291"/>
                <a:gd name="connsiteY119" fmla="*/ 0 h 3214907"/>
                <a:gd name="connsiteX120" fmla="*/ 1603893 w 3214291"/>
                <a:gd name="connsiteY120" fmla="*/ 1891929 h 3214907"/>
                <a:gd name="connsiteX121" fmla="*/ 1892281 w 3214291"/>
                <a:gd name="connsiteY121" fmla="*/ 1604420 h 3214907"/>
                <a:gd name="connsiteX122" fmla="*/ 1607762 w 3214291"/>
                <a:gd name="connsiteY122" fmla="*/ 1326408 h 3214907"/>
                <a:gd name="connsiteX123" fmla="*/ 1323243 w 3214291"/>
                <a:gd name="connsiteY123" fmla="*/ 1604069 h 3214907"/>
                <a:gd name="connsiteX124" fmla="*/ 1603893 w 3214291"/>
                <a:gd name="connsiteY124" fmla="*/ 1891929 h 3214907"/>
                <a:gd name="connsiteX125" fmla="*/ 1579099 w 3214291"/>
                <a:gd name="connsiteY125" fmla="*/ 2795602 h 3214907"/>
                <a:gd name="connsiteX126" fmla="*/ 1745449 w 3214291"/>
                <a:gd name="connsiteY126" fmla="*/ 2767203 h 3214907"/>
                <a:gd name="connsiteX127" fmla="*/ 1862386 w 3214291"/>
                <a:gd name="connsiteY127" fmla="*/ 2571838 h 3214907"/>
                <a:gd name="connsiteX128" fmla="*/ 1735338 w 3214291"/>
                <a:gd name="connsiteY128" fmla="*/ 2305167 h 3214907"/>
                <a:gd name="connsiteX129" fmla="*/ 1441763 w 3214291"/>
                <a:gd name="connsiteY129" fmla="*/ 2294089 h 3214907"/>
                <a:gd name="connsiteX130" fmla="*/ 1308120 w 3214291"/>
                <a:gd name="connsiteY130" fmla="*/ 2584323 h 3214907"/>
                <a:gd name="connsiteX131" fmla="*/ 1413803 w 3214291"/>
                <a:gd name="connsiteY131" fmla="*/ 2760785 h 3214907"/>
                <a:gd name="connsiteX132" fmla="*/ 1579099 w 3214291"/>
                <a:gd name="connsiteY132" fmla="*/ 2795602 h 3214907"/>
                <a:gd name="connsiteX133" fmla="*/ 949833 w 3214291"/>
                <a:gd name="connsiteY133" fmla="*/ 1372567 h 3214907"/>
                <a:gd name="connsiteX134" fmla="*/ 1103698 w 3214291"/>
                <a:gd name="connsiteY134" fmla="*/ 1151265 h 3214907"/>
                <a:gd name="connsiteX135" fmla="*/ 917565 w 3214291"/>
                <a:gd name="connsiteY135" fmla="*/ 872021 h 3214907"/>
                <a:gd name="connsiteX136" fmla="*/ 687734 w 3214291"/>
                <a:gd name="connsiteY136" fmla="*/ 891276 h 3214907"/>
                <a:gd name="connsiteX137" fmla="*/ 543628 w 3214291"/>
                <a:gd name="connsiteY137" fmla="*/ 1115128 h 3214907"/>
                <a:gd name="connsiteX138" fmla="*/ 670677 w 3214291"/>
                <a:gd name="connsiteY138" fmla="*/ 1362720 h 3214907"/>
                <a:gd name="connsiteX139" fmla="*/ 949833 w 3214291"/>
                <a:gd name="connsiteY139" fmla="*/ 1372567 h 3214907"/>
                <a:gd name="connsiteX140" fmla="*/ 515405 w 3214291"/>
                <a:gd name="connsiteY140" fmla="*/ 1994183 h 3214907"/>
                <a:gd name="connsiteX141" fmla="*/ 539936 w 3214291"/>
                <a:gd name="connsiteY141" fmla="*/ 2091075 h 3214907"/>
                <a:gd name="connsiteX142" fmla="*/ 638058 w 3214291"/>
                <a:gd name="connsiteY142" fmla="*/ 2276768 h 3214907"/>
                <a:gd name="connsiteX143" fmla="*/ 918708 w 3214291"/>
                <a:gd name="connsiteY143" fmla="*/ 2308596 h 3214907"/>
                <a:gd name="connsiteX144" fmla="*/ 1081894 w 3214291"/>
                <a:gd name="connsiteY144" fmla="*/ 2018186 h 3214907"/>
                <a:gd name="connsiteX145" fmla="*/ 973133 w 3214291"/>
                <a:gd name="connsiteY145" fmla="*/ 1822909 h 3214907"/>
                <a:gd name="connsiteX146" fmla="*/ 618099 w 3214291"/>
                <a:gd name="connsiteY146" fmla="*/ 1839790 h 3214907"/>
                <a:gd name="connsiteX147" fmla="*/ 515405 w 3214291"/>
                <a:gd name="connsiteY147" fmla="*/ 1994183 h 3214907"/>
                <a:gd name="connsiteX148" fmla="*/ 2380781 w 3214291"/>
                <a:gd name="connsiteY148" fmla="*/ 1836186 h 3214907"/>
                <a:gd name="connsiteX149" fmla="*/ 2257777 w 3214291"/>
                <a:gd name="connsiteY149" fmla="*/ 1849902 h 3214907"/>
                <a:gd name="connsiteX150" fmla="*/ 2111033 w 3214291"/>
                <a:gd name="connsiteY150" fmla="*/ 2083425 h 3214907"/>
                <a:gd name="connsiteX151" fmla="*/ 2305256 w 3214291"/>
                <a:gd name="connsiteY151" fmla="*/ 2357042 h 3214907"/>
                <a:gd name="connsiteX152" fmla="*/ 2524184 w 3214291"/>
                <a:gd name="connsiteY152" fmla="*/ 2334270 h 3214907"/>
                <a:gd name="connsiteX153" fmla="*/ 2666004 w 3214291"/>
                <a:gd name="connsiteY153" fmla="*/ 2109626 h 3214907"/>
                <a:gd name="connsiteX154" fmla="*/ 2544230 w 3214291"/>
                <a:gd name="connsiteY154" fmla="*/ 1863002 h 3214907"/>
                <a:gd name="connsiteX155" fmla="*/ 2380781 w 3214291"/>
                <a:gd name="connsiteY155" fmla="*/ 1836186 h 3214907"/>
                <a:gd name="connsiteX156" fmla="*/ 1901249 w 3214291"/>
                <a:gd name="connsiteY156" fmla="*/ 614494 h 3214907"/>
                <a:gd name="connsiteX157" fmla="*/ 1780443 w 3214291"/>
                <a:gd name="connsiteY157" fmla="*/ 450957 h 3214907"/>
                <a:gd name="connsiteX158" fmla="*/ 1493462 w 3214291"/>
                <a:gd name="connsiteY158" fmla="*/ 444803 h 3214907"/>
                <a:gd name="connsiteX159" fmla="*/ 1363336 w 3214291"/>
                <a:gd name="connsiteY159" fmla="*/ 686415 h 3214907"/>
                <a:gd name="connsiteX160" fmla="*/ 1491176 w 3214291"/>
                <a:gd name="connsiteY160" fmla="*/ 919939 h 3214907"/>
                <a:gd name="connsiteX161" fmla="*/ 1744833 w 3214291"/>
                <a:gd name="connsiteY161" fmla="*/ 947899 h 3214907"/>
                <a:gd name="connsiteX162" fmla="*/ 1901249 w 3214291"/>
                <a:gd name="connsiteY162" fmla="*/ 614494 h 3214907"/>
                <a:gd name="connsiteX163" fmla="*/ 2588720 w 3214291"/>
                <a:gd name="connsiteY163" fmla="*/ 1382239 h 3214907"/>
                <a:gd name="connsiteX164" fmla="*/ 2688863 w 3214291"/>
                <a:gd name="connsiteY164" fmla="*/ 1186610 h 3214907"/>
                <a:gd name="connsiteX165" fmla="*/ 2557331 w 3214291"/>
                <a:gd name="connsiteY165" fmla="*/ 921961 h 3214907"/>
                <a:gd name="connsiteX166" fmla="*/ 2307893 w 3214291"/>
                <a:gd name="connsiteY166" fmla="*/ 903585 h 3214907"/>
                <a:gd name="connsiteX167" fmla="*/ 2129057 w 3214291"/>
                <a:gd name="connsiteY167" fmla="*/ 1222482 h 3214907"/>
                <a:gd name="connsiteX168" fmla="*/ 2221816 w 3214291"/>
                <a:gd name="connsiteY168" fmla="*/ 1388130 h 3214907"/>
                <a:gd name="connsiteX169" fmla="*/ 2588720 w 3214291"/>
                <a:gd name="connsiteY169" fmla="*/ 1382239 h 321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3214291" h="3214907">
                  <a:moveTo>
                    <a:pt x="1779651" y="0"/>
                  </a:moveTo>
                  <a:cubicBezTo>
                    <a:pt x="1830998" y="9584"/>
                    <a:pt x="1882345" y="19167"/>
                    <a:pt x="1939935" y="29982"/>
                  </a:cubicBezTo>
                  <a:cubicBezTo>
                    <a:pt x="1939935" y="98122"/>
                    <a:pt x="1941254" y="168021"/>
                    <a:pt x="1939319" y="237920"/>
                  </a:cubicBezTo>
                  <a:cubicBezTo>
                    <a:pt x="1938528" y="265791"/>
                    <a:pt x="1945562" y="281354"/>
                    <a:pt x="1974576" y="287157"/>
                  </a:cubicBezTo>
                  <a:cubicBezTo>
                    <a:pt x="1997349" y="291641"/>
                    <a:pt x="2019242" y="300961"/>
                    <a:pt x="2041310" y="308786"/>
                  </a:cubicBezTo>
                  <a:cubicBezTo>
                    <a:pt x="2116396" y="335251"/>
                    <a:pt x="2116221" y="335339"/>
                    <a:pt x="2166161" y="270803"/>
                  </a:cubicBezTo>
                  <a:cubicBezTo>
                    <a:pt x="2200099" y="227017"/>
                    <a:pt x="2234389" y="183408"/>
                    <a:pt x="2270174" y="137600"/>
                  </a:cubicBezTo>
                  <a:cubicBezTo>
                    <a:pt x="2326181" y="165120"/>
                    <a:pt x="2379638" y="191409"/>
                    <a:pt x="2436612" y="219368"/>
                  </a:cubicBezTo>
                  <a:cubicBezTo>
                    <a:pt x="2414368" y="289882"/>
                    <a:pt x="2394585" y="358462"/>
                    <a:pt x="2370758" y="425636"/>
                  </a:cubicBezTo>
                  <a:cubicBezTo>
                    <a:pt x="2360120" y="455705"/>
                    <a:pt x="2366362" y="473554"/>
                    <a:pt x="2391684" y="491226"/>
                  </a:cubicBezTo>
                  <a:cubicBezTo>
                    <a:pt x="2427556" y="516284"/>
                    <a:pt x="2460704" y="564994"/>
                    <a:pt x="2495960" y="565961"/>
                  </a:cubicBezTo>
                  <a:cubicBezTo>
                    <a:pt x="2533768" y="567016"/>
                    <a:pt x="2572893" y="524461"/>
                    <a:pt x="2611316" y="500810"/>
                  </a:cubicBezTo>
                  <a:cubicBezTo>
                    <a:pt x="2644814" y="480236"/>
                    <a:pt x="2679896" y="441110"/>
                    <a:pt x="2711284" y="443924"/>
                  </a:cubicBezTo>
                  <a:cubicBezTo>
                    <a:pt x="2742321" y="446737"/>
                    <a:pt x="2769841" y="491402"/>
                    <a:pt x="2798416" y="518219"/>
                  </a:cubicBezTo>
                  <a:cubicBezTo>
                    <a:pt x="2813187" y="532198"/>
                    <a:pt x="2826727" y="547409"/>
                    <a:pt x="2843169" y="564466"/>
                  </a:cubicBezTo>
                  <a:cubicBezTo>
                    <a:pt x="2790767" y="634277"/>
                    <a:pt x="2738277" y="704264"/>
                    <a:pt x="2684116" y="776361"/>
                  </a:cubicBezTo>
                  <a:cubicBezTo>
                    <a:pt x="2711108" y="819619"/>
                    <a:pt x="2736694" y="863668"/>
                    <a:pt x="2765972" y="905168"/>
                  </a:cubicBezTo>
                  <a:cubicBezTo>
                    <a:pt x="2772303" y="914136"/>
                    <a:pt x="2793229" y="919148"/>
                    <a:pt x="2805538" y="916686"/>
                  </a:cubicBezTo>
                  <a:cubicBezTo>
                    <a:pt x="2868666" y="903937"/>
                    <a:pt x="2931355" y="889078"/>
                    <a:pt x="2993693" y="872900"/>
                  </a:cubicBezTo>
                  <a:cubicBezTo>
                    <a:pt x="3020686" y="865867"/>
                    <a:pt x="3036160" y="869647"/>
                    <a:pt x="3047326" y="898310"/>
                  </a:cubicBezTo>
                  <a:cubicBezTo>
                    <a:pt x="3064647" y="942975"/>
                    <a:pt x="3086891" y="985794"/>
                    <a:pt x="3108169" y="1031777"/>
                  </a:cubicBezTo>
                  <a:cubicBezTo>
                    <a:pt x="3044600" y="1074860"/>
                    <a:pt x="2983582" y="1117854"/>
                    <a:pt x="2920893" y="1157947"/>
                  </a:cubicBezTo>
                  <a:cubicBezTo>
                    <a:pt x="2898648" y="1172191"/>
                    <a:pt x="2891351" y="1186522"/>
                    <a:pt x="2898648" y="1211756"/>
                  </a:cubicBezTo>
                  <a:cubicBezTo>
                    <a:pt x="2909287" y="1248244"/>
                    <a:pt x="2918519" y="1285260"/>
                    <a:pt x="2926080" y="1322539"/>
                  </a:cubicBezTo>
                  <a:cubicBezTo>
                    <a:pt x="2931092" y="1347245"/>
                    <a:pt x="2943665" y="1354015"/>
                    <a:pt x="2968195" y="1355334"/>
                  </a:cubicBezTo>
                  <a:cubicBezTo>
                    <a:pt x="3042578" y="1359379"/>
                    <a:pt x="3116697" y="1366764"/>
                    <a:pt x="3195916" y="1373271"/>
                  </a:cubicBezTo>
                  <a:cubicBezTo>
                    <a:pt x="3202071" y="1433410"/>
                    <a:pt x="3207962" y="1491000"/>
                    <a:pt x="3214292" y="1553073"/>
                  </a:cubicBezTo>
                  <a:cubicBezTo>
                    <a:pt x="3138590" y="1574351"/>
                    <a:pt x="3066142" y="1596419"/>
                    <a:pt x="2992814" y="1614532"/>
                  </a:cubicBezTo>
                  <a:cubicBezTo>
                    <a:pt x="2962305" y="1622005"/>
                    <a:pt x="2949995" y="1633962"/>
                    <a:pt x="2949028" y="1667022"/>
                  </a:cubicBezTo>
                  <a:cubicBezTo>
                    <a:pt x="2944983" y="1801720"/>
                    <a:pt x="2943753" y="1801632"/>
                    <a:pt x="3067812" y="1857463"/>
                  </a:cubicBezTo>
                  <a:cubicBezTo>
                    <a:pt x="3107641" y="1875399"/>
                    <a:pt x="3147295" y="1893424"/>
                    <a:pt x="3190201" y="1912855"/>
                  </a:cubicBezTo>
                  <a:cubicBezTo>
                    <a:pt x="3176222" y="1966224"/>
                    <a:pt x="3164528" y="2017395"/>
                    <a:pt x="3148262" y="2067160"/>
                  </a:cubicBezTo>
                  <a:cubicBezTo>
                    <a:pt x="3145272" y="2076303"/>
                    <a:pt x="3123555" y="2084656"/>
                    <a:pt x="3110631" y="2084393"/>
                  </a:cubicBezTo>
                  <a:cubicBezTo>
                    <a:pt x="3044776" y="2083161"/>
                    <a:pt x="2978834" y="2080084"/>
                    <a:pt x="2913067" y="2075248"/>
                  </a:cubicBezTo>
                  <a:cubicBezTo>
                    <a:pt x="2887130" y="2073314"/>
                    <a:pt x="2873854" y="2082106"/>
                    <a:pt x="2862248" y="2104967"/>
                  </a:cubicBezTo>
                  <a:cubicBezTo>
                    <a:pt x="2801933" y="2223838"/>
                    <a:pt x="2801405" y="2223487"/>
                    <a:pt x="2900231" y="2313872"/>
                  </a:cubicBezTo>
                  <a:cubicBezTo>
                    <a:pt x="2933642" y="2344469"/>
                    <a:pt x="2966789" y="2375330"/>
                    <a:pt x="3003013" y="2408741"/>
                  </a:cubicBezTo>
                  <a:cubicBezTo>
                    <a:pt x="2970042" y="2461846"/>
                    <a:pt x="2937950" y="2513545"/>
                    <a:pt x="2904539" y="2567442"/>
                  </a:cubicBezTo>
                  <a:cubicBezTo>
                    <a:pt x="2830156" y="2537108"/>
                    <a:pt x="2758147" y="2509061"/>
                    <a:pt x="2687281" y="2478288"/>
                  </a:cubicBezTo>
                  <a:cubicBezTo>
                    <a:pt x="2661784" y="2467209"/>
                    <a:pt x="2644814" y="2469056"/>
                    <a:pt x="2626438" y="2490773"/>
                  </a:cubicBezTo>
                  <a:cubicBezTo>
                    <a:pt x="2599094" y="2523041"/>
                    <a:pt x="2568673" y="2552759"/>
                    <a:pt x="2536669" y="2586609"/>
                  </a:cubicBezTo>
                  <a:cubicBezTo>
                    <a:pt x="2580015" y="2666092"/>
                    <a:pt x="2623185" y="2745310"/>
                    <a:pt x="2667410" y="2826288"/>
                  </a:cubicBezTo>
                  <a:cubicBezTo>
                    <a:pt x="2617646" y="2864710"/>
                    <a:pt x="2569288" y="2902077"/>
                    <a:pt x="2518821" y="2941027"/>
                  </a:cubicBezTo>
                  <a:cubicBezTo>
                    <a:pt x="2459560" y="2888361"/>
                    <a:pt x="2400828" y="2837805"/>
                    <a:pt x="2344293" y="2785052"/>
                  </a:cubicBezTo>
                  <a:cubicBezTo>
                    <a:pt x="2325038" y="2767115"/>
                    <a:pt x="2309827" y="2763774"/>
                    <a:pt x="2287231" y="2777666"/>
                  </a:cubicBezTo>
                  <a:cubicBezTo>
                    <a:pt x="2252414" y="2799031"/>
                    <a:pt x="2200715" y="2809406"/>
                    <a:pt x="2184273" y="2839740"/>
                  </a:cubicBezTo>
                  <a:cubicBezTo>
                    <a:pt x="2168271" y="2869194"/>
                    <a:pt x="2187614" y="2917815"/>
                    <a:pt x="2191483" y="2957996"/>
                  </a:cubicBezTo>
                  <a:cubicBezTo>
                    <a:pt x="2192186" y="2965294"/>
                    <a:pt x="2193241" y="2972503"/>
                    <a:pt x="2193945" y="2979801"/>
                  </a:cubicBezTo>
                  <a:cubicBezTo>
                    <a:pt x="2198165" y="3021565"/>
                    <a:pt x="2202297" y="3063328"/>
                    <a:pt x="2206430" y="3105004"/>
                  </a:cubicBezTo>
                  <a:cubicBezTo>
                    <a:pt x="2156138" y="3124698"/>
                    <a:pt x="2106286" y="3145800"/>
                    <a:pt x="2055026" y="3162593"/>
                  </a:cubicBezTo>
                  <a:cubicBezTo>
                    <a:pt x="2046849" y="3165231"/>
                    <a:pt x="2027682" y="3150987"/>
                    <a:pt x="2021352" y="3140085"/>
                  </a:cubicBezTo>
                  <a:cubicBezTo>
                    <a:pt x="1987501" y="3081880"/>
                    <a:pt x="1955146" y="3022795"/>
                    <a:pt x="1924460" y="2962832"/>
                  </a:cubicBezTo>
                  <a:cubicBezTo>
                    <a:pt x="1913206" y="2940851"/>
                    <a:pt x="1900194" y="2933114"/>
                    <a:pt x="1876190" y="2937774"/>
                  </a:cubicBezTo>
                  <a:cubicBezTo>
                    <a:pt x="1843131" y="2944280"/>
                    <a:pt x="1809809" y="2950083"/>
                    <a:pt x="1776310" y="2952809"/>
                  </a:cubicBezTo>
                  <a:cubicBezTo>
                    <a:pt x="1746768" y="2955271"/>
                    <a:pt x="1738239" y="2970130"/>
                    <a:pt x="1734283" y="2997562"/>
                  </a:cubicBezTo>
                  <a:cubicBezTo>
                    <a:pt x="1724348" y="3067109"/>
                    <a:pt x="1710895" y="3136128"/>
                    <a:pt x="1698674" y="3205324"/>
                  </a:cubicBezTo>
                  <a:cubicBezTo>
                    <a:pt x="1698234" y="3207961"/>
                    <a:pt x="1695948" y="3210247"/>
                    <a:pt x="1693223" y="3214907"/>
                  </a:cubicBezTo>
                  <a:cubicBezTo>
                    <a:pt x="1634842" y="3214907"/>
                    <a:pt x="1575230" y="3214907"/>
                    <a:pt x="1509727" y="3214907"/>
                  </a:cubicBezTo>
                  <a:cubicBezTo>
                    <a:pt x="1494956" y="3143602"/>
                    <a:pt x="1478251" y="3071417"/>
                    <a:pt x="1465766" y="2998441"/>
                  </a:cubicBezTo>
                  <a:cubicBezTo>
                    <a:pt x="1460930" y="2970218"/>
                    <a:pt x="1448269" y="2959843"/>
                    <a:pt x="1421892" y="2954040"/>
                  </a:cubicBezTo>
                  <a:cubicBezTo>
                    <a:pt x="1298008" y="2926696"/>
                    <a:pt x="1298096" y="2925992"/>
                    <a:pt x="1239540" y="3036072"/>
                  </a:cubicBezTo>
                  <a:cubicBezTo>
                    <a:pt x="1217647" y="3077308"/>
                    <a:pt x="1195754" y="3118544"/>
                    <a:pt x="1172366" y="3162681"/>
                  </a:cubicBezTo>
                  <a:cubicBezTo>
                    <a:pt x="1141505" y="3153097"/>
                    <a:pt x="1112403" y="3144481"/>
                    <a:pt x="1083564" y="3134985"/>
                  </a:cubicBezTo>
                  <a:cubicBezTo>
                    <a:pt x="1054550" y="3125402"/>
                    <a:pt x="1025887" y="3114851"/>
                    <a:pt x="993091" y="3103421"/>
                  </a:cubicBezTo>
                  <a:cubicBezTo>
                    <a:pt x="1003994" y="3026488"/>
                    <a:pt x="1012874" y="2951050"/>
                    <a:pt x="1026326" y="2876404"/>
                  </a:cubicBezTo>
                  <a:cubicBezTo>
                    <a:pt x="1031338" y="2848796"/>
                    <a:pt x="1022282" y="2837542"/>
                    <a:pt x="1000301" y="2825232"/>
                  </a:cubicBezTo>
                  <a:cubicBezTo>
                    <a:pt x="888551" y="2762631"/>
                    <a:pt x="888814" y="2762104"/>
                    <a:pt x="792979" y="2848444"/>
                  </a:cubicBezTo>
                  <a:cubicBezTo>
                    <a:pt x="760359" y="2877810"/>
                    <a:pt x="728091" y="2907528"/>
                    <a:pt x="692834" y="2939708"/>
                  </a:cubicBezTo>
                  <a:cubicBezTo>
                    <a:pt x="641663" y="2899879"/>
                    <a:pt x="591283" y="2860577"/>
                    <a:pt x="539320" y="2820133"/>
                  </a:cubicBezTo>
                  <a:cubicBezTo>
                    <a:pt x="580644" y="2743200"/>
                    <a:pt x="620649" y="2668729"/>
                    <a:pt x="661709" y="2592236"/>
                  </a:cubicBezTo>
                  <a:cubicBezTo>
                    <a:pt x="627507" y="2555309"/>
                    <a:pt x="595064" y="2517677"/>
                    <a:pt x="559279" y="2483563"/>
                  </a:cubicBezTo>
                  <a:cubicBezTo>
                    <a:pt x="551542" y="2476178"/>
                    <a:pt x="529824" y="2476793"/>
                    <a:pt x="517867" y="2481717"/>
                  </a:cubicBezTo>
                  <a:cubicBezTo>
                    <a:pt x="450342" y="2509501"/>
                    <a:pt x="383872" y="2539746"/>
                    <a:pt x="313182" y="2570871"/>
                  </a:cubicBezTo>
                  <a:cubicBezTo>
                    <a:pt x="277837" y="2517414"/>
                    <a:pt x="243459" y="2465451"/>
                    <a:pt x="206971" y="2410411"/>
                  </a:cubicBezTo>
                  <a:cubicBezTo>
                    <a:pt x="261132" y="2360031"/>
                    <a:pt x="314061" y="2309563"/>
                    <a:pt x="368661" y="2261030"/>
                  </a:cubicBezTo>
                  <a:cubicBezTo>
                    <a:pt x="387917" y="2243885"/>
                    <a:pt x="395302" y="2229554"/>
                    <a:pt x="380355" y="2205551"/>
                  </a:cubicBezTo>
                  <a:cubicBezTo>
                    <a:pt x="368046" y="2185856"/>
                    <a:pt x="360045" y="2163435"/>
                    <a:pt x="350286" y="2142158"/>
                  </a:cubicBezTo>
                  <a:cubicBezTo>
                    <a:pt x="322238" y="2080700"/>
                    <a:pt x="322326" y="2081315"/>
                    <a:pt x="252867" y="2088261"/>
                  </a:cubicBezTo>
                  <a:cubicBezTo>
                    <a:pt x="194750" y="2094064"/>
                    <a:pt x="136457" y="2098109"/>
                    <a:pt x="74383" y="2103208"/>
                  </a:cubicBezTo>
                  <a:cubicBezTo>
                    <a:pt x="58821" y="2045882"/>
                    <a:pt x="42643" y="1991458"/>
                    <a:pt x="30509" y="1936066"/>
                  </a:cubicBezTo>
                  <a:cubicBezTo>
                    <a:pt x="28487" y="1926922"/>
                    <a:pt x="42115" y="1908722"/>
                    <a:pt x="52754" y="1903535"/>
                  </a:cubicBezTo>
                  <a:cubicBezTo>
                    <a:pt x="107882" y="1876366"/>
                    <a:pt x="164065" y="1851308"/>
                    <a:pt x="220687" y="1827218"/>
                  </a:cubicBezTo>
                  <a:cubicBezTo>
                    <a:pt x="242756" y="1817810"/>
                    <a:pt x="252955" y="1805412"/>
                    <a:pt x="248646" y="1780706"/>
                  </a:cubicBezTo>
                  <a:cubicBezTo>
                    <a:pt x="245130" y="1760572"/>
                    <a:pt x="244514" y="1739910"/>
                    <a:pt x="243371" y="1719424"/>
                  </a:cubicBezTo>
                  <a:cubicBezTo>
                    <a:pt x="239239" y="1644953"/>
                    <a:pt x="239327" y="1645041"/>
                    <a:pt x="164944" y="1624906"/>
                  </a:cubicBezTo>
                  <a:cubicBezTo>
                    <a:pt x="111399" y="1610487"/>
                    <a:pt x="57854" y="1595892"/>
                    <a:pt x="0" y="1580241"/>
                  </a:cubicBezTo>
                  <a:cubicBezTo>
                    <a:pt x="3781" y="1523795"/>
                    <a:pt x="6242" y="1468491"/>
                    <a:pt x="12485" y="1413627"/>
                  </a:cubicBezTo>
                  <a:cubicBezTo>
                    <a:pt x="13540" y="1404659"/>
                    <a:pt x="29982" y="1392086"/>
                    <a:pt x="40796" y="1390328"/>
                  </a:cubicBezTo>
                  <a:cubicBezTo>
                    <a:pt x="102958" y="1380392"/>
                    <a:pt x="165383" y="1371512"/>
                    <a:pt x="228072" y="1366061"/>
                  </a:cubicBezTo>
                  <a:cubicBezTo>
                    <a:pt x="253922" y="1363775"/>
                    <a:pt x="263417" y="1352960"/>
                    <a:pt x="267462" y="1329661"/>
                  </a:cubicBezTo>
                  <a:cubicBezTo>
                    <a:pt x="275287" y="1285172"/>
                    <a:pt x="302016" y="1234528"/>
                    <a:pt x="288476" y="1198568"/>
                  </a:cubicBezTo>
                  <a:cubicBezTo>
                    <a:pt x="275903" y="1165069"/>
                    <a:pt x="221303" y="1147308"/>
                    <a:pt x="185078" y="1122866"/>
                  </a:cubicBezTo>
                  <a:cubicBezTo>
                    <a:pt x="155975" y="1103259"/>
                    <a:pt x="126521" y="1084180"/>
                    <a:pt x="93023" y="1062111"/>
                  </a:cubicBezTo>
                  <a:cubicBezTo>
                    <a:pt x="116674" y="1004257"/>
                    <a:pt x="140149" y="946844"/>
                    <a:pt x="164768" y="886880"/>
                  </a:cubicBezTo>
                  <a:cubicBezTo>
                    <a:pt x="235106" y="902091"/>
                    <a:pt x="302280" y="915807"/>
                    <a:pt x="369013" y="931545"/>
                  </a:cubicBezTo>
                  <a:cubicBezTo>
                    <a:pt x="393280" y="937260"/>
                    <a:pt x="409106" y="934710"/>
                    <a:pt x="422646" y="910531"/>
                  </a:cubicBezTo>
                  <a:cubicBezTo>
                    <a:pt x="444803" y="871054"/>
                    <a:pt x="471092" y="833862"/>
                    <a:pt x="497557" y="792627"/>
                  </a:cubicBezTo>
                  <a:cubicBezTo>
                    <a:pt x="448759" y="728970"/>
                    <a:pt x="400050" y="665402"/>
                    <a:pt x="349758" y="599811"/>
                  </a:cubicBezTo>
                  <a:cubicBezTo>
                    <a:pt x="392049" y="552684"/>
                    <a:pt x="433725" y="506349"/>
                    <a:pt x="477071" y="458079"/>
                  </a:cubicBezTo>
                  <a:cubicBezTo>
                    <a:pt x="534045" y="493864"/>
                    <a:pt x="590140" y="525692"/>
                    <a:pt x="642278" y="563059"/>
                  </a:cubicBezTo>
                  <a:cubicBezTo>
                    <a:pt x="672348" y="584601"/>
                    <a:pt x="693362" y="583018"/>
                    <a:pt x="717276" y="557432"/>
                  </a:cubicBezTo>
                  <a:cubicBezTo>
                    <a:pt x="728179" y="545827"/>
                    <a:pt x="742159" y="537034"/>
                    <a:pt x="754820" y="527099"/>
                  </a:cubicBezTo>
                  <a:cubicBezTo>
                    <a:pt x="817948" y="477686"/>
                    <a:pt x="817948" y="477686"/>
                    <a:pt x="793682" y="399347"/>
                  </a:cubicBezTo>
                  <a:cubicBezTo>
                    <a:pt x="781109" y="358814"/>
                    <a:pt x="769679" y="317842"/>
                    <a:pt x="755347" y="277925"/>
                  </a:cubicBezTo>
                  <a:cubicBezTo>
                    <a:pt x="746555" y="253306"/>
                    <a:pt x="748753" y="238096"/>
                    <a:pt x="774251" y="224995"/>
                  </a:cubicBezTo>
                  <a:cubicBezTo>
                    <a:pt x="815926" y="203718"/>
                    <a:pt x="855580" y="178572"/>
                    <a:pt x="896200" y="155096"/>
                  </a:cubicBezTo>
                  <a:cubicBezTo>
                    <a:pt x="898662" y="153690"/>
                    <a:pt x="901563" y="152898"/>
                    <a:pt x="907191" y="150700"/>
                  </a:cubicBezTo>
                  <a:cubicBezTo>
                    <a:pt x="949570" y="203366"/>
                    <a:pt x="993531" y="256120"/>
                    <a:pt x="1035119" y="310544"/>
                  </a:cubicBezTo>
                  <a:cubicBezTo>
                    <a:pt x="1052791" y="333668"/>
                    <a:pt x="1068969" y="341933"/>
                    <a:pt x="1097632" y="328920"/>
                  </a:cubicBezTo>
                  <a:cubicBezTo>
                    <a:pt x="1138692" y="310193"/>
                    <a:pt x="1196457" y="306852"/>
                    <a:pt x="1219669" y="276166"/>
                  </a:cubicBezTo>
                  <a:cubicBezTo>
                    <a:pt x="1241122" y="247679"/>
                    <a:pt x="1226967" y="192024"/>
                    <a:pt x="1227758" y="148326"/>
                  </a:cubicBezTo>
                  <a:cubicBezTo>
                    <a:pt x="1228373" y="112014"/>
                    <a:pt x="1227846" y="75614"/>
                    <a:pt x="1227846" y="37631"/>
                  </a:cubicBezTo>
                  <a:cubicBezTo>
                    <a:pt x="1282534" y="28223"/>
                    <a:pt x="1332826" y="19431"/>
                    <a:pt x="1383294" y="11078"/>
                  </a:cubicBezTo>
                  <a:cubicBezTo>
                    <a:pt x="1393141" y="9408"/>
                    <a:pt x="1403428" y="9672"/>
                    <a:pt x="1415737" y="8968"/>
                  </a:cubicBezTo>
                  <a:cubicBezTo>
                    <a:pt x="1439301" y="72888"/>
                    <a:pt x="1463480" y="135402"/>
                    <a:pt x="1485109" y="198794"/>
                  </a:cubicBezTo>
                  <a:cubicBezTo>
                    <a:pt x="1493022" y="222006"/>
                    <a:pt x="1504540" y="231062"/>
                    <a:pt x="1529334" y="229831"/>
                  </a:cubicBezTo>
                  <a:cubicBezTo>
                    <a:pt x="1576109" y="227545"/>
                    <a:pt x="1633875" y="244866"/>
                    <a:pt x="1666758" y="223237"/>
                  </a:cubicBezTo>
                  <a:cubicBezTo>
                    <a:pt x="1698410" y="202311"/>
                    <a:pt x="1705181" y="142787"/>
                    <a:pt x="1721182" y="99617"/>
                  </a:cubicBezTo>
                  <a:cubicBezTo>
                    <a:pt x="1733315" y="66997"/>
                    <a:pt x="1742723" y="33411"/>
                    <a:pt x="1753362" y="264"/>
                  </a:cubicBezTo>
                  <a:cubicBezTo>
                    <a:pt x="1762067" y="0"/>
                    <a:pt x="1770859" y="0"/>
                    <a:pt x="1779651" y="0"/>
                  </a:cubicBezTo>
                  <a:close/>
                  <a:moveTo>
                    <a:pt x="1603893" y="1891929"/>
                  </a:moveTo>
                  <a:cubicBezTo>
                    <a:pt x="1761978" y="1892193"/>
                    <a:pt x="1892808" y="1761715"/>
                    <a:pt x="1892281" y="1604420"/>
                  </a:cubicBezTo>
                  <a:cubicBezTo>
                    <a:pt x="1891841" y="1457325"/>
                    <a:pt x="1758374" y="1326935"/>
                    <a:pt x="1607762" y="1326408"/>
                  </a:cubicBezTo>
                  <a:cubicBezTo>
                    <a:pt x="1458028" y="1325880"/>
                    <a:pt x="1324649" y="1456094"/>
                    <a:pt x="1323243" y="1604069"/>
                  </a:cubicBezTo>
                  <a:cubicBezTo>
                    <a:pt x="1321748" y="1763122"/>
                    <a:pt x="1447038" y="1891665"/>
                    <a:pt x="1603893" y="1891929"/>
                  </a:cubicBezTo>
                  <a:close/>
                  <a:moveTo>
                    <a:pt x="1579099" y="2795602"/>
                  </a:moveTo>
                  <a:cubicBezTo>
                    <a:pt x="1639502" y="2785667"/>
                    <a:pt x="1694014" y="2781886"/>
                    <a:pt x="1745449" y="2767203"/>
                  </a:cubicBezTo>
                  <a:cubicBezTo>
                    <a:pt x="1840846" y="2740035"/>
                    <a:pt x="1881114" y="2669433"/>
                    <a:pt x="1862386" y="2571838"/>
                  </a:cubicBezTo>
                  <a:cubicBezTo>
                    <a:pt x="1843307" y="2472133"/>
                    <a:pt x="1796620" y="2384562"/>
                    <a:pt x="1735338" y="2305167"/>
                  </a:cubicBezTo>
                  <a:cubicBezTo>
                    <a:pt x="1654449" y="2200187"/>
                    <a:pt x="1529774" y="2194472"/>
                    <a:pt x="1441763" y="2294089"/>
                  </a:cubicBezTo>
                  <a:cubicBezTo>
                    <a:pt x="1368875" y="2376561"/>
                    <a:pt x="1321220" y="2473364"/>
                    <a:pt x="1308120" y="2584323"/>
                  </a:cubicBezTo>
                  <a:cubicBezTo>
                    <a:pt x="1298360" y="2667322"/>
                    <a:pt x="1334848" y="2733617"/>
                    <a:pt x="1413803" y="2760785"/>
                  </a:cubicBezTo>
                  <a:cubicBezTo>
                    <a:pt x="1468316" y="2779424"/>
                    <a:pt x="1527136" y="2785139"/>
                    <a:pt x="1579099" y="2795602"/>
                  </a:cubicBezTo>
                  <a:close/>
                  <a:moveTo>
                    <a:pt x="949833" y="1372567"/>
                  </a:moveTo>
                  <a:cubicBezTo>
                    <a:pt x="1067562" y="1353664"/>
                    <a:pt x="1128932" y="1267763"/>
                    <a:pt x="1103698" y="1151265"/>
                  </a:cubicBezTo>
                  <a:cubicBezTo>
                    <a:pt x="1078465" y="1034855"/>
                    <a:pt x="1010412" y="943766"/>
                    <a:pt x="917565" y="872021"/>
                  </a:cubicBezTo>
                  <a:cubicBezTo>
                    <a:pt x="835973" y="808980"/>
                    <a:pt x="753677" y="811970"/>
                    <a:pt x="687734" y="891276"/>
                  </a:cubicBezTo>
                  <a:cubicBezTo>
                    <a:pt x="631288" y="959153"/>
                    <a:pt x="580820" y="1035206"/>
                    <a:pt x="543628" y="1115128"/>
                  </a:cubicBezTo>
                  <a:cubicBezTo>
                    <a:pt x="493073" y="1223889"/>
                    <a:pt x="553476" y="1334497"/>
                    <a:pt x="670677" y="1362720"/>
                  </a:cubicBezTo>
                  <a:cubicBezTo>
                    <a:pt x="724398" y="1375557"/>
                    <a:pt x="912378" y="1378546"/>
                    <a:pt x="949833" y="1372567"/>
                  </a:cubicBezTo>
                  <a:close/>
                  <a:moveTo>
                    <a:pt x="515405" y="1994183"/>
                  </a:moveTo>
                  <a:cubicBezTo>
                    <a:pt x="523230" y="2026627"/>
                    <a:pt x="526132" y="2061357"/>
                    <a:pt x="539936" y="2091075"/>
                  </a:cubicBezTo>
                  <a:cubicBezTo>
                    <a:pt x="569302" y="2154555"/>
                    <a:pt x="599723" y="2218475"/>
                    <a:pt x="638058" y="2276768"/>
                  </a:cubicBezTo>
                  <a:cubicBezTo>
                    <a:pt x="704000" y="2377001"/>
                    <a:pt x="832280" y="2392299"/>
                    <a:pt x="918708" y="2308596"/>
                  </a:cubicBezTo>
                  <a:cubicBezTo>
                    <a:pt x="1000828" y="2229026"/>
                    <a:pt x="1057539" y="2130904"/>
                    <a:pt x="1081894" y="2018186"/>
                  </a:cubicBezTo>
                  <a:cubicBezTo>
                    <a:pt x="1101412" y="1927714"/>
                    <a:pt x="1059649" y="1851836"/>
                    <a:pt x="973133" y="1822909"/>
                  </a:cubicBezTo>
                  <a:cubicBezTo>
                    <a:pt x="853821" y="1782992"/>
                    <a:pt x="733278" y="1787300"/>
                    <a:pt x="618099" y="1839790"/>
                  </a:cubicBezTo>
                  <a:cubicBezTo>
                    <a:pt x="554883" y="1868453"/>
                    <a:pt x="519186" y="1920504"/>
                    <a:pt x="515405" y="1994183"/>
                  </a:cubicBezTo>
                  <a:close/>
                  <a:moveTo>
                    <a:pt x="2380781" y="1836186"/>
                  </a:moveTo>
                  <a:cubicBezTo>
                    <a:pt x="2333303" y="1841285"/>
                    <a:pt x="2295056" y="1843044"/>
                    <a:pt x="2257777" y="1849902"/>
                  </a:cubicBezTo>
                  <a:cubicBezTo>
                    <a:pt x="2139344" y="1871882"/>
                    <a:pt x="2077798" y="1967543"/>
                    <a:pt x="2111033" y="2083425"/>
                  </a:cubicBezTo>
                  <a:cubicBezTo>
                    <a:pt x="2143477" y="2196406"/>
                    <a:pt x="2208716" y="2289077"/>
                    <a:pt x="2305256" y="2357042"/>
                  </a:cubicBezTo>
                  <a:cubicBezTo>
                    <a:pt x="2384738" y="2413049"/>
                    <a:pt x="2463253" y="2409180"/>
                    <a:pt x="2524184" y="2334270"/>
                  </a:cubicBezTo>
                  <a:cubicBezTo>
                    <a:pt x="2579751" y="2265954"/>
                    <a:pt x="2628900" y="2189461"/>
                    <a:pt x="2666004" y="2109626"/>
                  </a:cubicBezTo>
                  <a:cubicBezTo>
                    <a:pt x="2715768" y="2002712"/>
                    <a:pt x="2659233" y="1894479"/>
                    <a:pt x="2544230" y="1863002"/>
                  </a:cubicBezTo>
                  <a:cubicBezTo>
                    <a:pt x="2488399" y="1847703"/>
                    <a:pt x="2429403" y="1843835"/>
                    <a:pt x="2380781" y="1836186"/>
                  </a:cubicBezTo>
                  <a:close/>
                  <a:moveTo>
                    <a:pt x="1901249" y="614494"/>
                  </a:moveTo>
                  <a:cubicBezTo>
                    <a:pt x="1902304" y="527011"/>
                    <a:pt x="1862123" y="471707"/>
                    <a:pt x="1780443" y="450957"/>
                  </a:cubicBezTo>
                  <a:cubicBezTo>
                    <a:pt x="1685573" y="426867"/>
                    <a:pt x="1589297" y="424405"/>
                    <a:pt x="1493462" y="444803"/>
                  </a:cubicBezTo>
                  <a:cubicBezTo>
                    <a:pt x="1362896" y="472587"/>
                    <a:pt x="1311285" y="562796"/>
                    <a:pt x="1363336" y="686415"/>
                  </a:cubicBezTo>
                  <a:cubicBezTo>
                    <a:pt x="1397625" y="767832"/>
                    <a:pt x="1441939" y="846348"/>
                    <a:pt x="1491176" y="919939"/>
                  </a:cubicBezTo>
                  <a:cubicBezTo>
                    <a:pt x="1558612" y="1020787"/>
                    <a:pt x="1653745" y="1028788"/>
                    <a:pt x="1744833" y="947899"/>
                  </a:cubicBezTo>
                  <a:cubicBezTo>
                    <a:pt x="1845329" y="858657"/>
                    <a:pt x="1893863" y="744357"/>
                    <a:pt x="1901249" y="614494"/>
                  </a:cubicBezTo>
                  <a:close/>
                  <a:moveTo>
                    <a:pt x="2588720" y="1382239"/>
                  </a:moveTo>
                  <a:cubicBezTo>
                    <a:pt x="2673829" y="1349268"/>
                    <a:pt x="2708734" y="1275676"/>
                    <a:pt x="2688863" y="1186610"/>
                  </a:cubicBezTo>
                  <a:cubicBezTo>
                    <a:pt x="2666883" y="1088048"/>
                    <a:pt x="2619493" y="1000037"/>
                    <a:pt x="2557331" y="921961"/>
                  </a:cubicBezTo>
                  <a:cubicBezTo>
                    <a:pt x="2494026" y="842391"/>
                    <a:pt x="2385969" y="833071"/>
                    <a:pt x="2307893" y="903585"/>
                  </a:cubicBezTo>
                  <a:cubicBezTo>
                    <a:pt x="2213815" y="988519"/>
                    <a:pt x="2151038" y="1095961"/>
                    <a:pt x="2129057" y="1222482"/>
                  </a:cubicBezTo>
                  <a:cubicBezTo>
                    <a:pt x="2116045" y="1297745"/>
                    <a:pt x="2150159" y="1361225"/>
                    <a:pt x="2221816" y="1388130"/>
                  </a:cubicBezTo>
                  <a:cubicBezTo>
                    <a:pt x="2276768" y="1408704"/>
                    <a:pt x="2528492" y="1405538"/>
                    <a:pt x="2588720" y="138223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9" name="그래픽 5">
              <a:extLst>
                <a:ext uri="{FF2B5EF4-FFF2-40B4-BE49-F238E27FC236}">
                  <a16:creationId xmlns:a16="http://schemas.microsoft.com/office/drawing/2014/main" xmlns="" id="{2CB477F3-DE88-4A38-9E10-35C7B1101DE9}"/>
                </a:ext>
              </a:extLst>
            </p:cNvPr>
            <p:cNvSpPr/>
            <p:nvPr/>
          </p:nvSpPr>
          <p:spPr>
            <a:xfrm flipH="1">
              <a:off x="3897329" y="2870289"/>
              <a:ext cx="1464640" cy="1460202"/>
            </a:xfrm>
            <a:custGeom>
              <a:avLst/>
              <a:gdLst>
                <a:gd name="connsiteX0" fmla="*/ 2629724 w 2636466"/>
                <a:gd name="connsiteY0" fmla="*/ 1216867 h 2628477"/>
                <a:gd name="connsiteX1" fmla="*/ 2617293 w 2636466"/>
                <a:gd name="connsiteY1" fmla="*/ 1201132 h 2628477"/>
                <a:gd name="connsiteX2" fmla="*/ 2439991 w 2636466"/>
                <a:gd name="connsiteY2" fmla="*/ 1156224 h 2628477"/>
                <a:gd name="connsiteX3" fmla="*/ 2411007 w 2636466"/>
                <a:gd name="connsiteY3" fmla="*/ 1114275 h 2628477"/>
                <a:gd name="connsiteX4" fmla="*/ 2408332 w 2636466"/>
                <a:gd name="connsiteY4" fmla="*/ 1100082 h 2628477"/>
                <a:gd name="connsiteX5" fmla="*/ 2423438 w 2636466"/>
                <a:gd name="connsiteY5" fmla="*/ 1058824 h 2628477"/>
                <a:gd name="connsiteX6" fmla="*/ 2430802 w 2636466"/>
                <a:gd name="connsiteY6" fmla="*/ 1053349 h 2628477"/>
                <a:gd name="connsiteX7" fmla="*/ 2571410 w 2636466"/>
                <a:gd name="connsiteY7" fmla="*/ 952550 h 2628477"/>
                <a:gd name="connsiteX8" fmla="*/ 2580977 w 2636466"/>
                <a:gd name="connsiteY8" fmla="*/ 935934 h 2628477"/>
                <a:gd name="connsiteX9" fmla="*/ 2568924 w 2636466"/>
                <a:gd name="connsiteY9" fmla="*/ 903583 h 2628477"/>
                <a:gd name="connsiteX10" fmla="*/ 2533551 w 2636466"/>
                <a:gd name="connsiteY10" fmla="*/ 882026 h 2628477"/>
                <a:gd name="connsiteX11" fmla="*/ 2371921 w 2636466"/>
                <a:gd name="connsiteY11" fmla="*/ 882435 h 2628477"/>
                <a:gd name="connsiteX12" fmla="*/ 2323835 w 2636466"/>
                <a:gd name="connsiteY12" fmla="*/ 848259 h 2628477"/>
                <a:gd name="connsiteX13" fmla="*/ 2314143 w 2636466"/>
                <a:gd name="connsiteY13" fmla="*/ 824121 h 2628477"/>
                <a:gd name="connsiteX14" fmla="*/ 2316755 w 2636466"/>
                <a:gd name="connsiteY14" fmla="*/ 800550 h 2628477"/>
                <a:gd name="connsiteX15" fmla="*/ 2436876 w 2636466"/>
                <a:gd name="connsiteY15" fmla="*/ 656952 h 2628477"/>
                <a:gd name="connsiteX16" fmla="*/ 2442509 w 2636466"/>
                <a:gd name="connsiteY16" fmla="*/ 645466 h 2628477"/>
                <a:gd name="connsiteX17" fmla="*/ 2441911 w 2636466"/>
                <a:gd name="connsiteY17" fmla="*/ 631021 h 2628477"/>
                <a:gd name="connsiteX18" fmla="*/ 2418529 w 2636466"/>
                <a:gd name="connsiteY18" fmla="*/ 594642 h 2628477"/>
                <a:gd name="connsiteX19" fmla="*/ 2403171 w 2636466"/>
                <a:gd name="connsiteY19" fmla="*/ 589512 h 2628477"/>
                <a:gd name="connsiteX20" fmla="*/ 2232352 w 2636466"/>
                <a:gd name="connsiteY20" fmla="*/ 633665 h 2628477"/>
                <a:gd name="connsiteX21" fmla="*/ 2176682 w 2636466"/>
                <a:gd name="connsiteY21" fmla="*/ 616419 h 2628477"/>
                <a:gd name="connsiteX22" fmla="*/ 2160884 w 2636466"/>
                <a:gd name="connsiteY22" fmla="*/ 592722 h 2628477"/>
                <a:gd name="connsiteX23" fmla="*/ 2157202 w 2636466"/>
                <a:gd name="connsiteY23" fmla="*/ 567294 h 2628477"/>
                <a:gd name="connsiteX24" fmla="*/ 2236475 w 2636466"/>
                <a:gd name="connsiteY24" fmla="*/ 401164 h 2628477"/>
                <a:gd name="connsiteX25" fmla="*/ 2239873 w 2636466"/>
                <a:gd name="connsiteY25" fmla="*/ 387349 h 2628477"/>
                <a:gd name="connsiteX26" fmla="*/ 2239716 w 2636466"/>
                <a:gd name="connsiteY26" fmla="*/ 377876 h 2628477"/>
                <a:gd name="connsiteX27" fmla="*/ 2202833 w 2636466"/>
                <a:gd name="connsiteY27" fmla="*/ 342473 h 2628477"/>
                <a:gd name="connsiteX28" fmla="*/ 2187665 w 2636466"/>
                <a:gd name="connsiteY28" fmla="*/ 342473 h 2628477"/>
                <a:gd name="connsiteX29" fmla="*/ 2026412 w 2636466"/>
                <a:gd name="connsiteY29" fmla="*/ 432571 h 2628477"/>
                <a:gd name="connsiteX30" fmla="*/ 1981725 w 2636466"/>
                <a:gd name="connsiteY30" fmla="*/ 429613 h 2628477"/>
                <a:gd name="connsiteX31" fmla="*/ 1968507 w 2636466"/>
                <a:gd name="connsiteY31" fmla="*/ 419008 h 2628477"/>
                <a:gd name="connsiteX32" fmla="*/ 1957713 w 2636466"/>
                <a:gd name="connsiteY32" fmla="*/ 407741 h 2628477"/>
                <a:gd name="connsiteX33" fmla="*/ 1945723 w 2636466"/>
                <a:gd name="connsiteY33" fmla="*/ 375705 h 2628477"/>
                <a:gd name="connsiteX34" fmla="*/ 1978452 w 2636466"/>
                <a:gd name="connsiteY34" fmla="*/ 208033 h 2628477"/>
                <a:gd name="connsiteX35" fmla="*/ 1979113 w 2636466"/>
                <a:gd name="connsiteY35" fmla="*/ 189812 h 2628477"/>
                <a:gd name="connsiteX36" fmla="*/ 1972504 w 2636466"/>
                <a:gd name="connsiteY36" fmla="*/ 174391 h 2628477"/>
                <a:gd name="connsiteX37" fmla="*/ 1934300 w 2636466"/>
                <a:gd name="connsiteY37" fmla="*/ 153904 h 2628477"/>
                <a:gd name="connsiteX38" fmla="*/ 1918470 w 2636466"/>
                <a:gd name="connsiteY38" fmla="*/ 156548 h 2628477"/>
                <a:gd name="connsiteX39" fmla="*/ 1825602 w 2636466"/>
                <a:gd name="connsiteY39" fmla="*/ 243814 h 2628477"/>
                <a:gd name="connsiteX40" fmla="*/ 1769775 w 2636466"/>
                <a:gd name="connsiteY40" fmla="*/ 295645 h 2628477"/>
                <a:gd name="connsiteX41" fmla="*/ 1754417 w 2636466"/>
                <a:gd name="connsiteY41" fmla="*/ 297974 h 2628477"/>
                <a:gd name="connsiteX42" fmla="*/ 1715426 w 2636466"/>
                <a:gd name="connsiteY42" fmla="*/ 282522 h 2628477"/>
                <a:gd name="connsiteX43" fmla="*/ 1697236 w 2636466"/>
                <a:gd name="connsiteY43" fmla="*/ 258983 h 2628477"/>
                <a:gd name="connsiteX44" fmla="*/ 1691288 w 2636466"/>
                <a:gd name="connsiteY44" fmla="*/ 167657 h 2628477"/>
                <a:gd name="connsiteX45" fmla="*/ 1686914 w 2636466"/>
                <a:gd name="connsiteY45" fmla="*/ 107675 h 2628477"/>
                <a:gd name="connsiteX46" fmla="*/ 1675962 w 2636466"/>
                <a:gd name="connsiteY46" fmla="*/ 54585 h 2628477"/>
                <a:gd name="connsiteX47" fmla="*/ 1667906 w 2636466"/>
                <a:gd name="connsiteY47" fmla="*/ 47567 h 2628477"/>
                <a:gd name="connsiteX48" fmla="*/ 1631181 w 2636466"/>
                <a:gd name="connsiteY48" fmla="*/ 38032 h 2628477"/>
                <a:gd name="connsiteX49" fmla="*/ 1608019 w 2636466"/>
                <a:gd name="connsiteY49" fmla="*/ 46686 h 2628477"/>
                <a:gd name="connsiteX50" fmla="*/ 1504388 w 2636466"/>
                <a:gd name="connsiteY50" fmla="*/ 210865 h 2628477"/>
                <a:gd name="connsiteX51" fmla="*/ 1481383 w 2636466"/>
                <a:gd name="connsiteY51" fmla="*/ 220998 h 2628477"/>
                <a:gd name="connsiteX52" fmla="*/ 1443808 w 2636466"/>
                <a:gd name="connsiteY52" fmla="*/ 216184 h 2628477"/>
                <a:gd name="connsiteX53" fmla="*/ 1410607 w 2636466"/>
                <a:gd name="connsiteY53" fmla="*/ 189214 h 2628477"/>
                <a:gd name="connsiteX54" fmla="*/ 1352671 w 2636466"/>
                <a:gd name="connsiteY54" fmla="*/ 12164 h 2628477"/>
                <a:gd name="connsiteX55" fmla="*/ 1336149 w 2636466"/>
                <a:gd name="connsiteY55" fmla="*/ 79 h 2628477"/>
                <a:gd name="connsiteX56" fmla="*/ 1299329 w 2636466"/>
                <a:gd name="connsiteY56" fmla="*/ 79 h 2628477"/>
                <a:gd name="connsiteX57" fmla="*/ 1283752 w 2636466"/>
                <a:gd name="connsiteY57" fmla="*/ 11629 h 2628477"/>
                <a:gd name="connsiteX58" fmla="*/ 1225186 w 2636466"/>
                <a:gd name="connsiteY58" fmla="*/ 192644 h 2628477"/>
                <a:gd name="connsiteX59" fmla="*/ 1201395 w 2636466"/>
                <a:gd name="connsiteY59" fmla="*/ 214484 h 2628477"/>
                <a:gd name="connsiteX60" fmla="*/ 1165236 w 2636466"/>
                <a:gd name="connsiteY60" fmla="*/ 219236 h 2628477"/>
                <a:gd name="connsiteX61" fmla="*/ 1122531 w 2636466"/>
                <a:gd name="connsiteY61" fmla="*/ 196578 h 2628477"/>
                <a:gd name="connsiteX62" fmla="*/ 1025887 w 2636466"/>
                <a:gd name="connsiteY62" fmla="*/ 43445 h 2628477"/>
                <a:gd name="connsiteX63" fmla="*/ 1010183 w 2636466"/>
                <a:gd name="connsiteY63" fmla="*/ 36868 h 2628477"/>
                <a:gd name="connsiteX64" fmla="*/ 968328 w 2636466"/>
                <a:gd name="connsiteY64" fmla="*/ 47536 h 2628477"/>
                <a:gd name="connsiteX65" fmla="*/ 960209 w 2636466"/>
                <a:gd name="connsiteY65" fmla="*/ 54554 h 2628477"/>
                <a:gd name="connsiteX66" fmla="*/ 940540 w 2636466"/>
                <a:gd name="connsiteY66" fmla="*/ 242178 h 2628477"/>
                <a:gd name="connsiteX67" fmla="*/ 936826 w 2636466"/>
                <a:gd name="connsiteY67" fmla="*/ 269211 h 2628477"/>
                <a:gd name="connsiteX68" fmla="*/ 929211 w 2636466"/>
                <a:gd name="connsiteY68" fmla="*/ 278809 h 2628477"/>
                <a:gd name="connsiteX69" fmla="*/ 883076 w 2636466"/>
                <a:gd name="connsiteY69" fmla="*/ 297659 h 2628477"/>
                <a:gd name="connsiteX70" fmla="*/ 865515 w 2636466"/>
                <a:gd name="connsiteY70" fmla="*/ 294733 h 2628477"/>
                <a:gd name="connsiteX71" fmla="*/ 730729 w 2636466"/>
                <a:gd name="connsiteY71" fmla="*/ 167657 h 2628477"/>
                <a:gd name="connsiteX72" fmla="*/ 686766 w 2636466"/>
                <a:gd name="connsiteY72" fmla="*/ 161898 h 2628477"/>
                <a:gd name="connsiteX73" fmla="*/ 666090 w 2636466"/>
                <a:gd name="connsiteY73" fmla="*/ 173321 h 2628477"/>
                <a:gd name="connsiteX74" fmla="*/ 657184 w 2636466"/>
                <a:gd name="connsiteY74" fmla="*/ 189875 h 2628477"/>
                <a:gd name="connsiteX75" fmla="*/ 658034 w 2636466"/>
                <a:gd name="connsiteY75" fmla="*/ 206711 h 2628477"/>
                <a:gd name="connsiteX76" fmla="*/ 691675 w 2636466"/>
                <a:gd name="connsiteY76" fmla="*/ 381590 h 2628477"/>
                <a:gd name="connsiteX77" fmla="*/ 681636 w 2636466"/>
                <a:gd name="connsiteY77" fmla="*/ 405539 h 2628477"/>
                <a:gd name="connsiteX78" fmla="*/ 667695 w 2636466"/>
                <a:gd name="connsiteY78" fmla="*/ 419071 h 2628477"/>
                <a:gd name="connsiteX79" fmla="*/ 640820 w 2636466"/>
                <a:gd name="connsiteY79" fmla="*/ 439715 h 2628477"/>
                <a:gd name="connsiteX80" fmla="*/ 626343 w 2636466"/>
                <a:gd name="connsiteY80" fmla="*/ 440816 h 2628477"/>
                <a:gd name="connsiteX81" fmla="*/ 448853 w 2636466"/>
                <a:gd name="connsiteY81" fmla="*/ 342630 h 2628477"/>
                <a:gd name="connsiteX82" fmla="*/ 432834 w 2636466"/>
                <a:gd name="connsiteY82" fmla="*/ 343385 h 2628477"/>
                <a:gd name="connsiteX83" fmla="*/ 398564 w 2636466"/>
                <a:gd name="connsiteY83" fmla="*/ 375736 h 2628477"/>
                <a:gd name="connsiteX84" fmla="*/ 396424 w 2636466"/>
                <a:gd name="connsiteY84" fmla="*/ 387443 h 2628477"/>
                <a:gd name="connsiteX85" fmla="*/ 403284 w 2636466"/>
                <a:gd name="connsiteY85" fmla="*/ 408339 h 2628477"/>
                <a:gd name="connsiteX86" fmla="*/ 480417 w 2636466"/>
                <a:gd name="connsiteY86" fmla="*/ 570316 h 2628477"/>
                <a:gd name="connsiteX87" fmla="*/ 477711 w 2636466"/>
                <a:gd name="connsiteY87" fmla="*/ 590362 h 2628477"/>
                <a:gd name="connsiteX88" fmla="*/ 462416 w 2636466"/>
                <a:gd name="connsiteY88" fmla="*/ 611321 h 2628477"/>
                <a:gd name="connsiteX89" fmla="*/ 451779 w 2636466"/>
                <a:gd name="connsiteY89" fmla="*/ 626143 h 2628477"/>
                <a:gd name="connsiteX90" fmla="*/ 416911 w 2636466"/>
                <a:gd name="connsiteY90" fmla="*/ 637661 h 2628477"/>
                <a:gd name="connsiteX91" fmla="*/ 251001 w 2636466"/>
                <a:gd name="connsiteY91" fmla="*/ 593949 h 2628477"/>
                <a:gd name="connsiteX92" fmla="*/ 207604 w 2636466"/>
                <a:gd name="connsiteY92" fmla="*/ 609968 h 2628477"/>
                <a:gd name="connsiteX93" fmla="*/ 194292 w 2636466"/>
                <a:gd name="connsiteY93" fmla="*/ 631084 h 2628477"/>
                <a:gd name="connsiteX94" fmla="*/ 193694 w 2636466"/>
                <a:gd name="connsiteY94" fmla="*/ 645560 h 2628477"/>
                <a:gd name="connsiteX95" fmla="*/ 201435 w 2636466"/>
                <a:gd name="connsiteY95" fmla="*/ 659092 h 2628477"/>
                <a:gd name="connsiteX96" fmla="*/ 322941 w 2636466"/>
                <a:gd name="connsiteY96" fmla="*/ 804201 h 2628477"/>
                <a:gd name="connsiteX97" fmla="*/ 324546 w 2636466"/>
                <a:gd name="connsiteY97" fmla="*/ 819558 h 2628477"/>
                <a:gd name="connsiteX98" fmla="*/ 312367 w 2636466"/>
                <a:gd name="connsiteY98" fmla="*/ 848353 h 2628477"/>
                <a:gd name="connsiteX99" fmla="*/ 306640 w 2636466"/>
                <a:gd name="connsiteY99" fmla="*/ 864371 h 2628477"/>
                <a:gd name="connsiteX100" fmla="*/ 278757 w 2636466"/>
                <a:gd name="connsiteY100" fmla="*/ 882970 h 2628477"/>
                <a:gd name="connsiteX101" fmla="*/ 102651 w 2636466"/>
                <a:gd name="connsiteY101" fmla="*/ 882120 h 2628477"/>
                <a:gd name="connsiteX102" fmla="*/ 67405 w 2636466"/>
                <a:gd name="connsiteY102" fmla="*/ 903772 h 2628477"/>
                <a:gd name="connsiteX103" fmla="*/ 57114 w 2636466"/>
                <a:gd name="connsiteY103" fmla="*/ 928979 h 2628477"/>
                <a:gd name="connsiteX104" fmla="*/ 64919 w 2636466"/>
                <a:gd name="connsiteY104" fmla="*/ 952330 h 2628477"/>
                <a:gd name="connsiteX105" fmla="*/ 211884 w 2636466"/>
                <a:gd name="connsiteY105" fmla="*/ 1058195 h 2628477"/>
                <a:gd name="connsiteX106" fmla="*/ 227902 w 2636466"/>
                <a:gd name="connsiteY106" fmla="*/ 1102756 h 2628477"/>
                <a:gd name="connsiteX107" fmla="*/ 198823 w 2636466"/>
                <a:gd name="connsiteY107" fmla="*/ 1156255 h 2628477"/>
                <a:gd name="connsiteX108" fmla="*/ 20420 w 2636466"/>
                <a:gd name="connsiteY108" fmla="*/ 1201100 h 2628477"/>
                <a:gd name="connsiteX109" fmla="*/ 6542 w 2636466"/>
                <a:gd name="connsiteY109" fmla="*/ 1219510 h 2628477"/>
                <a:gd name="connsiteX110" fmla="*/ 625 w 2636466"/>
                <a:gd name="connsiteY110" fmla="*/ 1261743 h 2628477"/>
                <a:gd name="connsiteX111" fmla="*/ 9185 w 2636466"/>
                <a:gd name="connsiteY111" fmla="*/ 1274016 h 2628477"/>
                <a:gd name="connsiteX112" fmla="*/ 180414 w 2636466"/>
                <a:gd name="connsiteY112" fmla="*/ 1341362 h 2628477"/>
                <a:gd name="connsiteX113" fmla="*/ 208516 w 2636466"/>
                <a:gd name="connsiteY113" fmla="*/ 1383217 h 2628477"/>
                <a:gd name="connsiteX114" fmla="*/ 210814 w 2636466"/>
                <a:gd name="connsiteY114" fmla="*/ 1402445 h 2628477"/>
                <a:gd name="connsiteX115" fmla="*/ 195267 w 2636466"/>
                <a:gd name="connsiteY115" fmla="*/ 1434985 h 2628477"/>
                <a:gd name="connsiteX116" fmla="*/ 188533 w 2636466"/>
                <a:gd name="connsiteY116" fmla="*/ 1440933 h 2628477"/>
                <a:gd name="connsiteX117" fmla="*/ 41001 w 2636466"/>
                <a:gd name="connsiteY117" fmla="*/ 1522094 h 2628477"/>
                <a:gd name="connsiteX118" fmla="*/ 22623 w 2636466"/>
                <a:gd name="connsiteY118" fmla="*/ 1554036 h 2628477"/>
                <a:gd name="connsiteX119" fmla="*/ 22277 w 2636466"/>
                <a:gd name="connsiteY119" fmla="*/ 1560456 h 2628477"/>
                <a:gd name="connsiteX120" fmla="*/ 58184 w 2636466"/>
                <a:gd name="connsiteY120" fmla="*/ 1603224 h 2628477"/>
                <a:gd name="connsiteX121" fmla="*/ 231647 w 2636466"/>
                <a:gd name="connsiteY121" fmla="*/ 1624529 h 2628477"/>
                <a:gd name="connsiteX122" fmla="*/ 256854 w 2636466"/>
                <a:gd name="connsiteY122" fmla="*/ 1645457 h 2628477"/>
                <a:gd name="connsiteX123" fmla="*/ 264690 w 2636466"/>
                <a:gd name="connsiteY123" fmla="*/ 1669122 h 2628477"/>
                <a:gd name="connsiteX124" fmla="*/ 259529 w 2636466"/>
                <a:gd name="connsiteY124" fmla="*/ 1712865 h 2628477"/>
                <a:gd name="connsiteX125" fmla="*/ 256697 w 2636466"/>
                <a:gd name="connsiteY125" fmla="*/ 1717240 h 2628477"/>
                <a:gd name="connsiteX126" fmla="*/ 251567 w 2636466"/>
                <a:gd name="connsiteY126" fmla="*/ 1721268 h 2628477"/>
                <a:gd name="connsiteX127" fmla="*/ 114861 w 2636466"/>
                <a:gd name="connsiteY127" fmla="*/ 1851522 h 2628477"/>
                <a:gd name="connsiteX128" fmla="*/ 123642 w 2636466"/>
                <a:gd name="connsiteY128" fmla="*/ 1877548 h 2628477"/>
                <a:gd name="connsiteX129" fmla="*/ 133555 w 2636466"/>
                <a:gd name="connsiteY129" fmla="*/ 1897500 h 2628477"/>
                <a:gd name="connsiteX130" fmla="*/ 155395 w 2636466"/>
                <a:gd name="connsiteY130" fmla="*/ 1909238 h 2628477"/>
                <a:gd name="connsiteX131" fmla="*/ 345222 w 2636466"/>
                <a:gd name="connsiteY131" fmla="*/ 1884345 h 2628477"/>
                <a:gd name="connsiteX132" fmla="*/ 371783 w 2636466"/>
                <a:gd name="connsiteY132" fmla="*/ 1897343 h 2628477"/>
                <a:gd name="connsiteX133" fmla="*/ 392490 w 2636466"/>
                <a:gd name="connsiteY133" fmla="*/ 1930795 h 2628477"/>
                <a:gd name="connsiteX134" fmla="*/ 392805 w 2636466"/>
                <a:gd name="connsiteY134" fmla="*/ 1957104 h 2628477"/>
                <a:gd name="connsiteX135" fmla="*/ 297167 w 2636466"/>
                <a:gd name="connsiteY135" fmla="*/ 2107279 h 2628477"/>
                <a:gd name="connsiteX136" fmla="*/ 299150 w 2636466"/>
                <a:gd name="connsiteY136" fmla="*/ 2154075 h 2628477"/>
                <a:gd name="connsiteX137" fmla="*/ 317025 w 2636466"/>
                <a:gd name="connsiteY137" fmla="*/ 2175034 h 2628477"/>
                <a:gd name="connsiteX138" fmla="*/ 336536 w 2636466"/>
                <a:gd name="connsiteY138" fmla="*/ 2180415 h 2628477"/>
                <a:gd name="connsiteX139" fmla="*/ 359698 w 2636466"/>
                <a:gd name="connsiteY139" fmla="*/ 2171194 h 2628477"/>
                <a:gd name="connsiteX140" fmla="*/ 518024 w 2636466"/>
                <a:gd name="connsiteY140" fmla="*/ 2107657 h 2628477"/>
                <a:gd name="connsiteX141" fmla="*/ 543609 w 2636466"/>
                <a:gd name="connsiteY141" fmla="*/ 2112629 h 2628477"/>
                <a:gd name="connsiteX142" fmla="*/ 569981 w 2636466"/>
                <a:gd name="connsiteY142" fmla="*/ 2136200 h 2628477"/>
                <a:gd name="connsiteX143" fmla="*/ 578100 w 2636466"/>
                <a:gd name="connsiteY143" fmla="*/ 2173649 h 2628477"/>
                <a:gd name="connsiteX144" fmla="*/ 520510 w 2636466"/>
                <a:gd name="connsiteY144" fmla="*/ 2349378 h 2628477"/>
                <a:gd name="connsiteX145" fmla="*/ 519849 w 2636466"/>
                <a:gd name="connsiteY145" fmla="*/ 2365711 h 2628477"/>
                <a:gd name="connsiteX146" fmla="*/ 532185 w 2636466"/>
                <a:gd name="connsiteY146" fmla="*/ 2375403 h 2628477"/>
                <a:gd name="connsiteX147" fmla="*/ 554529 w 2636466"/>
                <a:gd name="connsiteY147" fmla="*/ 2391547 h 2628477"/>
                <a:gd name="connsiteX148" fmla="*/ 589901 w 2636466"/>
                <a:gd name="connsiteY148" fmla="*/ 2391327 h 2628477"/>
                <a:gd name="connsiteX149" fmla="*/ 742562 w 2636466"/>
                <a:gd name="connsiteY149" fmla="*/ 2279923 h 2628477"/>
                <a:gd name="connsiteX150" fmla="*/ 764056 w 2636466"/>
                <a:gd name="connsiteY150" fmla="*/ 2278476 h 2628477"/>
                <a:gd name="connsiteX151" fmla="*/ 790397 w 2636466"/>
                <a:gd name="connsiteY151" fmla="*/ 2293204 h 2628477"/>
                <a:gd name="connsiteX152" fmla="*/ 813338 w 2636466"/>
                <a:gd name="connsiteY152" fmla="*/ 2339748 h 2628477"/>
                <a:gd name="connsiteX153" fmla="*/ 804652 w 2636466"/>
                <a:gd name="connsiteY153" fmla="*/ 2470191 h 2628477"/>
                <a:gd name="connsiteX154" fmla="*/ 802292 w 2636466"/>
                <a:gd name="connsiteY154" fmla="*/ 2526239 h 2628477"/>
                <a:gd name="connsiteX155" fmla="*/ 810286 w 2636466"/>
                <a:gd name="connsiteY155" fmla="*/ 2533666 h 2628477"/>
                <a:gd name="connsiteX156" fmla="*/ 849277 w 2636466"/>
                <a:gd name="connsiteY156" fmla="*/ 2549307 h 2628477"/>
                <a:gd name="connsiteX157" fmla="*/ 877191 w 2636466"/>
                <a:gd name="connsiteY157" fmla="*/ 2541911 h 2628477"/>
                <a:gd name="connsiteX158" fmla="*/ 999074 w 2636466"/>
                <a:gd name="connsiteY158" fmla="*/ 2393971 h 2628477"/>
                <a:gd name="connsiteX159" fmla="*/ 1020662 w 2636466"/>
                <a:gd name="connsiteY159" fmla="*/ 2386355 h 2628477"/>
                <a:gd name="connsiteX160" fmla="*/ 1066420 w 2636466"/>
                <a:gd name="connsiteY160" fmla="*/ 2398093 h 2628477"/>
                <a:gd name="connsiteX161" fmla="*/ 1079606 w 2636466"/>
                <a:gd name="connsiteY161" fmla="*/ 2411971 h 2628477"/>
                <a:gd name="connsiteX162" fmla="*/ 1086498 w 2636466"/>
                <a:gd name="connsiteY162" fmla="*/ 2452033 h 2628477"/>
                <a:gd name="connsiteX163" fmla="*/ 1115167 w 2636466"/>
                <a:gd name="connsiteY163" fmla="*/ 2604411 h 2628477"/>
                <a:gd name="connsiteX164" fmla="*/ 1134741 w 2636466"/>
                <a:gd name="connsiteY164" fmla="*/ 2623355 h 2628477"/>
                <a:gd name="connsiteX165" fmla="*/ 1176471 w 2636466"/>
                <a:gd name="connsiteY165" fmla="*/ 2628328 h 2628477"/>
                <a:gd name="connsiteX166" fmla="*/ 1190349 w 2636466"/>
                <a:gd name="connsiteY166" fmla="*/ 2622915 h 2628477"/>
                <a:gd name="connsiteX167" fmla="*/ 1192331 w 2636466"/>
                <a:gd name="connsiteY167" fmla="*/ 2619485 h 2628477"/>
                <a:gd name="connsiteX168" fmla="*/ 1276262 w 2636466"/>
                <a:gd name="connsiteY168" fmla="*/ 2439602 h 2628477"/>
                <a:gd name="connsiteX169" fmla="*/ 1291997 w 2636466"/>
                <a:gd name="connsiteY169" fmla="*/ 2426448 h 2628477"/>
                <a:gd name="connsiteX170" fmla="*/ 1344615 w 2636466"/>
                <a:gd name="connsiteY170" fmla="*/ 2426511 h 2628477"/>
                <a:gd name="connsiteX171" fmla="*/ 1358052 w 2636466"/>
                <a:gd name="connsiteY171" fmla="*/ 2435008 h 2628477"/>
                <a:gd name="connsiteX172" fmla="*/ 1378193 w 2636466"/>
                <a:gd name="connsiteY172" fmla="*/ 2477838 h 2628477"/>
                <a:gd name="connsiteX173" fmla="*/ 1446168 w 2636466"/>
                <a:gd name="connsiteY173" fmla="*/ 2623041 h 2628477"/>
                <a:gd name="connsiteX174" fmla="*/ 1460078 w 2636466"/>
                <a:gd name="connsiteY174" fmla="*/ 2628328 h 2628477"/>
                <a:gd name="connsiteX175" fmla="*/ 1501807 w 2636466"/>
                <a:gd name="connsiteY175" fmla="*/ 2623324 h 2628477"/>
                <a:gd name="connsiteX176" fmla="*/ 1521539 w 2636466"/>
                <a:gd name="connsiteY176" fmla="*/ 2604442 h 2628477"/>
                <a:gd name="connsiteX177" fmla="*/ 1549862 w 2636466"/>
                <a:gd name="connsiteY177" fmla="*/ 2451907 h 2628477"/>
                <a:gd name="connsiteX178" fmla="*/ 1556911 w 2636466"/>
                <a:gd name="connsiteY178" fmla="*/ 2411720 h 2628477"/>
                <a:gd name="connsiteX179" fmla="*/ 1569531 w 2636466"/>
                <a:gd name="connsiteY179" fmla="*/ 2398502 h 2628477"/>
                <a:gd name="connsiteX180" fmla="*/ 1610410 w 2636466"/>
                <a:gd name="connsiteY180" fmla="*/ 2388243 h 2628477"/>
                <a:gd name="connsiteX181" fmla="*/ 1640622 w 2636466"/>
                <a:gd name="connsiteY181" fmla="*/ 2397621 h 2628477"/>
                <a:gd name="connsiteX182" fmla="*/ 1760868 w 2636466"/>
                <a:gd name="connsiteY182" fmla="*/ 2544145 h 2628477"/>
                <a:gd name="connsiteX183" fmla="*/ 1783684 w 2636466"/>
                <a:gd name="connsiteY183" fmla="*/ 2550786 h 2628477"/>
                <a:gd name="connsiteX184" fmla="*/ 1826389 w 2636466"/>
                <a:gd name="connsiteY184" fmla="*/ 2533572 h 2628477"/>
                <a:gd name="connsiteX185" fmla="*/ 1834257 w 2636466"/>
                <a:gd name="connsiteY185" fmla="*/ 2525987 h 2628477"/>
                <a:gd name="connsiteX186" fmla="*/ 1832777 w 2636466"/>
                <a:gd name="connsiteY186" fmla="*/ 2492314 h 2628477"/>
                <a:gd name="connsiteX187" fmla="*/ 1826672 w 2636466"/>
                <a:gd name="connsiteY187" fmla="*/ 2392145 h 2628477"/>
                <a:gd name="connsiteX188" fmla="*/ 1823651 w 2636466"/>
                <a:gd name="connsiteY188" fmla="*/ 2341384 h 2628477"/>
                <a:gd name="connsiteX189" fmla="*/ 1821700 w 2636466"/>
                <a:gd name="connsiteY189" fmla="*/ 2323163 h 2628477"/>
                <a:gd name="connsiteX190" fmla="*/ 1835358 w 2636466"/>
                <a:gd name="connsiteY190" fmla="*/ 2299183 h 2628477"/>
                <a:gd name="connsiteX191" fmla="*/ 1865317 w 2636466"/>
                <a:gd name="connsiteY191" fmla="*/ 2282850 h 2628477"/>
                <a:gd name="connsiteX192" fmla="*/ 1901319 w 2636466"/>
                <a:gd name="connsiteY192" fmla="*/ 2284738 h 2628477"/>
                <a:gd name="connsiteX193" fmla="*/ 2050581 w 2636466"/>
                <a:gd name="connsiteY193" fmla="*/ 2394663 h 2628477"/>
                <a:gd name="connsiteX194" fmla="*/ 2077708 w 2636466"/>
                <a:gd name="connsiteY194" fmla="*/ 2394694 h 2628477"/>
                <a:gd name="connsiteX195" fmla="*/ 2104269 w 2636466"/>
                <a:gd name="connsiteY195" fmla="*/ 2375372 h 2628477"/>
                <a:gd name="connsiteX196" fmla="*/ 2116133 w 2636466"/>
                <a:gd name="connsiteY196" fmla="*/ 2364861 h 2628477"/>
                <a:gd name="connsiteX197" fmla="*/ 2114308 w 2636466"/>
                <a:gd name="connsiteY197" fmla="*/ 2344783 h 2628477"/>
                <a:gd name="connsiteX198" fmla="*/ 2063169 w 2636466"/>
                <a:gd name="connsiteY198" fmla="*/ 2186804 h 2628477"/>
                <a:gd name="connsiteX199" fmla="*/ 2055113 w 2636466"/>
                <a:gd name="connsiteY199" fmla="*/ 2164743 h 2628477"/>
                <a:gd name="connsiteX200" fmla="*/ 2060022 w 2636466"/>
                <a:gd name="connsiteY200" fmla="*/ 2142683 h 2628477"/>
                <a:gd name="connsiteX201" fmla="*/ 2090926 w 2636466"/>
                <a:gd name="connsiteY201" fmla="*/ 2114360 h 2628477"/>
                <a:gd name="connsiteX202" fmla="*/ 2119690 w 2636466"/>
                <a:gd name="connsiteY202" fmla="*/ 2108097 h 2628477"/>
                <a:gd name="connsiteX203" fmla="*/ 2287739 w 2636466"/>
                <a:gd name="connsiteY203" fmla="*/ 2175600 h 2628477"/>
                <a:gd name="connsiteX204" fmla="*/ 2326825 w 2636466"/>
                <a:gd name="connsiteY204" fmla="*/ 2165939 h 2628477"/>
                <a:gd name="connsiteX205" fmla="*/ 2333088 w 2636466"/>
                <a:gd name="connsiteY205" fmla="*/ 2159204 h 2628477"/>
                <a:gd name="connsiteX206" fmla="*/ 2346620 w 2636466"/>
                <a:gd name="connsiteY206" fmla="*/ 2143847 h 2628477"/>
                <a:gd name="connsiteX207" fmla="*/ 2345927 w 2636466"/>
                <a:gd name="connsiteY207" fmla="*/ 2117570 h 2628477"/>
                <a:gd name="connsiteX208" fmla="*/ 2249692 w 2636466"/>
                <a:gd name="connsiteY208" fmla="*/ 1966765 h 2628477"/>
                <a:gd name="connsiteX209" fmla="*/ 2241667 w 2636466"/>
                <a:gd name="connsiteY209" fmla="*/ 1953359 h 2628477"/>
                <a:gd name="connsiteX210" fmla="*/ 2242706 w 2636466"/>
                <a:gd name="connsiteY210" fmla="*/ 1932746 h 2628477"/>
                <a:gd name="connsiteX211" fmla="*/ 2264200 w 2636466"/>
                <a:gd name="connsiteY211" fmla="*/ 1898287 h 2628477"/>
                <a:gd name="connsiteX212" fmla="*/ 2292712 w 2636466"/>
                <a:gd name="connsiteY212" fmla="*/ 1884503 h 2628477"/>
                <a:gd name="connsiteX213" fmla="*/ 2464380 w 2636466"/>
                <a:gd name="connsiteY213" fmla="*/ 1906815 h 2628477"/>
                <a:gd name="connsiteX214" fmla="*/ 2509823 w 2636466"/>
                <a:gd name="connsiteY214" fmla="*/ 1882929 h 2628477"/>
                <a:gd name="connsiteX215" fmla="*/ 2515456 w 2636466"/>
                <a:gd name="connsiteY215" fmla="*/ 1870530 h 2628477"/>
                <a:gd name="connsiteX216" fmla="*/ 2521498 w 2636466"/>
                <a:gd name="connsiteY216" fmla="*/ 1851459 h 2628477"/>
                <a:gd name="connsiteX217" fmla="*/ 2387153 w 2636466"/>
                <a:gd name="connsiteY217" fmla="*/ 1722527 h 2628477"/>
                <a:gd name="connsiteX218" fmla="*/ 2380261 w 2636466"/>
                <a:gd name="connsiteY218" fmla="*/ 1713149 h 2628477"/>
                <a:gd name="connsiteX219" fmla="*/ 2370977 w 2636466"/>
                <a:gd name="connsiteY219" fmla="*/ 1673150 h 2628477"/>
                <a:gd name="connsiteX220" fmla="*/ 2372299 w 2636466"/>
                <a:gd name="connsiteY220" fmla="*/ 1669500 h 2628477"/>
                <a:gd name="connsiteX221" fmla="*/ 2377901 w 2636466"/>
                <a:gd name="connsiteY221" fmla="*/ 1652034 h 2628477"/>
                <a:gd name="connsiteX222" fmla="*/ 2411322 w 2636466"/>
                <a:gd name="connsiteY222" fmla="*/ 1623868 h 2628477"/>
                <a:gd name="connsiteX223" fmla="*/ 2595075 w 2636466"/>
                <a:gd name="connsiteY223" fmla="*/ 1601241 h 2628477"/>
                <a:gd name="connsiteX224" fmla="*/ 2606688 w 2636466"/>
                <a:gd name="connsiteY224" fmla="*/ 1593720 h 2628477"/>
                <a:gd name="connsiteX225" fmla="*/ 2613894 w 2636466"/>
                <a:gd name="connsiteY225" fmla="*/ 1545948 h 2628477"/>
                <a:gd name="connsiteX226" fmla="*/ 2606688 w 2636466"/>
                <a:gd name="connsiteY226" fmla="*/ 1528766 h 2628477"/>
                <a:gd name="connsiteX227" fmla="*/ 2447796 w 2636466"/>
                <a:gd name="connsiteY227" fmla="*/ 1440807 h 2628477"/>
                <a:gd name="connsiteX228" fmla="*/ 2438827 w 2636466"/>
                <a:gd name="connsiteY228" fmla="*/ 1433506 h 2628477"/>
                <a:gd name="connsiteX229" fmla="*/ 2425420 w 2636466"/>
                <a:gd name="connsiteY229" fmla="*/ 1405938 h 2628477"/>
                <a:gd name="connsiteX230" fmla="*/ 2427749 w 2636466"/>
                <a:gd name="connsiteY230" fmla="*/ 1382839 h 2628477"/>
                <a:gd name="connsiteX231" fmla="*/ 2427718 w 2636466"/>
                <a:gd name="connsiteY231" fmla="*/ 1374972 h 2628477"/>
                <a:gd name="connsiteX232" fmla="*/ 2449054 w 2636466"/>
                <a:gd name="connsiteY232" fmla="*/ 1344006 h 2628477"/>
                <a:gd name="connsiteX233" fmla="*/ 2627301 w 2636466"/>
                <a:gd name="connsiteY233" fmla="*/ 1273796 h 2628477"/>
                <a:gd name="connsiteX234" fmla="*/ 2636144 w 2636466"/>
                <a:gd name="connsiteY234" fmla="*/ 1257526 h 2628477"/>
                <a:gd name="connsiteX235" fmla="*/ 2629724 w 2636466"/>
                <a:gd name="connsiteY235" fmla="*/ 1216867 h 2628477"/>
                <a:gd name="connsiteX236" fmla="*/ 1949940 w 2636466"/>
                <a:gd name="connsiteY236" fmla="*/ 885110 h 2628477"/>
                <a:gd name="connsiteX237" fmla="*/ 2012880 w 2636466"/>
                <a:gd name="connsiteY237" fmla="*/ 948050 h 2628477"/>
                <a:gd name="connsiteX238" fmla="*/ 1949940 w 2636466"/>
                <a:gd name="connsiteY238" fmla="*/ 1010990 h 2628477"/>
                <a:gd name="connsiteX239" fmla="*/ 1887000 w 2636466"/>
                <a:gd name="connsiteY239" fmla="*/ 948050 h 2628477"/>
                <a:gd name="connsiteX240" fmla="*/ 1949940 w 2636466"/>
                <a:gd name="connsiteY240" fmla="*/ 885110 h 2628477"/>
                <a:gd name="connsiteX241" fmla="*/ 1317393 w 2636466"/>
                <a:gd name="connsiteY241" fmla="*/ 409913 h 2628477"/>
                <a:gd name="connsiteX242" fmla="*/ 1789443 w 2636466"/>
                <a:gd name="connsiteY242" fmla="*/ 745068 h 2628477"/>
                <a:gd name="connsiteX243" fmla="*/ 1317393 w 2636466"/>
                <a:gd name="connsiteY243" fmla="*/ 1080224 h 2628477"/>
                <a:gd name="connsiteX244" fmla="*/ 845343 w 2636466"/>
                <a:gd name="connsiteY244" fmla="*/ 745068 h 2628477"/>
                <a:gd name="connsiteX245" fmla="*/ 1317393 w 2636466"/>
                <a:gd name="connsiteY245" fmla="*/ 409913 h 2628477"/>
                <a:gd name="connsiteX246" fmla="*/ 684846 w 2636466"/>
                <a:gd name="connsiteY246" fmla="*/ 885110 h 2628477"/>
                <a:gd name="connsiteX247" fmla="*/ 747786 w 2636466"/>
                <a:gd name="connsiteY247" fmla="*/ 948050 h 2628477"/>
                <a:gd name="connsiteX248" fmla="*/ 684846 w 2636466"/>
                <a:gd name="connsiteY248" fmla="*/ 1010990 h 2628477"/>
                <a:gd name="connsiteX249" fmla="*/ 621906 w 2636466"/>
                <a:gd name="connsiteY249" fmla="*/ 948050 h 2628477"/>
                <a:gd name="connsiteX250" fmla="*/ 684846 w 2636466"/>
                <a:gd name="connsiteY250" fmla="*/ 885110 h 2628477"/>
                <a:gd name="connsiteX251" fmla="*/ 1053926 w 2636466"/>
                <a:gd name="connsiteY251" fmla="*/ 2005473 h 2628477"/>
                <a:gd name="connsiteX252" fmla="*/ 536654 w 2636466"/>
                <a:gd name="connsiteY252" fmla="*/ 1745468 h 2628477"/>
                <a:gd name="connsiteX253" fmla="*/ 611553 w 2636466"/>
                <a:gd name="connsiteY253" fmla="*/ 1171393 h 2628477"/>
                <a:gd name="connsiteX254" fmla="*/ 1128825 w 2636466"/>
                <a:gd name="connsiteY254" fmla="*/ 1431398 h 2628477"/>
                <a:gd name="connsiteX255" fmla="*/ 1053926 w 2636466"/>
                <a:gd name="connsiteY255" fmla="*/ 2005473 h 2628477"/>
                <a:gd name="connsiteX256" fmla="*/ 1318967 w 2636466"/>
                <a:gd name="connsiteY256" fmla="*/ 2109293 h 2628477"/>
                <a:gd name="connsiteX257" fmla="*/ 1254453 w 2636466"/>
                <a:gd name="connsiteY257" fmla="*/ 2044779 h 2628477"/>
                <a:gd name="connsiteX258" fmla="*/ 1318967 w 2636466"/>
                <a:gd name="connsiteY258" fmla="*/ 1980266 h 2628477"/>
                <a:gd name="connsiteX259" fmla="*/ 1383480 w 2636466"/>
                <a:gd name="connsiteY259" fmla="*/ 2044779 h 2628477"/>
                <a:gd name="connsiteX260" fmla="*/ 1318967 w 2636466"/>
                <a:gd name="connsiteY260" fmla="*/ 2109293 h 2628477"/>
                <a:gd name="connsiteX261" fmla="*/ 1318967 w 2636466"/>
                <a:gd name="connsiteY261" fmla="*/ 1442129 h 2628477"/>
                <a:gd name="connsiteX262" fmla="*/ 1188366 w 2636466"/>
                <a:gd name="connsiteY262" fmla="*/ 1311528 h 2628477"/>
                <a:gd name="connsiteX263" fmla="*/ 1318967 w 2636466"/>
                <a:gd name="connsiteY263" fmla="*/ 1180928 h 2628477"/>
                <a:gd name="connsiteX264" fmla="*/ 1449567 w 2636466"/>
                <a:gd name="connsiteY264" fmla="*/ 1311528 h 2628477"/>
                <a:gd name="connsiteX265" fmla="*/ 1318967 w 2636466"/>
                <a:gd name="connsiteY265" fmla="*/ 1442129 h 2628477"/>
                <a:gd name="connsiteX266" fmla="*/ 2098730 w 2636466"/>
                <a:gd name="connsiteY266" fmla="*/ 1745500 h 2628477"/>
                <a:gd name="connsiteX267" fmla="*/ 1581458 w 2636466"/>
                <a:gd name="connsiteY267" fmla="*/ 2005505 h 2628477"/>
                <a:gd name="connsiteX268" fmla="*/ 1506559 w 2636466"/>
                <a:gd name="connsiteY268" fmla="*/ 1431429 h 2628477"/>
                <a:gd name="connsiteX269" fmla="*/ 2023832 w 2636466"/>
                <a:gd name="connsiteY269" fmla="*/ 1171424 h 2628477"/>
                <a:gd name="connsiteX270" fmla="*/ 2098730 w 2636466"/>
                <a:gd name="connsiteY270" fmla="*/ 1745500 h 262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2636466" h="2628477">
                  <a:moveTo>
                    <a:pt x="2629724" y="1216867"/>
                  </a:moveTo>
                  <a:cubicBezTo>
                    <a:pt x="2631643" y="1206828"/>
                    <a:pt x="2626168" y="1203335"/>
                    <a:pt x="2617293" y="1201132"/>
                  </a:cubicBezTo>
                  <a:cubicBezTo>
                    <a:pt x="2558129" y="1186372"/>
                    <a:pt x="2499092" y="1171235"/>
                    <a:pt x="2439991" y="1156224"/>
                  </a:cubicBezTo>
                  <a:cubicBezTo>
                    <a:pt x="2418214" y="1150622"/>
                    <a:pt x="2411479" y="1134761"/>
                    <a:pt x="2411007" y="1114275"/>
                  </a:cubicBezTo>
                  <a:cubicBezTo>
                    <a:pt x="2410913" y="1109523"/>
                    <a:pt x="2409339" y="1104802"/>
                    <a:pt x="2408332" y="1100082"/>
                  </a:cubicBezTo>
                  <a:cubicBezTo>
                    <a:pt x="2402384" y="1070311"/>
                    <a:pt x="2398073" y="1076762"/>
                    <a:pt x="2423438" y="1058824"/>
                  </a:cubicBezTo>
                  <a:cubicBezTo>
                    <a:pt x="2425924" y="1057062"/>
                    <a:pt x="2428316" y="1055111"/>
                    <a:pt x="2430802" y="1053349"/>
                  </a:cubicBezTo>
                  <a:cubicBezTo>
                    <a:pt x="2477755" y="1019833"/>
                    <a:pt x="2523985" y="985342"/>
                    <a:pt x="2571410" y="952550"/>
                  </a:cubicBezTo>
                  <a:cubicBezTo>
                    <a:pt x="2577232" y="948522"/>
                    <a:pt x="2582928" y="944211"/>
                    <a:pt x="2580977" y="935934"/>
                  </a:cubicBezTo>
                  <a:cubicBezTo>
                    <a:pt x="2578333" y="924668"/>
                    <a:pt x="2576319" y="913118"/>
                    <a:pt x="2568924" y="903583"/>
                  </a:cubicBezTo>
                  <a:cubicBezTo>
                    <a:pt x="2565305" y="882844"/>
                    <a:pt x="2551363" y="881648"/>
                    <a:pt x="2533551" y="882026"/>
                  </a:cubicBezTo>
                  <a:cubicBezTo>
                    <a:pt x="2479706" y="883127"/>
                    <a:pt x="2425798" y="882435"/>
                    <a:pt x="2371921" y="882435"/>
                  </a:cubicBezTo>
                  <a:cubicBezTo>
                    <a:pt x="2336266" y="882435"/>
                    <a:pt x="2336266" y="882404"/>
                    <a:pt x="2323835" y="848259"/>
                  </a:cubicBezTo>
                  <a:cubicBezTo>
                    <a:pt x="2321695" y="839793"/>
                    <a:pt x="2318706" y="831611"/>
                    <a:pt x="2314143" y="824121"/>
                  </a:cubicBezTo>
                  <a:cubicBezTo>
                    <a:pt x="2308856" y="815435"/>
                    <a:pt x="2310052" y="808418"/>
                    <a:pt x="2316755" y="800550"/>
                  </a:cubicBezTo>
                  <a:cubicBezTo>
                    <a:pt x="2357194" y="753030"/>
                    <a:pt x="2395933" y="704063"/>
                    <a:pt x="2436876" y="656952"/>
                  </a:cubicBezTo>
                  <a:cubicBezTo>
                    <a:pt x="2439865" y="653491"/>
                    <a:pt x="2441376" y="649651"/>
                    <a:pt x="2442509" y="645466"/>
                  </a:cubicBezTo>
                  <a:cubicBezTo>
                    <a:pt x="2446537" y="640462"/>
                    <a:pt x="2444963" y="635742"/>
                    <a:pt x="2441911" y="631021"/>
                  </a:cubicBezTo>
                  <a:cubicBezTo>
                    <a:pt x="2434075" y="618937"/>
                    <a:pt x="2426144" y="606884"/>
                    <a:pt x="2418529" y="594642"/>
                  </a:cubicBezTo>
                  <a:cubicBezTo>
                    <a:pt x="2414658" y="588411"/>
                    <a:pt x="2410378" y="587593"/>
                    <a:pt x="2403171" y="589512"/>
                  </a:cubicBezTo>
                  <a:cubicBezTo>
                    <a:pt x="2346305" y="604523"/>
                    <a:pt x="2289187" y="618559"/>
                    <a:pt x="2232352" y="633665"/>
                  </a:cubicBezTo>
                  <a:cubicBezTo>
                    <a:pt x="2198018" y="642791"/>
                    <a:pt x="2198176" y="643420"/>
                    <a:pt x="2176682" y="616419"/>
                  </a:cubicBezTo>
                  <a:cubicBezTo>
                    <a:pt x="2173629" y="607041"/>
                    <a:pt x="2167776" y="599205"/>
                    <a:pt x="2160884" y="592722"/>
                  </a:cubicBezTo>
                  <a:cubicBezTo>
                    <a:pt x="2152355" y="584697"/>
                    <a:pt x="2152135" y="577522"/>
                    <a:pt x="2157202" y="567294"/>
                  </a:cubicBezTo>
                  <a:cubicBezTo>
                    <a:pt x="2184360" y="512285"/>
                    <a:pt x="2209316" y="456205"/>
                    <a:pt x="2236475" y="401164"/>
                  </a:cubicBezTo>
                  <a:cubicBezTo>
                    <a:pt x="2238615" y="396790"/>
                    <a:pt x="2240566" y="392416"/>
                    <a:pt x="2239873" y="387349"/>
                  </a:cubicBezTo>
                  <a:cubicBezTo>
                    <a:pt x="2241321" y="384170"/>
                    <a:pt x="2243146" y="381149"/>
                    <a:pt x="2239716" y="377876"/>
                  </a:cubicBezTo>
                  <a:cubicBezTo>
                    <a:pt x="2227348" y="366138"/>
                    <a:pt x="2214949" y="354431"/>
                    <a:pt x="2202833" y="342473"/>
                  </a:cubicBezTo>
                  <a:cubicBezTo>
                    <a:pt x="2197483" y="337186"/>
                    <a:pt x="2192826" y="339609"/>
                    <a:pt x="2187665" y="342473"/>
                  </a:cubicBezTo>
                  <a:cubicBezTo>
                    <a:pt x="2133851" y="372401"/>
                    <a:pt x="2079565" y="401542"/>
                    <a:pt x="2026412" y="432571"/>
                  </a:cubicBezTo>
                  <a:cubicBezTo>
                    <a:pt x="2009261" y="442579"/>
                    <a:pt x="1995886" y="445443"/>
                    <a:pt x="1981725" y="429613"/>
                  </a:cubicBezTo>
                  <a:cubicBezTo>
                    <a:pt x="1978011" y="425459"/>
                    <a:pt x="1972945" y="422532"/>
                    <a:pt x="1968507" y="419008"/>
                  </a:cubicBezTo>
                  <a:cubicBezTo>
                    <a:pt x="1965864" y="414319"/>
                    <a:pt x="1962371" y="410165"/>
                    <a:pt x="1957713" y="407741"/>
                  </a:cubicBezTo>
                  <a:cubicBezTo>
                    <a:pt x="1943772" y="400566"/>
                    <a:pt x="1942702" y="389835"/>
                    <a:pt x="1945723" y="375705"/>
                  </a:cubicBezTo>
                  <a:cubicBezTo>
                    <a:pt x="1957524" y="320003"/>
                    <a:pt x="1967280" y="263892"/>
                    <a:pt x="1978452" y="208033"/>
                  </a:cubicBezTo>
                  <a:cubicBezTo>
                    <a:pt x="1979679" y="201959"/>
                    <a:pt x="1980529" y="195948"/>
                    <a:pt x="1979113" y="189812"/>
                  </a:cubicBezTo>
                  <a:cubicBezTo>
                    <a:pt x="1979428" y="183612"/>
                    <a:pt x="1979805" y="177948"/>
                    <a:pt x="1972504" y="174391"/>
                  </a:cubicBezTo>
                  <a:cubicBezTo>
                    <a:pt x="1959507" y="168097"/>
                    <a:pt x="1946762" y="161205"/>
                    <a:pt x="1934300" y="153904"/>
                  </a:cubicBezTo>
                  <a:cubicBezTo>
                    <a:pt x="1927691" y="150034"/>
                    <a:pt x="1923726" y="151513"/>
                    <a:pt x="1918470" y="156548"/>
                  </a:cubicBezTo>
                  <a:cubicBezTo>
                    <a:pt x="1887818" y="185972"/>
                    <a:pt x="1857450" y="215743"/>
                    <a:pt x="1825602" y="243814"/>
                  </a:cubicBezTo>
                  <a:cubicBezTo>
                    <a:pt x="1806531" y="260619"/>
                    <a:pt x="1789947" y="280005"/>
                    <a:pt x="1769775" y="295645"/>
                  </a:cubicBezTo>
                  <a:cubicBezTo>
                    <a:pt x="1764393" y="299799"/>
                    <a:pt x="1760271" y="300460"/>
                    <a:pt x="1754417" y="297974"/>
                  </a:cubicBezTo>
                  <a:cubicBezTo>
                    <a:pt x="1741546" y="292498"/>
                    <a:pt x="1728801" y="286425"/>
                    <a:pt x="1715426" y="282522"/>
                  </a:cubicBezTo>
                  <a:cubicBezTo>
                    <a:pt x="1702838" y="278840"/>
                    <a:pt x="1698086" y="271162"/>
                    <a:pt x="1697236" y="258983"/>
                  </a:cubicBezTo>
                  <a:cubicBezTo>
                    <a:pt x="1695096" y="228551"/>
                    <a:pt x="1694058" y="197962"/>
                    <a:pt x="1691288" y="167657"/>
                  </a:cubicBezTo>
                  <a:cubicBezTo>
                    <a:pt x="1689463" y="147673"/>
                    <a:pt x="1692044" y="127407"/>
                    <a:pt x="1686914" y="107675"/>
                  </a:cubicBezTo>
                  <a:cubicBezTo>
                    <a:pt x="1682351" y="90178"/>
                    <a:pt x="1675176" y="73247"/>
                    <a:pt x="1675962" y="54585"/>
                  </a:cubicBezTo>
                  <a:cubicBezTo>
                    <a:pt x="1676183" y="49770"/>
                    <a:pt x="1672060" y="48543"/>
                    <a:pt x="1667906" y="47567"/>
                  </a:cubicBezTo>
                  <a:cubicBezTo>
                    <a:pt x="1655601" y="44641"/>
                    <a:pt x="1643108" y="42123"/>
                    <a:pt x="1631181" y="38032"/>
                  </a:cubicBezTo>
                  <a:cubicBezTo>
                    <a:pt x="1620323" y="34287"/>
                    <a:pt x="1614155" y="36773"/>
                    <a:pt x="1608019" y="46686"/>
                  </a:cubicBezTo>
                  <a:cubicBezTo>
                    <a:pt x="1573779" y="101570"/>
                    <a:pt x="1538596" y="155919"/>
                    <a:pt x="1504388" y="210865"/>
                  </a:cubicBezTo>
                  <a:cubicBezTo>
                    <a:pt x="1498409" y="220495"/>
                    <a:pt x="1491328" y="222446"/>
                    <a:pt x="1481383" y="220998"/>
                  </a:cubicBezTo>
                  <a:cubicBezTo>
                    <a:pt x="1468890" y="219142"/>
                    <a:pt x="1456365" y="217379"/>
                    <a:pt x="1443808" y="216184"/>
                  </a:cubicBezTo>
                  <a:cubicBezTo>
                    <a:pt x="1423856" y="214295"/>
                    <a:pt x="1417153" y="209134"/>
                    <a:pt x="1410607" y="189214"/>
                  </a:cubicBezTo>
                  <a:cubicBezTo>
                    <a:pt x="1391222" y="130239"/>
                    <a:pt x="1371679" y="71296"/>
                    <a:pt x="1352671" y="12164"/>
                  </a:cubicBezTo>
                  <a:cubicBezTo>
                    <a:pt x="1349807" y="3226"/>
                    <a:pt x="1345874" y="-613"/>
                    <a:pt x="1336149" y="79"/>
                  </a:cubicBezTo>
                  <a:cubicBezTo>
                    <a:pt x="1323939" y="992"/>
                    <a:pt x="1311540" y="992"/>
                    <a:pt x="1299329" y="79"/>
                  </a:cubicBezTo>
                  <a:cubicBezTo>
                    <a:pt x="1289983" y="-613"/>
                    <a:pt x="1286395" y="3258"/>
                    <a:pt x="1283752" y="11629"/>
                  </a:cubicBezTo>
                  <a:cubicBezTo>
                    <a:pt x="1264524" y="72051"/>
                    <a:pt x="1245044" y="132410"/>
                    <a:pt x="1225186" y="192644"/>
                  </a:cubicBezTo>
                  <a:cubicBezTo>
                    <a:pt x="1221536" y="203721"/>
                    <a:pt x="1216941" y="214484"/>
                    <a:pt x="1201395" y="214484"/>
                  </a:cubicBezTo>
                  <a:cubicBezTo>
                    <a:pt x="1189310" y="214484"/>
                    <a:pt x="1176565" y="215397"/>
                    <a:pt x="1165236" y="219236"/>
                  </a:cubicBezTo>
                  <a:cubicBezTo>
                    <a:pt x="1141854" y="227135"/>
                    <a:pt x="1132822" y="213320"/>
                    <a:pt x="1122531" y="196578"/>
                  </a:cubicBezTo>
                  <a:cubicBezTo>
                    <a:pt x="1090904" y="145187"/>
                    <a:pt x="1057986" y="94552"/>
                    <a:pt x="1025887" y="43445"/>
                  </a:cubicBezTo>
                  <a:cubicBezTo>
                    <a:pt x="1021827" y="36962"/>
                    <a:pt x="1018113" y="34413"/>
                    <a:pt x="1010183" y="36868"/>
                  </a:cubicBezTo>
                  <a:cubicBezTo>
                    <a:pt x="996462" y="41147"/>
                    <a:pt x="982332" y="44231"/>
                    <a:pt x="968328" y="47536"/>
                  </a:cubicBezTo>
                  <a:cubicBezTo>
                    <a:pt x="964174" y="48511"/>
                    <a:pt x="960209" y="49707"/>
                    <a:pt x="960209" y="54554"/>
                  </a:cubicBezTo>
                  <a:cubicBezTo>
                    <a:pt x="960272" y="71359"/>
                    <a:pt x="941075" y="218575"/>
                    <a:pt x="940540" y="242178"/>
                  </a:cubicBezTo>
                  <a:cubicBezTo>
                    <a:pt x="940320" y="251304"/>
                    <a:pt x="938840" y="260242"/>
                    <a:pt x="936826" y="269211"/>
                  </a:cubicBezTo>
                  <a:cubicBezTo>
                    <a:pt x="935725" y="274057"/>
                    <a:pt x="933711" y="276984"/>
                    <a:pt x="929211" y="278809"/>
                  </a:cubicBezTo>
                  <a:cubicBezTo>
                    <a:pt x="913790" y="284977"/>
                    <a:pt x="898370" y="291177"/>
                    <a:pt x="883076" y="297659"/>
                  </a:cubicBezTo>
                  <a:cubicBezTo>
                    <a:pt x="876373" y="300492"/>
                    <a:pt x="871495" y="300177"/>
                    <a:pt x="865515" y="294733"/>
                  </a:cubicBezTo>
                  <a:cubicBezTo>
                    <a:pt x="837035" y="268738"/>
                    <a:pt x="747849" y="183329"/>
                    <a:pt x="730729" y="167657"/>
                  </a:cubicBezTo>
                  <a:cubicBezTo>
                    <a:pt x="710840" y="149436"/>
                    <a:pt x="710620" y="149562"/>
                    <a:pt x="686766" y="161898"/>
                  </a:cubicBezTo>
                  <a:cubicBezTo>
                    <a:pt x="679779" y="165517"/>
                    <a:pt x="673328" y="170332"/>
                    <a:pt x="666090" y="173321"/>
                  </a:cubicBezTo>
                  <a:cubicBezTo>
                    <a:pt x="658065" y="176657"/>
                    <a:pt x="655831" y="182039"/>
                    <a:pt x="657184" y="189875"/>
                  </a:cubicBezTo>
                  <a:cubicBezTo>
                    <a:pt x="655736" y="195571"/>
                    <a:pt x="656995" y="201109"/>
                    <a:pt x="658034" y="206711"/>
                  </a:cubicBezTo>
                  <a:cubicBezTo>
                    <a:pt x="668734" y="265119"/>
                    <a:pt x="680315" y="323339"/>
                    <a:pt x="691675" y="381590"/>
                  </a:cubicBezTo>
                  <a:cubicBezTo>
                    <a:pt x="693847" y="392762"/>
                    <a:pt x="691455" y="400000"/>
                    <a:pt x="681636" y="405539"/>
                  </a:cubicBezTo>
                  <a:cubicBezTo>
                    <a:pt x="675940" y="408749"/>
                    <a:pt x="670936" y="413123"/>
                    <a:pt x="667695" y="419071"/>
                  </a:cubicBezTo>
                  <a:cubicBezTo>
                    <a:pt x="658695" y="425900"/>
                    <a:pt x="649317" y="432288"/>
                    <a:pt x="640820" y="439715"/>
                  </a:cubicBezTo>
                  <a:cubicBezTo>
                    <a:pt x="635690" y="444215"/>
                    <a:pt x="632417" y="444215"/>
                    <a:pt x="626343" y="440816"/>
                  </a:cubicBezTo>
                  <a:cubicBezTo>
                    <a:pt x="567337" y="407804"/>
                    <a:pt x="508016" y="375327"/>
                    <a:pt x="448853" y="342630"/>
                  </a:cubicBezTo>
                  <a:cubicBezTo>
                    <a:pt x="443157" y="339483"/>
                    <a:pt x="439034" y="338350"/>
                    <a:pt x="432834" y="343385"/>
                  </a:cubicBezTo>
                  <a:cubicBezTo>
                    <a:pt x="420530" y="353361"/>
                    <a:pt x="410365" y="365383"/>
                    <a:pt x="398564" y="375736"/>
                  </a:cubicBezTo>
                  <a:cubicBezTo>
                    <a:pt x="394284" y="379481"/>
                    <a:pt x="395448" y="383258"/>
                    <a:pt x="396424" y="387443"/>
                  </a:cubicBezTo>
                  <a:cubicBezTo>
                    <a:pt x="397242" y="394902"/>
                    <a:pt x="399791" y="401762"/>
                    <a:pt x="403284" y="408339"/>
                  </a:cubicBezTo>
                  <a:cubicBezTo>
                    <a:pt x="417225" y="434585"/>
                    <a:pt x="467577" y="543062"/>
                    <a:pt x="480417" y="570316"/>
                  </a:cubicBezTo>
                  <a:cubicBezTo>
                    <a:pt x="484099" y="578152"/>
                    <a:pt x="483564" y="583816"/>
                    <a:pt x="477711" y="590362"/>
                  </a:cubicBezTo>
                  <a:cubicBezTo>
                    <a:pt x="471983" y="596750"/>
                    <a:pt x="465343" y="602761"/>
                    <a:pt x="462416" y="611321"/>
                  </a:cubicBezTo>
                  <a:cubicBezTo>
                    <a:pt x="459804" y="616986"/>
                    <a:pt x="454391" y="620951"/>
                    <a:pt x="451779" y="626143"/>
                  </a:cubicBezTo>
                  <a:cubicBezTo>
                    <a:pt x="443692" y="642350"/>
                    <a:pt x="431607" y="641627"/>
                    <a:pt x="416911" y="637661"/>
                  </a:cubicBezTo>
                  <a:cubicBezTo>
                    <a:pt x="361681" y="622776"/>
                    <a:pt x="306262" y="608677"/>
                    <a:pt x="251001" y="593949"/>
                  </a:cubicBezTo>
                  <a:cubicBezTo>
                    <a:pt x="223244" y="586554"/>
                    <a:pt x="223307" y="586208"/>
                    <a:pt x="207604" y="609968"/>
                  </a:cubicBezTo>
                  <a:cubicBezTo>
                    <a:pt x="203009" y="616891"/>
                    <a:pt x="198792" y="624066"/>
                    <a:pt x="194292" y="631084"/>
                  </a:cubicBezTo>
                  <a:cubicBezTo>
                    <a:pt x="191239" y="635836"/>
                    <a:pt x="189634" y="640557"/>
                    <a:pt x="193694" y="645560"/>
                  </a:cubicBezTo>
                  <a:cubicBezTo>
                    <a:pt x="195047" y="650753"/>
                    <a:pt x="197974" y="655001"/>
                    <a:pt x="201435" y="659092"/>
                  </a:cubicBezTo>
                  <a:cubicBezTo>
                    <a:pt x="242158" y="707273"/>
                    <a:pt x="282093" y="756146"/>
                    <a:pt x="322941" y="804201"/>
                  </a:cubicBezTo>
                  <a:cubicBezTo>
                    <a:pt x="327378" y="809425"/>
                    <a:pt x="327756" y="813767"/>
                    <a:pt x="324546" y="819558"/>
                  </a:cubicBezTo>
                  <a:cubicBezTo>
                    <a:pt x="319479" y="828684"/>
                    <a:pt x="314255" y="837842"/>
                    <a:pt x="312367" y="848353"/>
                  </a:cubicBezTo>
                  <a:cubicBezTo>
                    <a:pt x="310448" y="853703"/>
                    <a:pt x="308339" y="858958"/>
                    <a:pt x="306640" y="864371"/>
                  </a:cubicBezTo>
                  <a:cubicBezTo>
                    <a:pt x="302297" y="878155"/>
                    <a:pt x="294272" y="883285"/>
                    <a:pt x="278757" y="882970"/>
                  </a:cubicBezTo>
                  <a:cubicBezTo>
                    <a:pt x="220066" y="881806"/>
                    <a:pt x="161343" y="883190"/>
                    <a:pt x="102651" y="882120"/>
                  </a:cubicBezTo>
                  <a:cubicBezTo>
                    <a:pt x="84808" y="881806"/>
                    <a:pt x="70866" y="882970"/>
                    <a:pt x="67405" y="903772"/>
                  </a:cubicBezTo>
                  <a:cubicBezTo>
                    <a:pt x="60639" y="910852"/>
                    <a:pt x="60544" y="920577"/>
                    <a:pt x="57114" y="928979"/>
                  </a:cubicBezTo>
                  <a:cubicBezTo>
                    <a:pt x="52897" y="939333"/>
                    <a:pt x="55698" y="946760"/>
                    <a:pt x="64919" y="952330"/>
                  </a:cubicBezTo>
                  <a:cubicBezTo>
                    <a:pt x="114389" y="986978"/>
                    <a:pt x="162979" y="1022791"/>
                    <a:pt x="211884" y="1058195"/>
                  </a:cubicBezTo>
                  <a:cubicBezTo>
                    <a:pt x="238413" y="1077423"/>
                    <a:pt x="234731" y="1070059"/>
                    <a:pt x="227902" y="1102756"/>
                  </a:cubicBezTo>
                  <a:cubicBezTo>
                    <a:pt x="222929" y="1123149"/>
                    <a:pt x="226486" y="1148199"/>
                    <a:pt x="198823" y="1156255"/>
                  </a:cubicBezTo>
                  <a:cubicBezTo>
                    <a:pt x="139377" y="1171298"/>
                    <a:pt x="79993" y="1186561"/>
                    <a:pt x="20420" y="1201100"/>
                  </a:cubicBezTo>
                  <a:cubicBezTo>
                    <a:pt x="9594" y="1203744"/>
                    <a:pt x="4591" y="1208401"/>
                    <a:pt x="6542" y="1219510"/>
                  </a:cubicBezTo>
                  <a:cubicBezTo>
                    <a:pt x="-1766" y="1232696"/>
                    <a:pt x="-67" y="1247298"/>
                    <a:pt x="625" y="1261743"/>
                  </a:cubicBezTo>
                  <a:cubicBezTo>
                    <a:pt x="909" y="1267470"/>
                    <a:pt x="3930" y="1271593"/>
                    <a:pt x="9185" y="1274016"/>
                  </a:cubicBezTo>
                  <a:cubicBezTo>
                    <a:pt x="66429" y="1296077"/>
                    <a:pt x="123516" y="1318452"/>
                    <a:pt x="180414" y="1341362"/>
                  </a:cubicBezTo>
                  <a:cubicBezTo>
                    <a:pt x="208862" y="1352817"/>
                    <a:pt x="208894" y="1352754"/>
                    <a:pt x="208516" y="1383217"/>
                  </a:cubicBezTo>
                  <a:cubicBezTo>
                    <a:pt x="208327" y="1389731"/>
                    <a:pt x="209995" y="1396057"/>
                    <a:pt x="210814" y="1402445"/>
                  </a:cubicBezTo>
                  <a:cubicBezTo>
                    <a:pt x="212639" y="1416638"/>
                    <a:pt x="211537" y="1429384"/>
                    <a:pt x="195267" y="1434985"/>
                  </a:cubicBezTo>
                  <a:cubicBezTo>
                    <a:pt x="192341" y="1435992"/>
                    <a:pt x="190610" y="1438730"/>
                    <a:pt x="188533" y="1440933"/>
                  </a:cubicBezTo>
                  <a:cubicBezTo>
                    <a:pt x="140384" y="1469886"/>
                    <a:pt x="90535" y="1495691"/>
                    <a:pt x="41001" y="1522094"/>
                  </a:cubicBezTo>
                  <a:cubicBezTo>
                    <a:pt x="27092" y="1529521"/>
                    <a:pt x="17399" y="1536791"/>
                    <a:pt x="22623" y="1554036"/>
                  </a:cubicBezTo>
                  <a:cubicBezTo>
                    <a:pt x="23441" y="1556239"/>
                    <a:pt x="22340" y="1558348"/>
                    <a:pt x="22277" y="1560456"/>
                  </a:cubicBezTo>
                  <a:cubicBezTo>
                    <a:pt x="21490" y="1590793"/>
                    <a:pt x="28508" y="1599542"/>
                    <a:pt x="58184" y="1603224"/>
                  </a:cubicBezTo>
                  <a:cubicBezTo>
                    <a:pt x="115994" y="1610399"/>
                    <a:pt x="173742" y="1618046"/>
                    <a:pt x="231647" y="1624529"/>
                  </a:cubicBezTo>
                  <a:cubicBezTo>
                    <a:pt x="245682" y="1626103"/>
                    <a:pt x="254274" y="1630823"/>
                    <a:pt x="256854" y="1645457"/>
                  </a:cubicBezTo>
                  <a:cubicBezTo>
                    <a:pt x="258270" y="1653576"/>
                    <a:pt x="261354" y="1661538"/>
                    <a:pt x="264690" y="1669122"/>
                  </a:cubicBezTo>
                  <a:cubicBezTo>
                    <a:pt x="271645" y="1684889"/>
                    <a:pt x="274824" y="1699837"/>
                    <a:pt x="259529" y="1712865"/>
                  </a:cubicBezTo>
                  <a:cubicBezTo>
                    <a:pt x="258302" y="1713904"/>
                    <a:pt x="257861" y="1715886"/>
                    <a:pt x="256697" y="1717240"/>
                  </a:cubicBezTo>
                  <a:cubicBezTo>
                    <a:pt x="254997" y="1718593"/>
                    <a:pt x="253172" y="1719789"/>
                    <a:pt x="251567" y="1721268"/>
                  </a:cubicBezTo>
                  <a:cubicBezTo>
                    <a:pt x="226895" y="1744209"/>
                    <a:pt x="133271" y="1828518"/>
                    <a:pt x="114861" y="1851522"/>
                  </a:cubicBezTo>
                  <a:cubicBezTo>
                    <a:pt x="116120" y="1860774"/>
                    <a:pt x="120274" y="1869020"/>
                    <a:pt x="123642" y="1877548"/>
                  </a:cubicBezTo>
                  <a:cubicBezTo>
                    <a:pt x="127009" y="1884157"/>
                    <a:pt x="130565" y="1890702"/>
                    <a:pt x="133555" y="1897500"/>
                  </a:cubicBezTo>
                  <a:cubicBezTo>
                    <a:pt x="137866" y="1907319"/>
                    <a:pt x="144443" y="1910843"/>
                    <a:pt x="155395" y="1909238"/>
                  </a:cubicBezTo>
                  <a:cubicBezTo>
                    <a:pt x="183057" y="1905241"/>
                    <a:pt x="309724" y="1889444"/>
                    <a:pt x="345222" y="1884345"/>
                  </a:cubicBezTo>
                  <a:cubicBezTo>
                    <a:pt x="357653" y="1882552"/>
                    <a:pt x="365992" y="1885573"/>
                    <a:pt x="371783" y="1897343"/>
                  </a:cubicBezTo>
                  <a:cubicBezTo>
                    <a:pt x="377542" y="1909081"/>
                    <a:pt x="385094" y="1919970"/>
                    <a:pt x="392490" y="1930795"/>
                  </a:cubicBezTo>
                  <a:cubicBezTo>
                    <a:pt x="398689" y="1939890"/>
                    <a:pt x="400074" y="1948230"/>
                    <a:pt x="392805" y="1957104"/>
                  </a:cubicBezTo>
                  <a:cubicBezTo>
                    <a:pt x="360862" y="2007141"/>
                    <a:pt x="328826" y="2057116"/>
                    <a:pt x="297167" y="2107279"/>
                  </a:cubicBezTo>
                  <a:cubicBezTo>
                    <a:pt x="280803" y="2133179"/>
                    <a:pt x="277561" y="2126602"/>
                    <a:pt x="299150" y="2154075"/>
                  </a:cubicBezTo>
                  <a:cubicBezTo>
                    <a:pt x="304594" y="2161502"/>
                    <a:pt x="311612" y="2167544"/>
                    <a:pt x="317025" y="2175034"/>
                  </a:cubicBezTo>
                  <a:cubicBezTo>
                    <a:pt x="321997" y="2181926"/>
                    <a:pt x="328323" y="2183971"/>
                    <a:pt x="336536" y="2180415"/>
                  </a:cubicBezTo>
                  <a:cubicBezTo>
                    <a:pt x="344152" y="2177111"/>
                    <a:pt x="351988" y="2174279"/>
                    <a:pt x="359698" y="2171194"/>
                  </a:cubicBezTo>
                  <a:cubicBezTo>
                    <a:pt x="412505" y="2150047"/>
                    <a:pt x="465343" y="2129056"/>
                    <a:pt x="518024" y="2107657"/>
                  </a:cubicBezTo>
                  <a:cubicBezTo>
                    <a:pt x="528346" y="2103471"/>
                    <a:pt x="536245" y="2103723"/>
                    <a:pt x="543609" y="2112629"/>
                  </a:cubicBezTo>
                  <a:cubicBezTo>
                    <a:pt x="551162" y="2121787"/>
                    <a:pt x="560666" y="2129056"/>
                    <a:pt x="569981" y="2136200"/>
                  </a:cubicBezTo>
                  <a:cubicBezTo>
                    <a:pt x="583733" y="2146774"/>
                    <a:pt x="586565" y="2158732"/>
                    <a:pt x="578100" y="2173649"/>
                  </a:cubicBezTo>
                  <a:cubicBezTo>
                    <a:pt x="558463" y="2232089"/>
                    <a:pt x="540588" y="2291095"/>
                    <a:pt x="520510" y="2349378"/>
                  </a:cubicBezTo>
                  <a:cubicBezTo>
                    <a:pt x="518685" y="2354665"/>
                    <a:pt x="516230" y="2360140"/>
                    <a:pt x="519849" y="2365711"/>
                  </a:cubicBezTo>
                  <a:cubicBezTo>
                    <a:pt x="523342" y="2369739"/>
                    <a:pt x="528157" y="2372099"/>
                    <a:pt x="532185" y="2375403"/>
                  </a:cubicBezTo>
                  <a:cubicBezTo>
                    <a:pt x="539266" y="2381288"/>
                    <a:pt x="547165" y="2386040"/>
                    <a:pt x="554529" y="2391547"/>
                  </a:cubicBezTo>
                  <a:cubicBezTo>
                    <a:pt x="571365" y="2404104"/>
                    <a:pt x="572750" y="2403758"/>
                    <a:pt x="589901" y="2391327"/>
                  </a:cubicBezTo>
                  <a:cubicBezTo>
                    <a:pt x="640883" y="2354350"/>
                    <a:pt x="691644" y="2317027"/>
                    <a:pt x="742562" y="2279923"/>
                  </a:cubicBezTo>
                  <a:cubicBezTo>
                    <a:pt x="750021" y="2274479"/>
                    <a:pt x="756283" y="2273692"/>
                    <a:pt x="764056" y="2278476"/>
                  </a:cubicBezTo>
                  <a:cubicBezTo>
                    <a:pt x="772616" y="2283731"/>
                    <a:pt x="781585" y="2288357"/>
                    <a:pt x="790397" y="2293204"/>
                  </a:cubicBezTo>
                  <a:cubicBezTo>
                    <a:pt x="817681" y="2308183"/>
                    <a:pt x="817618" y="2308341"/>
                    <a:pt x="813338" y="2339748"/>
                  </a:cubicBezTo>
                  <a:cubicBezTo>
                    <a:pt x="810474" y="2364011"/>
                    <a:pt x="805817" y="2451089"/>
                    <a:pt x="804652" y="2470191"/>
                  </a:cubicBezTo>
                  <a:cubicBezTo>
                    <a:pt x="803520" y="2488821"/>
                    <a:pt x="800215" y="2507452"/>
                    <a:pt x="802292" y="2526239"/>
                  </a:cubicBezTo>
                  <a:cubicBezTo>
                    <a:pt x="803803" y="2529984"/>
                    <a:pt x="806981" y="2531872"/>
                    <a:pt x="810286" y="2533666"/>
                  </a:cubicBezTo>
                  <a:cubicBezTo>
                    <a:pt x="822905" y="2539866"/>
                    <a:pt x="836185" y="2544366"/>
                    <a:pt x="849277" y="2549307"/>
                  </a:cubicBezTo>
                  <a:cubicBezTo>
                    <a:pt x="864949" y="2555191"/>
                    <a:pt x="866648" y="2554657"/>
                    <a:pt x="877191" y="2541911"/>
                  </a:cubicBezTo>
                  <a:cubicBezTo>
                    <a:pt x="917850" y="2492629"/>
                    <a:pt x="958446" y="2443284"/>
                    <a:pt x="999074" y="2393971"/>
                  </a:cubicBezTo>
                  <a:cubicBezTo>
                    <a:pt x="1005116" y="2386638"/>
                    <a:pt x="1011442" y="2383397"/>
                    <a:pt x="1020662" y="2386355"/>
                  </a:cubicBezTo>
                  <a:cubicBezTo>
                    <a:pt x="1035674" y="2391138"/>
                    <a:pt x="1051094" y="2394506"/>
                    <a:pt x="1066420" y="2398093"/>
                  </a:cubicBezTo>
                  <a:cubicBezTo>
                    <a:pt x="1074350" y="2399950"/>
                    <a:pt x="1078316" y="2403915"/>
                    <a:pt x="1079606" y="2411971"/>
                  </a:cubicBezTo>
                  <a:cubicBezTo>
                    <a:pt x="1081746" y="2425346"/>
                    <a:pt x="1084578" y="2438627"/>
                    <a:pt x="1086498" y="2452033"/>
                  </a:cubicBezTo>
                  <a:cubicBezTo>
                    <a:pt x="1096033" y="2502825"/>
                    <a:pt x="1105852" y="2553586"/>
                    <a:pt x="1115167" y="2604411"/>
                  </a:cubicBezTo>
                  <a:cubicBezTo>
                    <a:pt x="1117338" y="2616212"/>
                    <a:pt x="1122972" y="2621939"/>
                    <a:pt x="1134741" y="2623355"/>
                  </a:cubicBezTo>
                  <a:cubicBezTo>
                    <a:pt x="1148651" y="2624992"/>
                    <a:pt x="1162529" y="2626849"/>
                    <a:pt x="1176471" y="2628328"/>
                  </a:cubicBezTo>
                  <a:cubicBezTo>
                    <a:pt x="1182072" y="2628926"/>
                    <a:pt x="1186950" y="2627856"/>
                    <a:pt x="1190349" y="2622915"/>
                  </a:cubicBezTo>
                  <a:cubicBezTo>
                    <a:pt x="1191073" y="2621782"/>
                    <a:pt x="1191765" y="2620681"/>
                    <a:pt x="1192331" y="2619485"/>
                  </a:cubicBezTo>
                  <a:cubicBezTo>
                    <a:pt x="1220277" y="2559503"/>
                    <a:pt x="1248222" y="2499521"/>
                    <a:pt x="1276262" y="2439602"/>
                  </a:cubicBezTo>
                  <a:cubicBezTo>
                    <a:pt x="1279598" y="2432458"/>
                    <a:pt x="1282619" y="2426353"/>
                    <a:pt x="1291997" y="2426448"/>
                  </a:cubicBezTo>
                  <a:cubicBezTo>
                    <a:pt x="1309526" y="2426668"/>
                    <a:pt x="1327086" y="2426479"/>
                    <a:pt x="1344615" y="2426511"/>
                  </a:cubicBezTo>
                  <a:cubicBezTo>
                    <a:pt x="1350972" y="2426511"/>
                    <a:pt x="1355724" y="2428934"/>
                    <a:pt x="1358052" y="2435008"/>
                  </a:cubicBezTo>
                  <a:cubicBezTo>
                    <a:pt x="1363749" y="2449767"/>
                    <a:pt x="1371616" y="2463488"/>
                    <a:pt x="1378193" y="2477838"/>
                  </a:cubicBezTo>
                  <a:cubicBezTo>
                    <a:pt x="1400474" y="2526396"/>
                    <a:pt x="1423384" y="2574703"/>
                    <a:pt x="1446168" y="2623041"/>
                  </a:cubicBezTo>
                  <a:cubicBezTo>
                    <a:pt x="1449599" y="2627982"/>
                    <a:pt x="1454508" y="2628894"/>
                    <a:pt x="1460078" y="2628328"/>
                  </a:cubicBezTo>
                  <a:cubicBezTo>
                    <a:pt x="1474019" y="2626849"/>
                    <a:pt x="1487929" y="2625055"/>
                    <a:pt x="1501807" y="2623324"/>
                  </a:cubicBezTo>
                  <a:cubicBezTo>
                    <a:pt x="1513451" y="2621845"/>
                    <a:pt x="1519525" y="2616275"/>
                    <a:pt x="1521539" y="2604442"/>
                  </a:cubicBezTo>
                  <a:cubicBezTo>
                    <a:pt x="1530288" y="2553492"/>
                    <a:pt x="1540988" y="2502857"/>
                    <a:pt x="1549862" y="2451907"/>
                  </a:cubicBezTo>
                  <a:cubicBezTo>
                    <a:pt x="1551908" y="2438438"/>
                    <a:pt x="1554362" y="2425063"/>
                    <a:pt x="1556911" y="2411720"/>
                  </a:cubicBezTo>
                  <a:cubicBezTo>
                    <a:pt x="1558296" y="2404419"/>
                    <a:pt x="1562167" y="2400233"/>
                    <a:pt x="1569531" y="2398502"/>
                  </a:cubicBezTo>
                  <a:cubicBezTo>
                    <a:pt x="1583189" y="2395261"/>
                    <a:pt x="1596847" y="2391957"/>
                    <a:pt x="1610410" y="2388243"/>
                  </a:cubicBezTo>
                  <a:cubicBezTo>
                    <a:pt x="1628411" y="2383302"/>
                    <a:pt x="1629166" y="2383648"/>
                    <a:pt x="1640622" y="2397621"/>
                  </a:cubicBezTo>
                  <a:cubicBezTo>
                    <a:pt x="1680588" y="2446557"/>
                    <a:pt x="1721342" y="2494832"/>
                    <a:pt x="1760868" y="2544145"/>
                  </a:cubicBezTo>
                  <a:cubicBezTo>
                    <a:pt x="1767225" y="2552107"/>
                    <a:pt x="1773928" y="2554845"/>
                    <a:pt x="1783684" y="2550786"/>
                  </a:cubicBezTo>
                  <a:cubicBezTo>
                    <a:pt x="1797846" y="2544869"/>
                    <a:pt x="1812574" y="2540306"/>
                    <a:pt x="1826389" y="2533572"/>
                  </a:cubicBezTo>
                  <a:cubicBezTo>
                    <a:pt x="1829693" y="2531746"/>
                    <a:pt x="1832840" y="2529764"/>
                    <a:pt x="1834257" y="2525987"/>
                  </a:cubicBezTo>
                  <a:cubicBezTo>
                    <a:pt x="1837655" y="2514595"/>
                    <a:pt x="1833124" y="2503549"/>
                    <a:pt x="1832777" y="2492314"/>
                  </a:cubicBezTo>
                  <a:cubicBezTo>
                    <a:pt x="1831739" y="2458862"/>
                    <a:pt x="1829442" y="2425441"/>
                    <a:pt x="1826672" y="2392145"/>
                  </a:cubicBezTo>
                  <a:cubicBezTo>
                    <a:pt x="1825256" y="2375215"/>
                    <a:pt x="1826704" y="2358189"/>
                    <a:pt x="1823651" y="2341384"/>
                  </a:cubicBezTo>
                  <a:cubicBezTo>
                    <a:pt x="1821606" y="2335436"/>
                    <a:pt x="1822329" y="2329205"/>
                    <a:pt x="1821700" y="2323163"/>
                  </a:cubicBezTo>
                  <a:cubicBezTo>
                    <a:pt x="1820504" y="2311708"/>
                    <a:pt x="1824658" y="2304439"/>
                    <a:pt x="1835358" y="2299183"/>
                  </a:cubicBezTo>
                  <a:cubicBezTo>
                    <a:pt x="1845523" y="2294179"/>
                    <a:pt x="1856348" y="2289711"/>
                    <a:pt x="1865317" y="2282850"/>
                  </a:cubicBezTo>
                  <a:cubicBezTo>
                    <a:pt x="1878535" y="2272748"/>
                    <a:pt x="1888637" y="2275045"/>
                    <a:pt x="1901319" y="2284738"/>
                  </a:cubicBezTo>
                  <a:cubicBezTo>
                    <a:pt x="1950444" y="2322188"/>
                    <a:pt x="2001268" y="2357434"/>
                    <a:pt x="2050581" y="2394663"/>
                  </a:cubicBezTo>
                  <a:cubicBezTo>
                    <a:pt x="2060274" y="2401964"/>
                    <a:pt x="2068488" y="2402153"/>
                    <a:pt x="2077708" y="2394694"/>
                  </a:cubicBezTo>
                  <a:cubicBezTo>
                    <a:pt x="2086205" y="2387803"/>
                    <a:pt x="2095615" y="2382075"/>
                    <a:pt x="2104269" y="2375372"/>
                  </a:cubicBezTo>
                  <a:cubicBezTo>
                    <a:pt x="2108392" y="2372068"/>
                    <a:pt x="2113144" y="2369424"/>
                    <a:pt x="2116133" y="2364861"/>
                  </a:cubicBezTo>
                  <a:cubicBezTo>
                    <a:pt x="2120256" y="2357749"/>
                    <a:pt x="2116448" y="2351234"/>
                    <a:pt x="2114308" y="2344783"/>
                  </a:cubicBezTo>
                  <a:cubicBezTo>
                    <a:pt x="2096811" y="2292260"/>
                    <a:pt x="2079439" y="2239736"/>
                    <a:pt x="2063169" y="2186804"/>
                  </a:cubicBezTo>
                  <a:cubicBezTo>
                    <a:pt x="2060085" y="2179597"/>
                    <a:pt x="2057316" y="2172265"/>
                    <a:pt x="2055113" y="2164743"/>
                  </a:cubicBezTo>
                  <a:cubicBezTo>
                    <a:pt x="2050676" y="2156026"/>
                    <a:pt x="2052784" y="2149071"/>
                    <a:pt x="2060022" y="2142683"/>
                  </a:cubicBezTo>
                  <a:cubicBezTo>
                    <a:pt x="2070502" y="2133430"/>
                    <a:pt x="2081988" y="2125185"/>
                    <a:pt x="2090926" y="2114360"/>
                  </a:cubicBezTo>
                  <a:cubicBezTo>
                    <a:pt x="2099108" y="2104447"/>
                    <a:pt x="2107636" y="2103156"/>
                    <a:pt x="2119690" y="2108097"/>
                  </a:cubicBezTo>
                  <a:cubicBezTo>
                    <a:pt x="2175517" y="2131039"/>
                    <a:pt x="2231691" y="2153099"/>
                    <a:pt x="2287739" y="2175600"/>
                  </a:cubicBezTo>
                  <a:cubicBezTo>
                    <a:pt x="2311027" y="2184947"/>
                    <a:pt x="2310996" y="2185010"/>
                    <a:pt x="2326825" y="2165939"/>
                  </a:cubicBezTo>
                  <a:cubicBezTo>
                    <a:pt x="2328776" y="2163579"/>
                    <a:pt x="2331105" y="2161565"/>
                    <a:pt x="2333088" y="2159204"/>
                  </a:cubicBezTo>
                  <a:cubicBezTo>
                    <a:pt x="2336990" y="2153540"/>
                    <a:pt x="2341522" y="2148442"/>
                    <a:pt x="2346620" y="2143847"/>
                  </a:cubicBezTo>
                  <a:cubicBezTo>
                    <a:pt x="2353512" y="2134878"/>
                    <a:pt x="2351938" y="2126916"/>
                    <a:pt x="2345927" y="2117570"/>
                  </a:cubicBezTo>
                  <a:cubicBezTo>
                    <a:pt x="2313733" y="2067375"/>
                    <a:pt x="2281917" y="2016929"/>
                    <a:pt x="2249692" y="1966765"/>
                  </a:cubicBezTo>
                  <a:cubicBezTo>
                    <a:pt x="2246576" y="1962580"/>
                    <a:pt x="2243996" y="1958048"/>
                    <a:pt x="2241667" y="1953359"/>
                  </a:cubicBezTo>
                  <a:cubicBezTo>
                    <a:pt x="2236758" y="1946247"/>
                    <a:pt x="2237922" y="1939544"/>
                    <a:pt x="2242706" y="1932746"/>
                  </a:cubicBezTo>
                  <a:cubicBezTo>
                    <a:pt x="2250542" y="1921669"/>
                    <a:pt x="2258441" y="1910403"/>
                    <a:pt x="2264200" y="1898287"/>
                  </a:cubicBezTo>
                  <a:cubicBezTo>
                    <a:pt x="2270494" y="1885006"/>
                    <a:pt x="2279463" y="1882583"/>
                    <a:pt x="2292712" y="1884503"/>
                  </a:cubicBezTo>
                  <a:cubicBezTo>
                    <a:pt x="2349829" y="1892811"/>
                    <a:pt x="2407136" y="1899703"/>
                    <a:pt x="2464380" y="1906815"/>
                  </a:cubicBezTo>
                  <a:cubicBezTo>
                    <a:pt x="2497424" y="1910937"/>
                    <a:pt x="2492955" y="1917231"/>
                    <a:pt x="2509823" y="1882929"/>
                  </a:cubicBezTo>
                  <a:cubicBezTo>
                    <a:pt x="2511743" y="1878807"/>
                    <a:pt x="2513599" y="1874684"/>
                    <a:pt x="2515456" y="1870530"/>
                  </a:cubicBezTo>
                  <a:cubicBezTo>
                    <a:pt x="2517691" y="1864236"/>
                    <a:pt x="2520428" y="1858099"/>
                    <a:pt x="2521498" y="1851459"/>
                  </a:cubicBezTo>
                  <a:cubicBezTo>
                    <a:pt x="2500256" y="1826283"/>
                    <a:pt x="2406979" y="1744209"/>
                    <a:pt x="2387153" y="1722527"/>
                  </a:cubicBezTo>
                  <a:cubicBezTo>
                    <a:pt x="2385076" y="1719254"/>
                    <a:pt x="2383502" y="1715729"/>
                    <a:pt x="2380261" y="1713149"/>
                  </a:cubicBezTo>
                  <a:cubicBezTo>
                    <a:pt x="2356627" y="1694235"/>
                    <a:pt x="2362386" y="1696186"/>
                    <a:pt x="2370977" y="1673150"/>
                  </a:cubicBezTo>
                  <a:cubicBezTo>
                    <a:pt x="2371450" y="1671923"/>
                    <a:pt x="2371953" y="1670727"/>
                    <a:pt x="2372299" y="1669500"/>
                  </a:cubicBezTo>
                  <a:cubicBezTo>
                    <a:pt x="2374282" y="1663741"/>
                    <a:pt x="2376170" y="1657919"/>
                    <a:pt x="2377901" y="1652034"/>
                  </a:cubicBezTo>
                  <a:cubicBezTo>
                    <a:pt x="2385359" y="1626543"/>
                    <a:pt x="2385391" y="1626826"/>
                    <a:pt x="2411322" y="1623868"/>
                  </a:cubicBezTo>
                  <a:cubicBezTo>
                    <a:pt x="2472625" y="1616850"/>
                    <a:pt x="2533803" y="1608668"/>
                    <a:pt x="2595075" y="1601241"/>
                  </a:cubicBezTo>
                  <a:cubicBezTo>
                    <a:pt x="2599638" y="1599731"/>
                    <a:pt x="2605209" y="1598409"/>
                    <a:pt x="2606688" y="1593720"/>
                  </a:cubicBezTo>
                  <a:cubicBezTo>
                    <a:pt x="2611503" y="1578237"/>
                    <a:pt x="2618017" y="1562848"/>
                    <a:pt x="2613894" y="1545948"/>
                  </a:cubicBezTo>
                  <a:cubicBezTo>
                    <a:pt x="2617419" y="1537703"/>
                    <a:pt x="2615122" y="1532857"/>
                    <a:pt x="2606688" y="1528766"/>
                  </a:cubicBezTo>
                  <a:cubicBezTo>
                    <a:pt x="2591016" y="1521182"/>
                    <a:pt x="2485434" y="1461766"/>
                    <a:pt x="2447796" y="1440807"/>
                  </a:cubicBezTo>
                  <a:cubicBezTo>
                    <a:pt x="2445058" y="1438069"/>
                    <a:pt x="2442446" y="1435080"/>
                    <a:pt x="2438827" y="1433506"/>
                  </a:cubicBezTo>
                  <a:cubicBezTo>
                    <a:pt x="2426302" y="1428156"/>
                    <a:pt x="2423690" y="1418180"/>
                    <a:pt x="2425420" y="1405938"/>
                  </a:cubicBezTo>
                  <a:cubicBezTo>
                    <a:pt x="2426522" y="1398291"/>
                    <a:pt x="2428221" y="1390675"/>
                    <a:pt x="2427749" y="1382839"/>
                  </a:cubicBezTo>
                  <a:cubicBezTo>
                    <a:pt x="2427718" y="1380227"/>
                    <a:pt x="2427718" y="1377584"/>
                    <a:pt x="2427718" y="1374972"/>
                  </a:cubicBezTo>
                  <a:cubicBezTo>
                    <a:pt x="2427718" y="1352597"/>
                    <a:pt x="2427655" y="1352502"/>
                    <a:pt x="2449054" y="1344006"/>
                  </a:cubicBezTo>
                  <a:cubicBezTo>
                    <a:pt x="2508438" y="1320466"/>
                    <a:pt x="2567759" y="1296863"/>
                    <a:pt x="2627301" y="1273796"/>
                  </a:cubicBezTo>
                  <a:cubicBezTo>
                    <a:pt x="2634381" y="1270617"/>
                    <a:pt x="2635577" y="1264418"/>
                    <a:pt x="2636144" y="1257526"/>
                  </a:cubicBezTo>
                  <a:cubicBezTo>
                    <a:pt x="2637308" y="1243459"/>
                    <a:pt x="2635357" y="1229895"/>
                    <a:pt x="2629724" y="1216867"/>
                  </a:cubicBezTo>
                  <a:close/>
                  <a:moveTo>
                    <a:pt x="1949940" y="885110"/>
                  </a:moveTo>
                  <a:cubicBezTo>
                    <a:pt x="1984715" y="885110"/>
                    <a:pt x="2012880" y="913276"/>
                    <a:pt x="2012880" y="948050"/>
                  </a:cubicBezTo>
                  <a:cubicBezTo>
                    <a:pt x="2012880" y="982824"/>
                    <a:pt x="1984715" y="1010990"/>
                    <a:pt x="1949940" y="1010990"/>
                  </a:cubicBezTo>
                  <a:cubicBezTo>
                    <a:pt x="1915166" y="1010990"/>
                    <a:pt x="1887000" y="982824"/>
                    <a:pt x="1887000" y="948050"/>
                  </a:cubicBezTo>
                  <a:cubicBezTo>
                    <a:pt x="1887000" y="913276"/>
                    <a:pt x="1915197" y="885110"/>
                    <a:pt x="1949940" y="885110"/>
                  </a:cubicBezTo>
                  <a:close/>
                  <a:moveTo>
                    <a:pt x="1317393" y="409913"/>
                  </a:moveTo>
                  <a:cubicBezTo>
                    <a:pt x="1578091" y="409913"/>
                    <a:pt x="1789443" y="559962"/>
                    <a:pt x="1789443" y="745068"/>
                  </a:cubicBezTo>
                  <a:cubicBezTo>
                    <a:pt x="1789443" y="930175"/>
                    <a:pt x="1578091" y="1080224"/>
                    <a:pt x="1317393" y="1080224"/>
                  </a:cubicBezTo>
                  <a:cubicBezTo>
                    <a:pt x="1056696" y="1080224"/>
                    <a:pt x="845343" y="930175"/>
                    <a:pt x="845343" y="745068"/>
                  </a:cubicBezTo>
                  <a:cubicBezTo>
                    <a:pt x="845343" y="559962"/>
                    <a:pt x="1056696" y="409913"/>
                    <a:pt x="1317393" y="409913"/>
                  </a:cubicBezTo>
                  <a:close/>
                  <a:moveTo>
                    <a:pt x="684846" y="885110"/>
                  </a:moveTo>
                  <a:cubicBezTo>
                    <a:pt x="719621" y="885110"/>
                    <a:pt x="747786" y="913276"/>
                    <a:pt x="747786" y="948050"/>
                  </a:cubicBezTo>
                  <a:cubicBezTo>
                    <a:pt x="747786" y="982824"/>
                    <a:pt x="719621" y="1010990"/>
                    <a:pt x="684846" y="1010990"/>
                  </a:cubicBezTo>
                  <a:cubicBezTo>
                    <a:pt x="650072" y="1010990"/>
                    <a:pt x="621906" y="982824"/>
                    <a:pt x="621906" y="948050"/>
                  </a:cubicBezTo>
                  <a:cubicBezTo>
                    <a:pt x="621906" y="913276"/>
                    <a:pt x="650103" y="885110"/>
                    <a:pt x="684846" y="885110"/>
                  </a:cubicBezTo>
                  <a:close/>
                  <a:moveTo>
                    <a:pt x="1053926" y="2005473"/>
                  </a:moveTo>
                  <a:cubicBezTo>
                    <a:pt x="890408" y="2092205"/>
                    <a:pt x="658820" y="1975797"/>
                    <a:pt x="536654" y="1745468"/>
                  </a:cubicBezTo>
                  <a:cubicBezTo>
                    <a:pt x="414487" y="1515139"/>
                    <a:pt x="448034" y="1258124"/>
                    <a:pt x="611553" y="1171393"/>
                  </a:cubicBezTo>
                  <a:cubicBezTo>
                    <a:pt x="775071" y="1084661"/>
                    <a:pt x="1006658" y="1201069"/>
                    <a:pt x="1128825" y="1431398"/>
                  </a:cubicBezTo>
                  <a:cubicBezTo>
                    <a:pt x="1250991" y="1661727"/>
                    <a:pt x="1217476" y="1918742"/>
                    <a:pt x="1053926" y="2005473"/>
                  </a:cubicBezTo>
                  <a:close/>
                  <a:moveTo>
                    <a:pt x="1318967" y="2109293"/>
                  </a:moveTo>
                  <a:cubicBezTo>
                    <a:pt x="1283343" y="2109293"/>
                    <a:pt x="1254453" y="2080404"/>
                    <a:pt x="1254453" y="2044779"/>
                  </a:cubicBezTo>
                  <a:cubicBezTo>
                    <a:pt x="1254453" y="2009155"/>
                    <a:pt x="1283343" y="1980266"/>
                    <a:pt x="1318967" y="1980266"/>
                  </a:cubicBezTo>
                  <a:cubicBezTo>
                    <a:pt x="1354591" y="1980266"/>
                    <a:pt x="1383480" y="2009155"/>
                    <a:pt x="1383480" y="2044779"/>
                  </a:cubicBezTo>
                  <a:cubicBezTo>
                    <a:pt x="1383480" y="2080404"/>
                    <a:pt x="1354591" y="2109293"/>
                    <a:pt x="1318967" y="2109293"/>
                  </a:cubicBezTo>
                  <a:close/>
                  <a:moveTo>
                    <a:pt x="1318967" y="1442129"/>
                  </a:moveTo>
                  <a:cubicBezTo>
                    <a:pt x="1246837" y="1442129"/>
                    <a:pt x="1188366" y="1383658"/>
                    <a:pt x="1188366" y="1311528"/>
                  </a:cubicBezTo>
                  <a:cubicBezTo>
                    <a:pt x="1188366" y="1239399"/>
                    <a:pt x="1246837" y="1180928"/>
                    <a:pt x="1318967" y="1180928"/>
                  </a:cubicBezTo>
                  <a:cubicBezTo>
                    <a:pt x="1391096" y="1180928"/>
                    <a:pt x="1449567" y="1239399"/>
                    <a:pt x="1449567" y="1311528"/>
                  </a:cubicBezTo>
                  <a:cubicBezTo>
                    <a:pt x="1449567" y="1383626"/>
                    <a:pt x="1391096" y="1442129"/>
                    <a:pt x="1318967" y="1442129"/>
                  </a:cubicBezTo>
                  <a:close/>
                  <a:moveTo>
                    <a:pt x="2098730" y="1745500"/>
                  </a:moveTo>
                  <a:cubicBezTo>
                    <a:pt x="1976564" y="1975829"/>
                    <a:pt x="1744976" y="2092205"/>
                    <a:pt x="1581458" y="2005505"/>
                  </a:cubicBezTo>
                  <a:cubicBezTo>
                    <a:pt x="1417940" y="1918774"/>
                    <a:pt x="1384393" y="1661758"/>
                    <a:pt x="1506559" y="1431429"/>
                  </a:cubicBezTo>
                  <a:cubicBezTo>
                    <a:pt x="1628726" y="1201100"/>
                    <a:pt x="1860314" y="1084724"/>
                    <a:pt x="2023832" y="1171424"/>
                  </a:cubicBezTo>
                  <a:cubicBezTo>
                    <a:pt x="2187350" y="1258155"/>
                    <a:pt x="2220897" y="1515171"/>
                    <a:pt x="2098730" y="174550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E7224668-2D2E-47DD-A47A-8FA8C0B5E291}"/>
                </a:ext>
              </a:extLst>
            </p:cNvPr>
            <p:cNvSpPr/>
            <p:nvPr/>
          </p:nvSpPr>
          <p:spPr>
            <a:xfrm flipH="1">
              <a:off x="3384452" y="3628349"/>
              <a:ext cx="967172" cy="964572"/>
            </a:xfrm>
            <a:custGeom>
              <a:avLst/>
              <a:gdLst>
                <a:gd name="connsiteX0" fmla="*/ 0 w 1919435"/>
                <a:gd name="connsiteY0" fmla="*/ 987194 h 1914275"/>
                <a:gd name="connsiteX1" fmla="*/ 37667 w 1919435"/>
                <a:gd name="connsiteY1" fmla="*/ 959846 h 1914275"/>
                <a:gd name="connsiteX2" fmla="*/ 169757 w 1919435"/>
                <a:gd name="connsiteY2" fmla="*/ 922696 h 1914275"/>
                <a:gd name="connsiteX3" fmla="*/ 215163 w 1919435"/>
                <a:gd name="connsiteY3" fmla="*/ 872130 h 1914275"/>
                <a:gd name="connsiteX4" fmla="*/ 217743 w 1919435"/>
                <a:gd name="connsiteY4" fmla="*/ 850459 h 1914275"/>
                <a:gd name="connsiteX5" fmla="*/ 189364 w 1919435"/>
                <a:gd name="connsiteY5" fmla="*/ 797830 h 1914275"/>
                <a:gd name="connsiteX6" fmla="*/ 69657 w 1919435"/>
                <a:gd name="connsiteY6" fmla="*/ 727657 h 1914275"/>
                <a:gd name="connsiteX7" fmla="*/ 43858 w 1919435"/>
                <a:gd name="connsiteY7" fmla="*/ 664708 h 1914275"/>
                <a:gd name="connsiteX8" fmla="*/ 46438 w 1919435"/>
                <a:gd name="connsiteY8" fmla="*/ 655936 h 1914275"/>
                <a:gd name="connsiteX9" fmla="*/ 114547 w 1919435"/>
                <a:gd name="connsiteY9" fmla="*/ 608982 h 1914275"/>
                <a:gd name="connsiteX10" fmla="*/ 241478 w 1919435"/>
                <a:gd name="connsiteY10" fmla="*/ 623429 h 1914275"/>
                <a:gd name="connsiteX11" fmla="*/ 306491 w 1919435"/>
                <a:gd name="connsiteY11" fmla="*/ 593503 h 1914275"/>
                <a:gd name="connsiteX12" fmla="*/ 301331 w 1919435"/>
                <a:gd name="connsiteY12" fmla="*/ 505271 h 1914275"/>
                <a:gd name="connsiteX13" fmla="*/ 222386 w 1919435"/>
                <a:gd name="connsiteY13" fmla="*/ 400527 h 1914275"/>
                <a:gd name="connsiteX14" fmla="*/ 222386 w 1919435"/>
                <a:gd name="connsiteY14" fmla="*/ 342222 h 1914275"/>
                <a:gd name="connsiteX15" fmla="*/ 248185 w 1919435"/>
                <a:gd name="connsiteY15" fmla="*/ 313327 h 1914275"/>
                <a:gd name="connsiteX16" fmla="*/ 303395 w 1919435"/>
                <a:gd name="connsiteY16" fmla="*/ 307135 h 1914275"/>
                <a:gd name="connsiteX17" fmla="*/ 420522 w 1919435"/>
                <a:gd name="connsiteY17" fmla="*/ 373180 h 1914275"/>
                <a:gd name="connsiteX18" fmla="*/ 525265 w 1919435"/>
                <a:gd name="connsiteY18" fmla="*/ 343770 h 1914275"/>
                <a:gd name="connsiteX19" fmla="*/ 527845 w 1919435"/>
                <a:gd name="connsiteY19" fmla="*/ 298364 h 1914275"/>
                <a:gd name="connsiteX20" fmla="*/ 493791 w 1919435"/>
                <a:gd name="connsiteY20" fmla="*/ 166789 h 1914275"/>
                <a:gd name="connsiteX21" fmla="*/ 518557 w 1919435"/>
                <a:gd name="connsiteY21" fmla="*/ 105904 h 1914275"/>
                <a:gd name="connsiteX22" fmla="*/ 537649 w 1919435"/>
                <a:gd name="connsiteY22" fmla="*/ 95585 h 1914275"/>
                <a:gd name="connsiteX23" fmla="*/ 608853 w 1919435"/>
                <a:gd name="connsiteY23" fmla="*/ 113128 h 1914275"/>
                <a:gd name="connsiteX24" fmla="*/ 690894 w 1919435"/>
                <a:gd name="connsiteY24" fmla="*/ 217355 h 1914275"/>
                <a:gd name="connsiteX25" fmla="*/ 802861 w 1919435"/>
                <a:gd name="connsiteY25" fmla="*/ 216839 h 1914275"/>
                <a:gd name="connsiteX26" fmla="*/ 816277 w 1919435"/>
                <a:gd name="connsiteY26" fmla="*/ 169369 h 1914275"/>
                <a:gd name="connsiteX27" fmla="*/ 832788 w 1919435"/>
                <a:gd name="connsiteY27" fmla="*/ 48631 h 1914275"/>
                <a:gd name="connsiteX28" fmla="*/ 877677 w 1919435"/>
                <a:gd name="connsiteY28" fmla="*/ 2193 h 1914275"/>
                <a:gd name="connsiteX29" fmla="*/ 917924 w 1919435"/>
                <a:gd name="connsiteY29" fmla="*/ 645 h 1914275"/>
                <a:gd name="connsiteX30" fmla="*/ 956106 w 1919435"/>
                <a:gd name="connsiteY30" fmla="*/ 31603 h 1914275"/>
                <a:gd name="connsiteX31" fmla="*/ 993772 w 1919435"/>
                <a:gd name="connsiteY31" fmla="*/ 163693 h 1914275"/>
                <a:gd name="connsiteX32" fmla="*/ 1089745 w 1919435"/>
                <a:gd name="connsiteY32" fmla="*/ 217871 h 1914275"/>
                <a:gd name="connsiteX33" fmla="*/ 1120703 w 1919435"/>
                <a:gd name="connsiteY33" fmla="*/ 191040 h 1914275"/>
                <a:gd name="connsiteX34" fmla="*/ 1192940 w 1919435"/>
                <a:gd name="connsiteY34" fmla="*/ 68754 h 1914275"/>
                <a:gd name="connsiteX35" fmla="*/ 1251245 w 1919435"/>
                <a:gd name="connsiteY35" fmla="*/ 44503 h 1914275"/>
                <a:gd name="connsiteX36" fmla="*/ 1309035 w 1919435"/>
                <a:gd name="connsiteY36" fmla="*/ 137895 h 1914275"/>
                <a:gd name="connsiteX37" fmla="*/ 1294587 w 1919435"/>
                <a:gd name="connsiteY37" fmla="*/ 255538 h 1914275"/>
                <a:gd name="connsiteX38" fmla="*/ 1294587 w 1919435"/>
                <a:gd name="connsiteY38" fmla="*/ 267921 h 1914275"/>
                <a:gd name="connsiteX39" fmla="*/ 1399331 w 1919435"/>
                <a:gd name="connsiteY39" fmla="*/ 314359 h 1914275"/>
                <a:gd name="connsiteX40" fmla="*/ 1514394 w 1919435"/>
                <a:gd name="connsiteY40" fmla="*/ 228191 h 1914275"/>
                <a:gd name="connsiteX41" fmla="*/ 1584050 w 1919435"/>
                <a:gd name="connsiteY41" fmla="*/ 229223 h 1914275"/>
                <a:gd name="connsiteX42" fmla="*/ 1594886 w 1919435"/>
                <a:gd name="connsiteY42" fmla="*/ 238510 h 1914275"/>
                <a:gd name="connsiteX43" fmla="*/ 1606754 w 1919435"/>
                <a:gd name="connsiteY43" fmla="*/ 317971 h 1914275"/>
                <a:gd name="connsiteX44" fmla="*/ 1543288 w 1919435"/>
                <a:gd name="connsiteY44" fmla="*/ 430970 h 1914275"/>
                <a:gd name="connsiteX45" fmla="*/ 1552060 w 1919435"/>
                <a:gd name="connsiteY45" fmla="*/ 504239 h 1914275"/>
                <a:gd name="connsiteX46" fmla="*/ 1619137 w 1919435"/>
                <a:gd name="connsiteY46" fmla="*/ 531069 h 1914275"/>
                <a:gd name="connsiteX47" fmla="*/ 1754839 w 1919435"/>
                <a:gd name="connsiteY47" fmla="*/ 495467 h 1914275"/>
                <a:gd name="connsiteX48" fmla="*/ 1812629 w 1919435"/>
                <a:gd name="connsiteY48" fmla="*/ 517654 h 1914275"/>
                <a:gd name="connsiteX49" fmla="*/ 1830172 w 1919435"/>
                <a:gd name="connsiteY49" fmla="*/ 552225 h 1914275"/>
                <a:gd name="connsiteX50" fmla="*/ 1815724 w 1919435"/>
                <a:gd name="connsiteY50" fmla="*/ 603306 h 1914275"/>
                <a:gd name="connsiteX51" fmla="*/ 1699630 w 1919435"/>
                <a:gd name="connsiteY51" fmla="*/ 695666 h 1914275"/>
                <a:gd name="connsiteX52" fmla="*/ 1678990 w 1919435"/>
                <a:gd name="connsiteY52" fmla="*/ 751908 h 1914275"/>
                <a:gd name="connsiteX53" fmla="*/ 1685182 w 1919435"/>
                <a:gd name="connsiteY53" fmla="*/ 774611 h 1914275"/>
                <a:gd name="connsiteX54" fmla="*/ 1732652 w 1919435"/>
                <a:gd name="connsiteY54" fmla="*/ 815373 h 1914275"/>
                <a:gd name="connsiteX55" fmla="*/ 1872998 w 1919435"/>
                <a:gd name="connsiteY55" fmla="*/ 834464 h 1914275"/>
                <a:gd name="connsiteX56" fmla="*/ 1918404 w 1919435"/>
                <a:gd name="connsiteY56" fmla="*/ 879354 h 1914275"/>
                <a:gd name="connsiteX57" fmla="*/ 1919952 w 1919435"/>
                <a:gd name="connsiteY57" fmla="*/ 919600 h 1914275"/>
                <a:gd name="connsiteX58" fmla="*/ 1886930 w 1919435"/>
                <a:gd name="connsiteY58" fmla="*/ 958299 h 1914275"/>
                <a:gd name="connsiteX59" fmla="*/ 1754839 w 1919435"/>
                <a:gd name="connsiteY59" fmla="*/ 995965 h 1914275"/>
                <a:gd name="connsiteX60" fmla="*/ 1701178 w 1919435"/>
                <a:gd name="connsiteY60" fmla="*/ 1085229 h 1914275"/>
                <a:gd name="connsiteX61" fmla="*/ 1728524 w 1919435"/>
                <a:gd name="connsiteY61" fmla="*/ 1121348 h 1914275"/>
                <a:gd name="connsiteX62" fmla="*/ 1849779 w 1919435"/>
                <a:gd name="connsiteY62" fmla="*/ 1192552 h 1914275"/>
                <a:gd name="connsiteX63" fmla="*/ 1876094 w 1919435"/>
                <a:gd name="connsiteY63" fmla="*/ 1253954 h 1914275"/>
                <a:gd name="connsiteX64" fmla="*/ 1875062 w 1919435"/>
                <a:gd name="connsiteY64" fmla="*/ 1260145 h 1914275"/>
                <a:gd name="connsiteX65" fmla="*/ 1802309 w 1919435"/>
                <a:gd name="connsiteY65" fmla="*/ 1312259 h 1914275"/>
                <a:gd name="connsiteX66" fmla="*/ 1675379 w 1919435"/>
                <a:gd name="connsiteY66" fmla="*/ 1296264 h 1914275"/>
                <a:gd name="connsiteX67" fmla="*/ 1611398 w 1919435"/>
                <a:gd name="connsiteY67" fmla="*/ 1329286 h 1914275"/>
                <a:gd name="connsiteX68" fmla="*/ 1610365 w 1919435"/>
                <a:gd name="connsiteY68" fmla="*/ 1405651 h 1914275"/>
                <a:gd name="connsiteX69" fmla="*/ 1692406 w 1919435"/>
                <a:gd name="connsiteY69" fmla="*/ 1514006 h 1914275"/>
                <a:gd name="connsiteX70" fmla="*/ 1692406 w 1919435"/>
                <a:gd name="connsiteY70" fmla="*/ 1584695 h 1914275"/>
                <a:gd name="connsiteX71" fmla="*/ 1689310 w 1919435"/>
                <a:gd name="connsiteY71" fmla="*/ 1588307 h 1914275"/>
                <a:gd name="connsiteX72" fmla="*/ 1600562 w 1919435"/>
                <a:gd name="connsiteY72" fmla="*/ 1605850 h 1914275"/>
                <a:gd name="connsiteX73" fmla="*/ 1490659 w 1919435"/>
                <a:gd name="connsiteY73" fmla="*/ 1543933 h 1914275"/>
                <a:gd name="connsiteX74" fmla="*/ 1415326 w 1919435"/>
                <a:gd name="connsiteY74" fmla="*/ 1554769 h 1914275"/>
                <a:gd name="connsiteX75" fmla="*/ 1391075 w 1919435"/>
                <a:gd name="connsiteY75" fmla="*/ 1622877 h 1914275"/>
                <a:gd name="connsiteX76" fmla="*/ 1426677 w 1919435"/>
                <a:gd name="connsiteY76" fmla="*/ 1760128 h 1914275"/>
                <a:gd name="connsiteX77" fmla="*/ 1406554 w 1919435"/>
                <a:gd name="connsiteY77" fmla="*/ 1811725 h 1914275"/>
                <a:gd name="connsiteX78" fmla="*/ 1370436 w 1919435"/>
                <a:gd name="connsiteY78" fmla="*/ 1830300 h 1914275"/>
                <a:gd name="connsiteX79" fmla="*/ 1316258 w 1919435"/>
                <a:gd name="connsiteY79" fmla="*/ 1815337 h 1914275"/>
                <a:gd name="connsiteX80" fmla="*/ 1231122 w 1919435"/>
                <a:gd name="connsiteY80" fmla="*/ 1707498 h 1914275"/>
                <a:gd name="connsiteX81" fmla="*/ 1121219 w 1919435"/>
                <a:gd name="connsiteY81" fmla="*/ 1698210 h 1914275"/>
                <a:gd name="connsiteX82" fmla="*/ 1106771 w 1919435"/>
                <a:gd name="connsiteY82" fmla="*/ 1727105 h 1914275"/>
                <a:gd name="connsiteX83" fmla="*/ 1087165 w 1919435"/>
                <a:gd name="connsiteY83" fmla="*/ 1868999 h 1914275"/>
                <a:gd name="connsiteX84" fmla="*/ 1050014 w 1919435"/>
                <a:gd name="connsiteY84" fmla="*/ 1919049 h 1914275"/>
                <a:gd name="connsiteX85" fmla="*/ 987581 w 1919435"/>
                <a:gd name="connsiteY85" fmla="*/ 1919049 h 1914275"/>
                <a:gd name="connsiteX86" fmla="*/ 960234 w 1919435"/>
                <a:gd name="connsiteY86" fmla="*/ 1880866 h 1914275"/>
                <a:gd name="connsiteX87" fmla="*/ 921535 w 1919435"/>
                <a:gd name="connsiteY87" fmla="*/ 1744132 h 1914275"/>
                <a:gd name="connsiteX88" fmla="*/ 875614 w 1919435"/>
                <a:gd name="connsiteY88" fmla="*/ 1703886 h 1914275"/>
                <a:gd name="connsiteX89" fmla="*/ 847751 w 1919435"/>
                <a:gd name="connsiteY89" fmla="*/ 1700790 h 1914275"/>
                <a:gd name="connsiteX90" fmla="*/ 800281 w 1919435"/>
                <a:gd name="connsiteY90" fmla="*/ 1727105 h 1914275"/>
                <a:gd name="connsiteX91" fmla="*/ 788414 w 1919435"/>
                <a:gd name="connsiteY91" fmla="*/ 1747228 h 1914275"/>
                <a:gd name="connsiteX92" fmla="*/ 723401 w 1919435"/>
                <a:gd name="connsiteY92" fmla="*/ 1857131 h 1914275"/>
                <a:gd name="connsiteX93" fmla="*/ 674383 w 1919435"/>
                <a:gd name="connsiteY93" fmla="*/ 1877254 h 1914275"/>
                <a:gd name="connsiteX94" fmla="*/ 634652 w 1919435"/>
                <a:gd name="connsiteY94" fmla="*/ 1863839 h 1914275"/>
                <a:gd name="connsiteX95" fmla="*/ 607822 w 1919435"/>
                <a:gd name="connsiteY95" fmla="*/ 1813789 h 1914275"/>
                <a:gd name="connsiteX96" fmla="*/ 624848 w 1919435"/>
                <a:gd name="connsiteY96" fmla="*/ 1672927 h 1914275"/>
                <a:gd name="connsiteX97" fmla="*/ 586150 w 1919435"/>
                <a:gd name="connsiteY97" fmla="*/ 1607398 h 1914275"/>
                <a:gd name="connsiteX98" fmla="*/ 514430 w 1919435"/>
                <a:gd name="connsiteY98" fmla="*/ 1611010 h 1914275"/>
                <a:gd name="connsiteX99" fmla="*/ 413814 w 1919435"/>
                <a:gd name="connsiteY99" fmla="*/ 1687375 h 1914275"/>
                <a:gd name="connsiteX100" fmla="*/ 324550 w 1919435"/>
                <a:gd name="connsiteY100" fmla="*/ 1682215 h 1914275"/>
                <a:gd name="connsiteX101" fmla="*/ 316810 w 1919435"/>
                <a:gd name="connsiteY101" fmla="*/ 1674475 h 1914275"/>
                <a:gd name="connsiteX102" fmla="*/ 309071 w 1919435"/>
                <a:gd name="connsiteY102" fmla="*/ 1612558 h 1914275"/>
                <a:gd name="connsiteX103" fmla="*/ 376148 w 1919435"/>
                <a:gd name="connsiteY103" fmla="*/ 1492851 h 1914275"/>
                <a:gd name="connsiteX104" fmla="*/ 387499 w 1919435"/>
                <a:gd name="connsiteY104" fmla="*/ 1456217 h 1914275"/>
                <a:gd name="connsiteX105" fmla="*/ 297203 w 1919435"/>
                <a:gd name="connsiteY105" fmla="*/ 1391720 h 1914275"/>
                <a:gd name="connsiteX106" fmla="*/ 158405 w 1919435"/>
                <a:gd name="connsiteY106" fmla="*/ 1427838 h 1914275"/>
                <a:gd name="connsiteX107" fmla="*/ 114031 w 1919435"/>
                <a:gd name="connsiteY107" fmla="*/ 1412875 h 1914275"/>
                <a:gd name="connsiteX108" fmla="*/ 91844 w 1919435"/>
                <a:gd name="connsiteY108" fmla="*/ 1373660 h 1914275"/>
                <a:gd name="connsiteX109" fmla="*/ 106808 w 1919435"/>
                <a:gd name="connsiteY109" fmla="*/ 1315871 h 1914275"/>
                <a:gd name="connsiteX110" fmla="*/ 209487 w 1919435"/>
                <a:gd name="connsiteY110" fmla="*/ 1234347 h 1914275"/>
                <a:gd name="connsiteX111" fmla="*/ 236834 w 1919435"/>
                <a:gd name="connsiteY111" fmla="*/ 1151274 h 1914275"/>
                <a:gd name="connsiteX112" fmla="*/ 181624 w 1919435"/>
                <a:gd name="connsiteY112" fmla="*/ 1104836 h 1914275"/>
                <a:gd name="connsiteX113" fmla="*/ 52114 w 1919435"/>
                <a:gd name="connsiteY113" fmla="*/ 1087293 h 1914275"/>
                <a:gd name="connsiteX114" fmla="*/ 1032 w 1919435"/>
                <a:gd name="connsiteY114" fmla="*/ 1051175 h 1914275"/>
                <a:gd name="connsiteX115" fmla="*/ 0 w 1919435"/>
                <a:gd name="connsiteY115" fmla="*/ 987194 h 1914275"/>
                <a:gd name="connsiteX116" fmla="*/ 1198616 w 1919435"/>
                <a:gd name="connsiteY116" fmla="*/ 960879 h 1914275"/>
                <a:gd name="connsiteX117" fmla="*/ 958686 w 1919435"/>
                <a:gd name="connsiteY117" fmla="*/ 720949 h 1914275"/>
                <a:gd name="connsiteX118" fmla="*/ 720304 w 1919435"/>
                <a:gd name="connsiteY118" fmla="*/ 959331 h 1914275"/>
                <a:gd name="connsiteX119" fmla="*/ 957654 w 1919435"/>
                <a:gd name="connsiteY119" fmla="*/ 1198744 h 1914275"/>
                <a:gd name="connsiteX120" fmla="*/ 1198616 w 1919435"/>
                <a:gd name="connsiteY120" fmla="*/ 960879 h 1914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1919435" h="1914275">
                  <a:moveTo>
                    <a:pt x="0" y="987194"/>
                  </a:moveTo>
                  <a:cubicBezTo>
                    <a:pt x="8256" y="971714"/>
                    <a:pt x="21155" y="963975"/>
                    <a:pt x="37667" y="959846"/>
                  </a:cubicBezTo>
                  <a:cubicBezTo>
                    <a:pt x="82041" y="947979"/>
                    <a:pt x="125383" y="934564"/>
                    <a:pt x="169757" y="922696"/>
                  </a:cubicBezTo>
                  <a:cubicBezTo>
                    <a:pt x="196587" y="915473"/>
                    <a:pt x="212583" y="900509"/>
                    <a:pt x="215163" y="872130"/>
                  </a:cubicBezTo>
                  <a:cubicBezTo>
                    <a:pt x="215679" y="864907"/>
                    <a:pt x="216710" y="857683"/>
                    <a:pt x="217743" y="850459"/>
                  </a:cubicBezTo>
                  <a:cubicBezTo>
                    <a:pt x="220323" y="826209"/>
                    <a:pt x="209487" y="809697"/>
                    <a:pt x="189364" y="797830"/>
                  </a:cubicBezTo>
                  <a:cubicBezTo>
                    <a:pt x="149118" y="774611"/>
                    <a:pt x="109388" y="750876"/>
                    <a:pt x="69657" y="727657"/>
                  </a:cubicBezTo>
                  <a:cubicBezTo>
                    <a:pt x="40246" y="710629"/>
                    <a:pt x="35087" y="697730"/>
                    <a:pt x="43858" y="664708"/>
                  </a:cubicBezTo>
                  <a:cubicBezTo>
                    <a:pt x="44890" y="661612"/>
                    <a:pt x="45406" y="658516"/>
                    <a:pt x="46438" y="655936"/>
                  </a:cubicBezTo>
                  <a:cubicBezTo>
                    <a:pt x="59337" y="613110"/>
                    <a:pt x="70689" y="604854"/>
                    <a:pt x="114547" y="608982"/>
                  </a:cubicBezTo>
                  <a:cubicBezTo>
                    <a:pt x="156857" y="613110"/>
                    <a:pt x="199167" y="617754"/>
                    <a:pt x="241478" y="623429"/>
                  </a:cubicBezTo>
                  <a:cubicBezTo>
                    <a:pt x="275016" y="627557"/>
                    <a:pt x="289463" y="621881"/>
                    <a:pt x="306491" y="593503"/>
                  </a:cubicBezTo>
                  <a:cubicBezTo>
                    <a:pt x="330741" y="554288"/>
                    <a:pt x="329710" y="541905"/>
                    <a:pt x="301331" y="505271"/>
                  </a:cubicBezTo>
                  <a:cubicBezTo>
                    <a:pt x="274500" y="470700"/>
                    <a:pt x="248185" y="435614"/>
                    <a:pt x="222386" y="400527"/>
                  </a:cubicBezTo>
                  <a:cubicBezTo>
                    <a:pt x="206907" y="379888"/>
                    <a:pt x="206907" y="362861"/>
                    <a:pt x="222386" y="342222"/>
                  </a:cubicBezTo>
                  <a:cubicBezTo>
                    <a:pt x="230126" y="331902"/>
                    <a:pt x="238382" y="321583"/>
                    <a:pt x="248185" y="313327"/>
                  </a:cubicBezTo>
                  <a:cubicBezTo>
                    <a:pt x="267792" y="296816"/>
                    <a:pt x="281208" y="294752"/>
                    <a:pt x="303395" y="307135"/>
                  </a:cubicBezTo>
                  <a:cubicBezTo>
                    <a:pt x="342609" y="328806"/>
                    <a:pt x="382856" y="348929"/>
                    <a:pt x="420522" y="373180"/>
                  </a:cubicBezTo>
                  <a:cubicBezTo>
                    <a:pt x="463864" y="401043"/>
                    <a:pt x="493791" y="382468"/>
                    <a:pt x="525265" y="343770"/>
                  </a:cubicBezTo>
                  <a:cubicBezTo>
                    <a:pt x="535585" y="330870"/>
                    <a:pt x="531973" y="313843"/>
                    <a:pt x="527845" y="298364"/>
                  </a:cubicBezTo>
                  <a:cubicBezTo>
                    <a:pt x="516493" y="254506"/>
                    <a:pt x="505142" y="210647"/>
                    <a:pt x="493791" y="166789"/>
                  </a:cubicBezTo>
                  <a:cubicBezTo>
                    <a:pt x="485535" y="135315"/>
                    <a:pt x="490694" y="122415"/>
                    <a:pt x="518557" y="105904"/>
                  </a:cubicBezTo>
                  <a:cubicBezTo>
                    <a:pt x="524749" y="102292"/>
                    <a:pt x="530941" y="98680"/>
                    <a:pt x="537649" y="95585"/>
                  </a:cubicBezTo>
                  <a:cubicBezTo>
                    <a:pt x="571187" y="80105"/>
                    <a:pt x="586150" y="83717"/>
                    <a:pt x="608853" y="113128"/>
                  </a:cubicBezTo>
                  <a:cubicBezTo>
                    <a:pt x="636200" y="147698"/>
                    <a:pt x="663547" y="182785"/>
                    <a:pt x="690894" y="217355"/>
                  </a:cubicBezTo>
                  <a:cubicBezTo>
                    <a:pt x="716693" y="249346"/>
                    <a:pt x="777062" y="249346"/>
                    <a:pt x="802861" y="216839"/>
                  </a:cubicBezTo>
                  <a:cubicBezTo>
                    <a:pt x="813697" y="202908"/>
                    <a:pt x="813697" y="185365"/>
                    <a:pt x="816277" y="169369"/>
                  </a:cubicBezTo>
                  <a:cubicBezTo>
                    <a:pt x="822468" y="129123"/>
                    <a:pt x="827628" y="88877"/>
                    <a:pt x="832788" y="48631"/>
                  </a:cubicBezTo>
                  <a:cubicBezTo>
                    <a:pt x="836916" y="16640"/>
                    <a:pt x="845687" y="7868"/>
                    <a:pt x="877677" y="2193"/>
                  </a:cubicBezTo>
                  <a:cubicBezTo>
                    <a:pt x="891093" y="-387"/>
                    <a:pt x="904509" y="-387"/>
                    <a:pt x="917924" y="645"/>
                  </a:cubicBezTo>
                  <a:cubicBezTo>
                    <a:pt x="937531" y="1677"/>
                    <a:pt x="950947" y="11996"/>
                    <a:pt x="956106" y="31603"/>
                  </a:cubicBezTo>
                  <a:cubicBezTo>
                    <a:pt x="968490" y="75461"/>
                    <a:pt x="981389" y="119835"/>
                    <a:pt x="993772" y="163693"/>
                  </a:cubicBezTo>
                  <a:cubicBezTo>
                    <a:pt x="1006672" y="208584"/>
                    <a:pt x="1043822" y="229739"/>
                    <a:pt x="1089745" y="217871"/>
                  </a:cubicBezTo>
                  <a:cubicBezTo>
                    <a:pt x="1104707" y="214259"/>
                    <a:pt x="1113479" y="203424"/>
                    <a:pt x="1120703" y="191040"/>
                  </a:cubicBezTo>
                  <a:cubicBezTo>
                    <a:pt x="1144438" y="150278"/>
                    <a:pt x="1168689" y="109516"/>
                    <a:pt x="1192940" y="68754"/>
                  </a:cubicBezTo>
                  <a:cubicBezTo>
                    <a:pt x="1208419" y="42439"/>
                    <a:pt x="1221835" y="36763"/>
                    <a:pt x="1251245" y="44503"/>
                  </a:cubicBezTo>
                  <a:cubicBezTo>
                    <a:pt x="1310067" y="59466"/>
                    <a:pt x="1317806" y="72366"/>
                    <a:pt x="1309035" y="137895"/>
                  </a:cubicBezTo>
                  <a:cubicBezTo>
                    <a:pt x="1303875" y="177109"/>
                    <a:pt x="1299231" y="216323"/>
                    <a:pt x="1294587" y="255538"/>
                  </a:cubicBezTo>
                  <a:cubicBezTo>
                    <a:pt x="1294071" y="259665"/>
                    <a:pt x="1294071" y="263793"/>
                    <a:pt x="1294587" y="267921"/>
                  </a:cubicBezTo>
                  <a:cubicBezTo>
                    <a:pt x="1301295" y="309715"/>
                    <a:pt x="1364760" y="338610"/>
                    <a:pt x="1399331" y="314359"/>
                  </a:cubicBezTo>
                  <a:cubicBezTo>
                    <a:pt x="1438545" y="286496"/>
                    <a:pt x="1476211" y="257085"/>
                    <a:pt x="1514394" y="228191"/>
                  </a:cubicBezTo>
                  <a:cubicBezTo>
                    <a:pt x="1542256" y="207036"/>
                    <a:pt x="1556188" y="207552"/>
                    <a:pt x="1584050" y="229223"/>
                  </a:cubicBezTo>
                  <a:cubicBezTo>
                    <a:pt x="1587663" y="232319"/>
                    <a:pt x="1591274" y="234898"/>
                    <a:pt x="1594886" y="238510"/>
                  </a:cubicBezTo>
                  <a:cubicBezTo>
                    <a:pt x="1627393" y="269469"/>
                    <a:pt x="1628941" y="278757"/>
                    <a:pt x="1606754" y="317971"/>
                  </a:cubicBezTo>
                  <a:cubicBezTo>
                    <a:pt x="1585599" y="355637"/>
                    <a:pt x="1565475" y="393819"/>
                    <a:pt x="1543288" y="430970"/>
                  </a:cubicBezTo>
                  <a:cubicBezTo>
                    <a:pt x="1527293" y="458317"/>
                    <a:pt x="1534517" y="481020"/>
                    <a:pt x="1552060" y="504239"/>
                  </a:cubicBezTo>
                  <a:cubicBezTo>
                    <a:pt x="1569604" y="527458"/>
                    <a:pt x="1589726" y="538809"/>
                    <a:pt x="1619137" y="531069"/>
                  </a:cubicBezTo>
                  <a:cubicBezTo>
                    <a:pt x="1664543" y="519202"/>
                    <a:pt x="1709949" y="507850"/>
                    <a:pt x="1754839" y="495467"/>
                  </a:cubicBezTo>
                  <a:cubicBezTo>
                    <a:pt x="1783734" y="487727"/>
                    <a:pt x="1796634" y="492371"/>
                    <a:pt x="1812629" y="517654"/>
                  </a:cubicBezTo>
                  <a:cubicBezTo>
                    <a:pt x="1819853" y="528490"/>
                    <a:pt x="1826044" y="539841"/>
                    <a:pt x="1830172" y="552225"/>
                  </a:cubicBezTo>
                  <a:cubicBezTo>
                    <a:pt x="1837912" y="574412"/>
                    <a:pt x="1834299" y="588343"/>
                    <a:pt x="1815724" y="603306"/>
                  </a:cubicBezTo>
                  <a:cubicBezTo>
                    <a:pt x="1777026" y="634265"/>
                    <a:pt x="1738844" y="665224"/>
                    <a:pt x="1699630" y="695666"/>
                  </a:cubicBezTo>
                  <a:cubicBezTo>
                    <a:pt x="1680022" y="710629"/>
                    <a:pt x="1674862" y="729205"/>
                    <a:pt x="1678990" y="751908"/>
                  </a:cubicBezTo>
                  <a:cubicBezTo>
                    <a:pt x="1680539" y="759647"/>
                    <a:pt x="1683119" y="766871"/>
                    <a:pt x="1685182" y="774611"/>
                  </a:cubicBezTo>
                  <a:cubicBezTo>
                    <a:pt x="1691890" y="798862"/>
                    <a:pt x="1707885" y="812277"/>
                    <a:pt x="1732652" y="815373"/>
                  </a:cubicBezTo>
                  <a:cubicBezTo>
                    <a:pt x="1779606" y="821565"/>
                    <a:pt x="1826560" y="828272"/>
                    <a:pt x="1872998" y="834464"/>
                  </a:cubicBezTo>
                  <a:cubicBezTo>
                    <a:pt x="1900861" y="838076"/>
                    <a:pt x="1915308" y="851491"/>
                    <a:pt x="1918404" y="879354"/>
                  </a:cubicBezTo>
                  <a:cubicBezTo>
                    <a:pt x="1919952" y="892770"/>
                    <a:pt x="1921500" y="906185"/>
                    <a:pt x="1919952" y="919600"/>
                  </a:cubicBezTo>
                  <a:cubicBezTo>
                    <a:pt x="1917372" y="940755"/>
                    <a:pt x="1906536" y="952623"/>
                    <a:pt x="1886930" y="958299"/>
                  </a:cubicBezTo>
                  <a:cubicBezTo>
                    <a:pt x="1843071" y="970682"/>
                    <a:pt x="1798697" y="983065"/>
                    <a:pt x="1754839" y="995965"/>
                  </a:cubicBezTo>
                  <a:cubicBezTo>
                    <a:pt x="1712013" y="1008348"/>
                    <a:pt x="1692406" y="1040855"/>
                    <a:pt x="1701178" y="1085229"/>
                  </a:cubicBezTo>
                  <a:cubicBezTo>
                    <a:pt x="1704273" y="1102256"/>
                    <a:pt x="1714077" y="1113092"/>
                    <a:pt x="1728524" y="1121348"/>
                  </a:cubicBezTo>
                  <a:cubicBezTo>
                    <a:pt x="1768771" y="1145083"/>
                    <a:pt x="1809016" y="1168817"/>
                    <a:pt x="1849779" y="1192552"/>
                  </a:cubicBezTo>
                  <a:cubicBezTo>
                    <a:pt x="1879706" y="1210096"/>
                    <a:pt x="1884350" y="1220415"/>
                    <a:pt x="1876094" y="1253954"/>
                  </a:cubicBezTo>
                  <a:cubicBezTo>
                    <a:pt x="1875578" y="1256018"/>
                    <a:pt x="1875578" y="1258082"/>
                    <a:pt x="1875062" y="1260145"/>
                  </a:cubicBezTo>
                  <a:cubicBezTo>
                    <a:pt x="1862678" y="1300908"/>
                    <a:pt x="1848747" y="1321031"/>
                    <a:pt x="1802309" y="1312259"/>
                  </a:cubicBezTo>
                  <a:cubicBezTo>
                    <a:pt x="1760515" y="1304003"/>
                    <a:pt x="1717689" y="1302456"/>
                    <a:pt x="1675379" y="1296264"/>
                  </a:cubicBezTo>
                  <a:cubicBezTo>
                    <a:pt x="1645452" y="1292136"/>
                    <a:pt x="1625845" y="1304003"/>
                    <a:pt x="1611398" y="1329286"/>
                  </a:cubicBezTo>
                  <a:cubicBezTo>
                    <a:pt x="1596434" y="1355085"/>
                    <a:pt x="1589726" y="1379336"/>
                    <a:pt x="1610365" y="1405651"/>
                  </a:cubicBezTo>
                  <a:cubicBezTo>
                    <a:pt x="1638228" y="1441254"/>
                    <a:pt x="1665059" y="1477888"/>
                    <a:pt x="1692406" y="1514006"/>
                  </a:cubicBezTo>
                  <a:cubicBezTo>
                    <a:pt x="1715109" y="1543417"/>
                    <a:pt x="1715109" y="1555285"/>
                    <a:pt x="1692406" y="1584695"/>
                  </a:cubicBezTo>
                  <a:cubicBezTo>
                    <a:pt x="1691374" y="1585727"/>
                    <a:pt x="1690342" y="1587275"/>
                    <a:pt x="1689310" y="1588307"/>
                  </a:cubicBezTo>
                  <a:cubicBezTo>
                    <a:pt x="1659383" y="1620298"/>
                    <a:pt x="1647516" y="1634229"/>
                    <a:pt x="1600562" y="1605850"/>
                  </a:cubicBezTo>
                  <a:cubicBezTo>
                    <a:pt x="1564444" y="1584179"/>
                    <a:pt x="1526261" y="1565604"/>
                    <a:pt x="1490659" y="1543933"/>
                  </a:cubicBezTo>
                  <a:cubicBezTo>
                    <a:pt x="1461248" y="1526390"/>
                    <a:pt x="1438545" y="1536709"/>
                    <a:pt x="1415326" y="1554769"/>
                  </a:cubicBezTo>
                  <a:cubicBezTo>
                    <a:pt x="1392107" y="1572312"/>
                    <a:pt x="1382819" y="1593467"/>
                    <a:pt x="1391075" y="1622877"/>
                  </a:cubicBezTo>
                  <a:cubicBezTo>
                    <a:pt x="1403974" y="1668284"/>
                    <a:pt x="1415326" y="1714205"/>
                    <a:pt x="1426677" y="1760128"/>
                  </a:cubicBezTo>
                  <a:cubicBezTo>
                    <a:pt x="1432870" y="1784894"/>
                    <a:pt x="1427710" y="1798310"/>
                    <a:pt x="1406554" y="1811725"/>
                  </a:cubicBezTo>
                  <a:cubicBezTo>
                    <a:pt x="1395203" y="1818949"/>
                    <a:pt x="1383335" y="1825657"/>
                    <a:pt x="1370436" y="1830300"/>
                  </a:cubicBezTo>
                  <a:cubicBezTo>
                    <a:pt x="1347733" y="1838556"/>
                    <a:pt x="1331222" y="1834428"/>
                    <a:pt x="1316258" y="1815337"/>
                  </a:cubicBezTo>
                  <a:cubicBezTo>
                    <a:pt x="1287879" y="1779735"/>
                    <a:pt x="1259501" y="1743616"/>
                    <a:pt x="1231122" y="1707498"/>
                  </a:cubicBezTo>
                  <a:cubicBezTo>
                    <a:pt x="1203775" y="1673443"/>
                    <a:pt x="1154242" y="1668800"/>
                    <a:pt x="1121219" y="1698210"/>
                  </a:cubicBezTo>
                  <a:cubicBezTo>
                    <a:pt x="1112447" y="1705950"/>
                    <a:pt x="1108320" y="1715753"/>
                    <a:pt x="1106771" y="1727105"/>
                  </a:cubicBezTo>
                  <a:cubicBezTo>
                    <a:pt x="1100064" y="1774575"/>
                    <a:pt x="1092324" y="1821529"/>
                    <a:pt x="1087165" y="1868999"/>
                  </a:cubicBezTo>
                  <a:cubicBezTo>
                    <a:pt x="1084068" y="1893766"/>
                    <a:pt x="1074265" y="1911309"/>
                    <a:pt x="1050014" y="1919049"/>
                  </a:cubicBezTo>
                  <a:cubicBezTo>
                    <a:pt x="1029375" y="1919049"/>
                    <a:pt x="1008220" y="1919049"/>
                    <a:pt x="987581" y="1919049"/>
                  </a:cubicBezTo>
                  <a:cubicBezTo>
                    <a:pt x="973133" y="1910277"/>
                    <a:pt x="964878" y="1897377"/>
                    <a:pt x="960234" y="1880866"/>
                  </a:cubicBezTo>
                  <a:cubicBezTo>
                    <a:pt x="947851" y="1835460"/>
                    <a:pt x="933919" y="1790054"/>
                    <a:pt x="921535" y="1744132"/>
                  </a:cubicBezTo>
                  <a:cubicBezTo>
                    <a:pt x="914828" y="1719881"/>
                    <a:pt x="899865" y="1706982"/>
                    <a:pt x="875614" y="1703886"/>
                  </a:cubicBezTo>
                  <a:cubicBezTo>
                    <a:pt x="866326" y="1702854"/>
                    <a:pt x="857038" y="1701306"/>
                    <a:pt x="847751" y="1700790"/>
                  </a:cubicBezTo>
                  <a:cubicBezTo>
                    <a:pt x="826080" y="1699242"/>
                    <a:pt x="811117" y="1709046"/>
                    <a:pt x="800281" y="1727105"/>
                  </a:cubicBezTo>
                  <a:cubicBezTo>
                    <a:pt x="796153" y="1733813"/>
                    <a:pt x="792541" y="1740520"/>
                    <a:pt x="788414" y="1747228"/>
                  </a:cubicBezTo>
                  <a:cubicBezTo>
                    <a:pt x="766742" y="1783862"/>
                    <a:pt x="745587" y="1821013"/>
                    <a:pt x="723401" y="1857131"/>
                  </a:cubicBezTo>
                  <a:cubicBezTo>
                    <a:pt x="711533" y="1877254"/>
                    <a:pt x="697085" y="1882414"/>
                    <a:pt x="674383" y="1877254"/>
                  </a:cubicBezTo>
                  <a:cubicBezTo>
                    <a:pt x="660451" y="1874158"/>
                    <a:pt x="647552" y="1869515"/>
                    <a:pt x="634652" y="1863839"/>
                  </a:cubicBezTo>
                  <a:cubicBezTo>
                    <a:pt x="611949" y="1853003"/>
                    <a:pt x="604726" y="1839072"/>
                    <a:pt x="607822" y="1813789"/>
                  </a:cubicBezTo>
                  <a:cubicBezTo>
                    <a:pt x="613497" y="1766835"/>
                    <a:pt x="618141" y="1719881"/>
                    <a:pt x="624848" y="1672927"/>
                  </a:cubicBezTo>
                  <a:cubicBezTo>
                    <a:pt x="629492" y="1639905"/>
                    <a:pt x="611949" y="1621846"/>
                    <a:pt x="586150" y="1607398"/>
                  </a:cubicBezTo>
                  <a:cubicBezTo>
                    <a:pt x="560868" y="1593467"/>
                    <a:pt x="538165" y="1591403"/>
                    <a:pt x="514430" y="1611010"/>
                  </a:cubicBezTo>
                  <a:cubicBezTo>
                    <a:pt x="481407" y="1637325"/>
                    <a:pt x="446836" y="1661576"/>
                    <a:pt x="413814" y="1687375"/>
                  </a:cubicBezTo>
                  <a:cubicBezTo>
                    <a:pt x="380276" y="1713690"/>
                    <a:pt x="365828" y="1719365"/>
                    <a:pt x="324550" y="1682215"/>
                  </a:cubicBezTo>
                  <a:cubicBezTo>
                    <a:pt x="321970" y="1679635"/>
                    <a:pt x="319390" y="1677055"/>
                    <a:pt x="316810" y="1674475"/>
                  </a:cubicBezTo>
                  <a:cubicBezTo>
                    <a:pt x="296687" y="1653836"/>
                    <a:pt x="294623" y="1637841"/>
                    <a:pt x="309071" y="1612558"/>
                  </a:cubicBezTo>
                  <a:cubicBezTo>
                    <a:pt x="331258" y="1572828"/>
                    <a:pt x="353960" y="1532581"/>
                    <a:pt x="376148" y="1492851"/>
                  </a:cubicBezTo>
                  <a:cubicBezTo>
                    <a:pt x="382339" y="1481500"/>
                    <a:pt x="389047" y="1470148"/>
                    <a:pt x="387499" y="1456217"/>
                  </a:cubicBezTo>
                  <a:cubicBezTo>
                    <a:pt x="383887" y="1414423"/>
                    <a:pt x="337449" y="1381400"/>
                    <a:pt x="297203" y="1391720"/>
                  </a:cubicBezTo>
                  <a:cubicBezTo>
                    <a:pt x="250765" y="1403587"/>
                    <a:pt x="204327" y="1415455"/>
                    <a:pt x="158405" y="1427838"/>
                  </a:cubicBezTo>
                  <a:cubicBezTo>
                    <a:pt x="139830" y="1432998"/>
                    <a:pt x="125899" y="1427322"/>
                    <a:pt x="114031" y="1412875"/>
                  </a:cubicBezTo>
                  <a:cubicBezTo>
                    <a:pt x="104228" y="1401007"/>
                    <a:pt x="98036" y="1387592"/>
                    <a:pt x="91844" y="1373660"/>
                  </a:cubicBezTo>
                  <a:cubicBezTo>
                    <a:pt x="81525" y="1349409"/>
                    <a:pt x="86169" y="1331866"/>
                    <a:pt x="106808" y="1315871"/>
                  </a:cubicBezTo>
                  <a:cubicBezTo>
                    <a:pt x="140862" y="1288524"/>
                    <a:pt x="175432" y="1261693"/>
                    <a:pt x="209487" y="1234347"/>
                  </a:cubicBezTo>
                  <a:cubicBezTo>
                    <a:pt x="245605" y="1206484"/>
                    <a:pt x="248701" y="1194616"/>
                    <a:pt x="236834" y="1151274"/>
                  </a:cubicBezTo>
                  <a:cubicBezTo>
                    <a:pt x="228578" y="1122896"/>
                    <a:pt x="211551" y="1107932"/>
                    <a:pt x="181624" y="1104836"/>
                  </a:cubicBezTo>
                  <a:cubicBezTo>
                    <a:pt x="138282" y="1100192"/>
                    <a:pt x="95456" y="1091937"/>
                    <a:pt x="52114" y="1087293"/>
                  </a:cubicBezTo>
                  <a:cubicBezTo>
                    <a:pt x="27347" y="1084713"/>
                    <a:pt x="9804" y="1074910"/>
                    <a:pt x="1032" y="1051175"/>
                  </a:cubicBezTo>
                  <a:cubicBezTo>
                    <a:pt x="0" y="1028988"/>
                    <a:pt x="0" y="1008348"/>
                    <a:pt x="0" y="987194"/>
                  </a:cubicBezTo>
                  <a:close/>
                  <a:moveTo>
                    <a:pt x="1198616" y="960879"/>
                  </a:moveTo>
                  <a:cubicBezTo>
                    <a:pt x="1200163" y="838592"/>
                    <a:pt x="1104192" y="720433"/>
                    <a:pt x="958686" y="720949"/>
                  </a:cubicBezTo>
                  <a:cubicBezTo>
                    <a:pt x="824016" y="721465"/>
                    <a:pt x="720821" y="824145"/>
                    <a:pt x="720304" y="959331"/>
                  </a:cubicBezTo>
                  <a:cubicBezTo>
                    <a:pt x="719788" y="1096581"/>
                    <a:pt x="827628" y="1197712"/>
                    <a:pt x="957654" y="1198744"/>
                  </a:cubicBezTo>
                  <a:cubicBezTo>
                    <a:pt x="1090776" y="1199776"/>
                    <a:pt x="1198100" y="1092969"/>
                    <a:pt x="1198616" y="96087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xmlns="" id="{AF5B60F8-C2D2-4404-880E-C8EE7361764D}"/>
                </a:ext>
              </a:extLst>
            </p:cNvPr>
            <p:cNvSpPr/>
            <p:nvPr/>
          </p:nvSpPr>
          <p:spPr>
            <a:xfrm flipH="1">
              <a:off x="3916478" y="4114585"/>
              <a:ext cx="1426342" cy="1425410"/>
            </a:xfrm>
            <a:custGeom>
              <a:avLst/>
              <a:gdLst>
                <a:gd name="connsiteX0" fmla="*/ 494065 w 988147"/>
                <a:gd name="connsiteY0" fmla="*/ 418283 h 987501"/>
                <a:gd name="connsiteX1" fmla="*/ 418427 w 988147"/>
                <a:gd name="connsiteY1" fmla="*/ 493594 h 987501"/>
                <a:gd name="connsiteX2" fmla="*/ 493739 w 988147"/>
                <a:gd name="connsiteY2" fmla="*/ 569560 h 987501"/>
                <a:gd name="connsiteX3" fmla="*/ 569541 w 988147"/>
                <a:gd name="connsiteY3" fmla="*/ 494085 h 987501"/>
                <a:gd name="connsiteX4" fmla="*/ 494065 w 988147"/>
                <a:gd name="connsiteY4" fmla="*/ 418283 h 987501"/>
                <a:gd name="connsiteX5" fmla="*/ 494392 w 988147"/>
                <a:gd name="connsiteY5" fmla="*/ 193327 h 987501"/>
                <a:gd name="connsiteX6" fmla="*/ 794660 w 988147"/>
                <a:gd name="connsiteY6" fmla="*/ 494411 h 987501"/>
                <a:gd name="connsiteX7" fmla="*/ 493249 w 988147"/>
                <a:gd name="connsiteY7" fmla="*/ 794353 h 987501"/>
                <a:gd name="connsiteX8" fmla="*/ 193471 w 988147"/>
                <a:gd name="connsiteY8" fmla="*/ 493431 h 987501"/>
                <a:gd name="connsiteX9" fmla="*/ 494392 w 988147"/>
                <a:gd name="connsiteY9" fmla="*/ 193327 h 987501"/>
                <a:gd name="connsiteX10" fmla="*/ 494464 w 988147"/>
                <a:gd name="connsiteY10" fmla="*/ 132604 h 987501"/>
                <a:gd name="connsiteX11" fmla="*/ 133489 w 988147"/>
                <a:gd name="connsiteY11" fmla="*/ 491484 h 987501"/>
                <a:gd name="connsiteX12" fmla="*/ 493893 w 988147"/>
                <a:gd name="connsiteY12" fmla="*/ 853411 h 987501"/>
                <a:gd name="connsiteX13" fmla="*/ 854867 w 988147"/>
                <a:gd name="connsiteY13" fmla="*/ 492817 h 987501"/>
                <a:gd name="connsiteX14" fmla="*/ 494464 w 988147"/>
                <a:gd name="connsiteY14" fmla="*/ 132604 h 987501"/>
                <a:gd name="connsiteX15" fmla="*/ 553293 w 988147"/>
                <a:gd name="connsiteY15" fmla="*/ 95 h 987501"/>
                <a:gd name="connsiteX16" fmla="*/ 558434 w 988147"/>
                <a:gd name="connsiteY16" fmla="*/ 285 h 987501"/>
                <a:gd name="connsiteX17" fmla="*/ 580519 w 988147"/>
                <a:gd name="connsiteY17" fmla="*/ 24083 h 987501"/>
                <a:gd name="connsiteX18" fmla="*/ 581852 w 988147"/>
                <a:gd name="connsiteY18" fmla="*/ 68444 h 987501"/>
                <a:gd name="connsiteX19" fmla="*/ 589657 w 988147"/>
                <a:gd name="connsiteY19" fmla="*/ 81390 h 987501"/>
                <a:gd name="connsiteX20" fmla="*/ 617835 w 988147"/>
                <a:gd name="connsiteY20" fmla="*/ 88815 h 987501"/>
                <a:gd name="connsiteX21" fmla="*/ 631162 w 988147"/>
                <a:gd name="connsiteY21" fmla="*/ 81771 h 987501"/>
                <a:gd name="connsiteX22" fmla="*/ 656483 w 988147"/>
                <a:gd name="connsiteY22" fmla="*/ 41218 h 987501"/>
                <a:gd name="connsiteX23" fmla="*/ 681043 w 988147"/>
                <a:gd name="connsiteY23" fmla="*/ 32651 h 987501"/>
                <a:gd name="connsiteX24" fmla="*/ 685422 w 988147"/>
                <a:gd name="connsiteY24" fmla="*/ 34174 h 987501"/>
                <a:gd name="connsiteX25" fmla="*/ 699321 w 988147"/>
                <a:gd name="connsiteY25" fmla="*/ 61399 h 987501"/>
                <a:gd name="connsiteX26" fmla="*/ 689420 w 988147"/>
                <a:gd name="connsiteY26" fmla="*/ 104046 h 987501"/>
                <a:gd name="connsiteX27" fmla="*/ 696274 w 988147"/>
                <a:gd name="connsiteY27" fmla="*/ 122514 h 987501"/>
                <a:gd name="connsiteX28" fmla="*/ 718359 w 988147"/>
                <a:gd name="connsiteY28" fmla="*/ 134698 h 987501"/>
                <a:gd name="connsiteX29" fmla="*/ 733019 w 988147"/>
                <a:gd name="connsiteY29" fmla="*/ 131272 h 987501"/>
                <a:gd name="connsiteX30" fmla="*/ 768050 w 988147"/>
                <a:gd name="connsiteY30" fmla="*/ 98715 h 987501"/>
                <a:gd name="connsiteX31" fmla="*/ 793943 w 988147"/>
                <a:gd name="connsiteY31" fmla="*/ 96621 h 987501"/>
                <a:gd name="connsiteX32" fmla="*/ 795276 w 988147"/>
                <a:gd name="connsiteY32" fmla="*/ 97573 h 987501"/>
                <a:gd name="connsiteX33" fmla="*/ 803463 w 988147"/>
                <a:gd name="connsiteY33" fmla="*/ 130510 h 987501"/>
                <a:gd name="connsiteX34" fmla="*/ 783091 w 988147"/>
                <a:gd name="connsiteY34" fmla="*/ 168587 h 987501"/>
                <a:gd name="connsiteX35" fmla="*/ 784804 w 988147"/>
                <a:gd name="connsiteY35" fmla="*/ 186674 h 987501"/>
                <a:gd name="connsiteX36" fmla="*/ 801939 w 988147"/>
                <a:gd name="connsiteY36" fmla="*/ 203619 h 987501"/>
                <a:gd name="connsiteX37" fmla="*/ 819074 w 988147"/>
                <a:gd name="connsiteY37" fmla="*/ 205142 h 987501"/>
                <a:gd name="connsiteX38" fmla="*/ 862292 w 988147"/>
                <a:gd name="connsiteY38" fmla="*/ 182295 h 987501"/>
                <a:gd name="connsiteX39" fmla="*/ 885900 w 988147"/>
                <a:gd name="connsiteY39" fmla="*/ 187245 h 987501"/>
                <a:gd name="connsiteX40" fmla="*/ 893135 w 988147"/>
                <a:gd name="connsiteY40" fmla="*/ 196955 h 987501"/>
                <a:gd name="connsiteX41" fmla="*/ 891231 w 988147"/>
                <a:gd name="connsiteY41" fmla="*/ 218278 h 987501"/>
                <a:gd name="connsiteX42" fmla="*/ 856771 w 988147"/>
                <a:gd name="connsiteY42" fmla="*/ 255404 h 987501"/>
                <a:gd name="connsiteX43" fmla="*/ 853725 w 988147"/>
                <a:gd name="connsiteY43" fmla="*/ 270635 h 987501"/>
                <a:gd name="connsiteX44" fmla="*/ 866861 w 988147"/>
                <a:gd name="connsiteY44" fmla="*/ 293481 h 987501"/>
                <a:gd name="connsiteX45" fmla="*/ 883615 w 988147"/>
                <a:gd name="connsiteY45" fmla="*/ 299003 h 987501"/>
                <a:gd name="connsiteX46" fmla="*/ 932354 w 988147"/>
                <a:gd name="connsiteY46" fmla="*/ 287960 h 987501"/>
                <a:gd name="connsiteX47" fmla="*/ 950441 w 988147"/>
                <a:gd name="connsiteY47" fmla="*/ 296337 h 987501"/>
                <a:gd name="connsiteX48" fmla="*/ 956153 w 988147"/>
                <a:gd name="connsiteY48" fmla="*/ 309474 h 987501"/>
                <a:gd name="connsiteX49" fmla="*/ 948347 w 988147"/>
                <a:gd name="connsiteY49" fmla="*/ 330797 h 987501"/>
                <a:gd name="connsiteX50" fmla="*/ 908175 w 988147"/>
                <a:gd name="connsiteY50" fmla="*/ 355738 h 987501"/>
                <a:gd name="connsiteX51" fmla="*/ 899608 w 988147"/>
                <a:gd name="connsiteY51" fmla="*/ 374396 h 987501"/>
                <a:gd name="connsiteX52" fmla="*/ 905510 w 988147"/>
                <a:gd name="connsiteY52" fmla="*/ 396100 h 987501"/>
                <a:gd name="connsiteX53" fmla="*/ 919789 w 988147"/>
                <a:gd name="connsiteY53" fmla="*/ 406191 h 987501"/>
                <a:gd name="connsiteX54" fmla="*/ 969861 w 988147"/>
                <a:gd name="connsiteY54" fmla="*/ 408095 h 987501"/>
                <a:gd name="connsiteX55" fmla="*/ 986044 w 988147"/>
                <a:gd name="connsiteY55" fmla="*/ 420851 h 987501"/>
                <a:gd name="connsiteX56" fmla="*/ 988138 w 988147"/>
                <a:gd name="connsiteY56" fmla="*/ 436272 h 987501"/>
                <a:gd name="connsiteX57" fmla="*/ 975763 w 988147"/>
                <a:gd name="connsiteY57" fmla="*/ 453788 h 987501"/>
                <a:gd name="connsiteX58" fmla="*/ 930641 w 988147"/>
                <a:gd name="connsiteY58" fmla="*/ 467686 h 987501"/>
                <a:gd name="connsiteX59" fmla="*/ 916552 w 988147"/>
                <a:gd name="connsiteY59" fmla="*/ 485582 h 987501"/>
                <a:gd name="connsiteX60" fmla="*/ 917504 w 988147"/>
                <a:gd name="connsiteY60" fmla="*/ 509190 h 987501"/>
                <a:gd name="connsiteX61" fmla="*/ 927214 w 988147"/>
                <a:gd name="connsiteY61" fmla="*/ 519471 h 987501"/>
                <a:gd name="connsiteX62" fmla="*/ 974620 w 988147"/>
                <a:gd name="connsiteY62" fmla="*/ 533941 h 987501"/>
                <a:gd name="connsiteX63" fmla="*/ 988138 w 988147"/>
                <a:gd name="connsiteY63" fmla="*/ 552789 h 987501"/>
                <a:gd name="connsiteX64" fmla="*/ 988138 w 988147"/>
                <a:gd name="connsiteY64" fmla="*/ 556216 h 987501"/>
                <a:gd name="connsiteX65" fmla="*/ 963768 w 988147"/>
                <a:gd name="connsiteY65" fmla="*/ 580395 h 987501"/>
                <a:gd name="connsiteX66" fmla="*/ 918837 w 988147"/>
                <a:gd name="connsiteY66" fmla="*/ 581728 h 987501"/>
                <a:gd name="connsiteX67" fmla="*/ 906843 w 988147"/>
                <a:gd name="connsiteY67" fmla="*/ 589153 h 987501"/>
                <a:gd name="connsiteX68" fmla="*/ 899227 w 988147"/>
                <a:gd name="connsiteY68" fmla="*/ 617330 h 987501"/>
                <a:gd name="connsiteX69" fmla="*/ 906652 w 988147"/>
                <a:gd name="connsiteY69" fmla="*/ 631038 h 987501"/>
                <a:gd name="connsiteX70" fmla="*/ 946253 w 988147"/>
                <a:gd name="connsiteY70" fmla="*/ 655789 h 987501"/>
                <a:gd name="connsiteX71" fmla="*/ 955201 w 988147"/>
                <a:gd name="connsiteY71" fmla="*/ 681110 h 987501"/>
                <a:gd name="connsiteX72" fmla="*/ 948918 w 988147"/>
                <a:gd name="connsiteY72" fmla="*/ 694057 h 987501"/>
                <a:gd name="connsiteX73" fmla="*/ 936734 w 988147"/>
                <a:gd name="connsiteY73" fmla="*/ 700149 h 987501"/>
                <a:gd name="connsiteX74" fmla="*/ 906462 w 988147"/>
                <a:gd name="connsiteY74" fmla="*/ 693485 h 987501"/>
                <a:gd name="connsiteX75" fmla="*/ 881711 w 988147"/>
                <a:gd name="connsiteY75" fmla="*/ 687774 h 987501"/>
                <a:gd name="connsiteX76" fmla="*/ 868765 w 988147"/>
                <a:gd name="connsiteY76" fmla="*/ 691772 h 987501"/>
                <a:gd name="connsiteX77" fmla="*/ 853154 w 988147"/>
                <a:gd name="connsiteY77" fmla="*/ 719759 h 987501"/>
                <a:gd name="connsiteX78" fmla="*/ 856961 w 988147"/>
                <a:gd name="connsiteY78" fmla="*/ 731753 h 987501"/>
                <a:gd name="connsiteX79" fmla="*/ 890279 w 988147"/>
                <a:gd name="connsiteY79" fmla="*/ 767546 h 987501"/>
                <a:gd name="connsiteX80" fmla="*/ 892373 w 988147"/>
                <a:gd name="connsiteY80" fmla="*/ 792106 h 987501"/>
                <a:gd name="connsiteX81" fmla="*/ 891040 w 988147"/>
                <a:gd name="connsiteY81" fmla="*/ 794010 h 987501"/>
                <a:gd name="connsiteX82" fmla="*/ 857532 w 988147"/>
                <a:gd name="connsiteY82" fmla="*/ 802387 h 987501"/>
                <a:gd name="connsiteX83" fmla="*/ 818884 w 988147"/>
                <a:gd name="connsiteY83" fmla="*/ 781825 h 987501"/>
                <a:gd name="connsiteX84" fmla="*/ 803843 w 988147"/>
                <a:gd name="connsiteY84" fmla="*/ 782396 h 987501"/>
                <a:gd name="connsiteX85" fmla="*/ 784233 w 988147"/>
                <a:gd name="connsiteY85" fmla="*/ 801625 h 987501"/>
                <a:gd name="connsiteX86" fmla="*/ 783281 w 988147"/>
                <a:gd name="connsiteY86" fmla="*/ 818189 h 987501"/>
                <a:gd name="connsiteX87" fmla="*/ 806128 w 988147"/>
                <a:gd name="connsiteY87" fmla="*/ 861407 h 987501"/>
                <a:gd name="connsiteX88" fmla="*/ 802320 w 988147"/>
                <a:gd name="connsiteY88" fmla="*/ 883873 h 987501"/>
                <a:gd name="connsiteX89" fmla="*/ 798512 w 988147"/>
                <a:gd name="connsiteY89" fmla="*/ 887300 h 987501"/>
                <a:gd name="connsiteX90" fmla="*/ 765766 w 988147"/>
                <a:gd name="connsiteY90" fmla="*/ 886157 h 987501"/>
                <a:gd name="connsiteX91" fmla="*/ 733781 w 988147"/>
                <a:gd name="connsiteY91" fmla="*/ 856266 h 987501"/>
                <a:gd name="connsiteX92" fmla="*/ 717407 w 988147"/>
                <a:gd name="connsiteY92" fmla="*/ 853030 h 987501"/>
                <a:gd name="connsiteX93" fmla="*/ 694941 w 988147"/>
                <a:gd name="connsiteY93" fmla="*/ 865786 h 987501"/>
                <a:gd name="connsiteX94" fmla="*/ 689420 w 988147"/>
                <a:gd name="connsiteY94" fmla="*/ 882540 h 987501"/>
                <a:gd name="connsiteX95" fmla="*/ 700844 w 988147"/>
                <a:gd name="connsiteY95" fmla="*/ 932421 h 987501"/>
                <a:gd name="connsiteX96" fmla="*/ 693418 w 988147"/>
                <a:gd name="connsiteY96" fmla="*/ 948985 h 987501"/>
                <a:gd name="connsiteX97" fmla="*/ 679330 w 988147"/>
                <a:gd name="connsiteY97" fmla="*/ 955268 h 987501"/>
                <a:gd name="connsiteX98" fmla="*/ 657816 w 988147"/>
                <a:gd name="connsiteY98" fmla="*/ 947653 h 987501"/>
                <a:gd name="connsiteX99" fmla="*/ 632875 w 988147"/>
                <a:gd name="connsiteY99" fmla="*/ 907481 h 987501"/>
                <a:gd name="connsiteX100" fmla="*/ 614217 w 988147"/>
                <a:gd name="connsiteY100" fmla="*/ 898723 h 987501"/>
                <a:gd name="connsiteX101" fmla="*/ 594227 w 988147"/>
                <a:gd name="connsiteY101" fmla="*/ 904054 h 987501"/>
                <a:gd name="connsiteX102" fmla="*/ 582042 w 988147"/>
                <a:gd name="connsiteY102" fmla="*/ 920617 h 987501"/>
                <a:gd name="connsiteX103" fmla="*/ 580709 w 988147"/>
                <a:gd name="connsiteY103" fmla="*/ 965549 h 987501"/>
                <a:gd name="connsiteX104" fmla="*/ 563384 w 988147"/>
                <a:gd name="connsiteY104" fmla="*/ 986111 h 987501"/>
                <a:gd name="connsiteX105" fmla="*/ 552532 w 988147"/>
                <a:gd name="connsiteY105" fmla="*/ 987443 h 987501"/>
                <a:gd name="connsiteX106" fmla="*/ 535016 w 988147"/>
                <a:gd name="connsiteY106" fmla="*/ 975639 h 987501"/>
                <a:gd name="connsiteX107" fmla="*/ 520356 w 988147"/>
                <a:gd name="connsiteY107" fmla="*/ 927852 h 987501"/>
                <a:gd name="connsiteX108" fmla="*/ 506649 w 988147"/>
                <a:gd name="connsiteY108" fmla="*/ 916048 h 987501"/>
                <a:gd name="connsiteX109" fmla="*/ 481517 w 988147"/>
                <a:gd name="connsiteY109" fmla="*/ 916238 h 987501"/>
                <a:gd name="connsiteX110" fmla="*/ 469332 w 988147"/>
                <a:gd name="connsiteY110" fmla="*/ 926710 h 987501"/>
                <a:gd name="connsiteX111" fmla="*/ 455434 w 988147"/>
                <a:gd name="connsiteY111" fmla="*/ 971832 h 987501"/>
                <a:gd name="connsiteX112" fmla="*/ 432017 w 988147"/>
                <a:gd name="connsiteY112" fmla="*/ 986872 h 987501"/>
                <a:gd name="connsiteX113" fmla="*/ 408409 w 988147"/>
                <a:gd name="connsiteY113" fmla="*/ 960218 h 987501"/>
                <a:gd name="connsiteX114" fmla="*/ 407266 w 988147"/>
                <a:gd name="connsiteY114" fmla="*/ 919285 h 987501"/>
                <a:gd name="connsiteX115" fmla="*/ 398699 w 988147"/>
                <a:gd name="connsiteY115" fmla="*/ 905577 h 987501"/>
                <a:gd name="connsiteX116" fmla="*/ 370902 w 988147"/>
                <a:gd name="connsiteY116" fmla="*/ 898532 h 987501"/>
                <a:gd name="connsiteX117" fmla="*/ 357575 w 988147"/>
                <a:gd name="connsiteY117" fmla="*/ 905577 h 987501"/>
                <a:gd name="connsiteX118" fmla="*/ 332254 w 988147"/>
                <a:gd name="connsiteY118" fmla="*/ 946129 h 987501"/>
                <a:gd name="connsiteX119" fmla="*/ 308646 w 988147"/>
                <a:gd name="connsiteY119" fmla="*/ 954697 h 987501"/>
                <a:gd name="connsiteX120" fmla="*/ 306932 w 988147"/>
                <a:gd name="connsiteY120" fmla="*/ 954126 h 987501"/>
                <a:gd name="connsiteX121" fmla="*/ 289797 w 988147"/>
                <a:gd name="connsiteY121" fmla="*/ 924235 h 987501"/>
                <a:gd name="connsiteX122" fmla="*/ 299507 w 988147"/>
                <a:gd name="connsiteY122" fmla="*/ 882159 h 987501"/>
                <a:gd name="connsiteX123" fmla="*/ 293224 w 988147"/>
                <a:gd name="connsiteY123" fmla="*/ 865024 h 987501"/>
                <a:gd name="connsiteX124" fmla="*/ 272853 w 988147"/>
                <a:gd name="connsiteY124" fmla="*/ 853220 h 987501"/>
                <a:gd name="connsiteX125" fmla="*/ 254385 w 988147"/>
                <a:gd name="connsiteY125" fmla="*/ 856647 h 987501"/>
                <a:gd name="connsiteX126" fmla="*/ 219925 w 988147"/>
                <a:gd name="connsiteY126" fmla="*/ 888823 h 987501"/>
                <a:gd name="connsiteX127" fmla="*/ 195746 w 988147"/>
                <a:gd name="connsiteY127" fmla="*/ 891107 h 987501"/>
                <a:gd name="connsiteX128" fmla="*/ 192319 w 988147"/>
                <a:gd name="connsiteY128" fmla="*/ 888823 h 987501"/>
                <a:gd name="connsiteX129" fmla="*/ 184703 w 988147"/>
                <a:gd name="connsiteY129" fmla="*/ 857028 h 987501"/>
                <a:gd name="connsiteX130" fmla="*/ 205265 w 988147"/>
                <a:gd name="connsiteY130" fmla="*/ 818379 h 987501"/>
                <a:gd name="connsiteX131" fmla="*/ 203742 w 988147"/>
                <a:gd name="connsiteY131" fmla="*/ 800293 h 987501"/>
                <a:gd name="connsiteX132" fmla="*/ 186607 w 988147"/>
                <a:gd name="connsiteY132" fmla="*/ 783348 h 987501"/>
                <a:gd name="connsiteX133" fmla="*/ 168901 w 988147"/>
                <a:gd name="connsiteY133" fmla="*/ 782015 h 987501"/>
                <a:gd name="connsiteX134" fmla="*/ 126064 w 988147"/>
                <a:gd name="connsiteY134" fmla="*/ 804672 h 987501"/>
                <a:gd name="connsiteX135" fmla="*/ 102647 w 988147"/>
                <a:gd name="connsiteY135" fmla="*/ 800293 h 987501"/>
                <a:gd name="connsiteX136" fmla="*/ 101123 w 988147"/>
                <a:gd name="connsiteY136" fmla="*/ 798579 h 987501"/>
                <a:gd name="connsiteX137" fmla="*/ 102075 w 988147"/>
                <a:gd name="connsiteY137" fmla="*/ 763548 h 987501"/>
                <a:gd name="connsiteX138" fmla="*/ 130824 w 988147"/>
                <a:gd name="connsiteY138" fmla="*/ 732895 h 987501"/>
                <a:gd name="connsiteX139" fmla="*/ 134251 w 988147"/>
                <a:gd name="connsiteY139" fmla="*/ 716141 h 987501"/>
                <a:gd name="connsiteX140" fmla="*/ 121114 w 988147"/>
                <a:gd name="connsiteY140" fmla="*/ 693295 h 987501"/>
                <a:gd name="connsiteX141" fmla="*/ 104551 w 988147"/>
                <a:gd name="connsiteY141" fmla="*/ 688535 h 987501"/>
                <a:gd name="connsiteX142" fmla="*/ 63046 w 988147"/>
                <a:gd name="connsiteY142" fmla="*/ 698055 h 987501"/>
                <a:gd name="connsiteX143" fmla="*/ 57525 w 988147"/>
                <a:gd name="connsiteY143" fmla="*/ 699387 h 987501"/>
                <a:gd name="connsiteX144" fmla="*/ 36963 w 988147"/>
                <a:gd name="connsiteY144" fmla="*/ 689297 h 987501"/>
                <a:gd name="connsiteX145" fmla="*/ 32203 w 988147"/>
                <a:gd name="connsiteY145" fmla="*/ 678255 h 987501"/>
                <a:gd name="connsiteX146" fmla="*/ 39819 w 988147"/>
                <a:gd name="connsiteY146" fmla="*/ 656741 h 987501"/>
                <a:gd name="connsiteX147" fmla="*/ 78848 w 988147"/>
                <a:gd name="connsiteY147" fmla="*/ 632371 h 987501"/>
                <a:gd name="connsiteX148" fmla="*/ 88177 w 988147"/>
                <a:gd name="connsiteY148" fmla="*/ 610477 h 987501"/>
                <a:gd name="connsiteX149" fmla="*/ 82275 w 988147"/>
                <a:gd name="connsiteY149" fmla="*/ 590676 h 987501"/>
                <a:gd name="connsiteX150" fmla="*/ 67996 w 988147"/>
                <a:gd name="connsiteY150" fmla="*/ 581157 h 987501"/>
                <a:gd name="connsiteX151" fmla="*/ 21923 w 988147"/>
                <a:gd name="connsiteY151" fmla="*/ 579824 h 987501"/>
                <a:gd name="connsiteX152" fmla="*/ 1361 w 988147"/>
                <a:gd name="connsiteY152" fmla="*/ 562499 h 987501"/>
                <a:gd name="connsiteX153" fmla="*/ 599 w 988147"/>
                <a:gd name="connsiteY153" fmla="*/ 558501 h 987501"/>
                <a:gd name="connsiteX154" fmla="*/ 17924 w 988147"/>
                <a:gd name="connsiteY154" fmla="*/ 532227 h 987501"/>
                <a:gd name="connsiteX155" fmla="*/ 59238 w 988147"/>
                <a:gd name="connsiteY155" fmla="*/ 519661 h 987501"/>
                <a:gd name="connsiteX156" fmla="*/ 71614 w 988147"/>
                <a:gd name="connsiteY156" fmla="*/ 505763 h 987501"/>
                <a:gd name="connsiteX157" fmla="*/ 71042 w 988147"/>
                <a:gd name="connsiteY157" fmla="*/ 479299 h 987501"/>
                <a:gd name="connsiteX158" fmla="*/ 61333 w 988147"/>
                <a:gd name="connsiteY158" fmla="*/ 468447 h 987501"/>
                <a:gd name="connsiteX159" fmla="*/ 17353 w 988147"/>
                <a:gd name="connsiteY159" fmla="*/ 454930 h 987501"/>
                <a:gd name="connsiteX160" fmla="*/ 599 w 988147"/>
                <a:gd name="connsiteY160" fmla="*/ 430560 h 987501"/>
                <a:gd name="connsiteX161" fmla="*/ 2313 w 988147"/>
                <a:gd name="connsiteY161" fmla="*/ 420470 h 987501"/>
                <a:gd name="connsiteX162" fmla="*/ 18115 w 988147"/>
                <a:gd name="connsiteY162" fmla="*/ 407904 h 987501"/>
                <a:gd name="connsiteX163" fmla="*/ 60761 w 988147"/>
                <a:gd name="connsiteY163" fmla="*/ 406572 h 987501"/>
                <a:gd name="connsiteX164" fmla="*/ 67044 w 988147"/>
                <a:gd name="connsiteY164" fmla="*/ 406381 h 987501"/>
                <a:gd name="connsiteX165" fmla="*/ 83989 w 988147"/>
                <a:gd name="connsiteY165" fmla="*/ 393054 h 987501"/>
                <a:gd name="connsiteX166" fmla="*/ 88939 w 988147"/>
                <a:gd name="connsiteY166" fmla="*/ 374206 h 987501"/>
                <a:gd name="connsiteX167" fmla="*/ 80943 w 988147"/>
                <a:gd name="connsiteY167" fmla="*/ 356309 h 987501"/>
                <a:gd name="connsiteX168" fmla="*/ 41913 w 988147"/>
                <a:gd name="connsiteY168" fmla="*/ 331940 h 987501"/>
                <a:gd name="connsiteX169" fmla="*/ 33155 w 988147"/>
                <a:gd name="connsiteY169" fmla="*/ 306999 h 987501"/>
                <a:gd name="connsiteX170" fmla="*/ 38676 w 988147"/>
                <a:gd name="connsiteY170" fmla="*/ 295005 h 987501"/>
                <a:gd name="connsiteX171" fmla="*/ 55811 w 988147"/>
                <a:gd name="connsiteY171" fmla="*/ 287770 h 987501"/>
                <a:gd name="connsiteX172" fmla="*/ 104551 w 988147"/>
                <a:gd name="connsiteY172" fmla="*/ 299003 h 987501"/>
                <a:gd name="connsiteX173" fmla="*/ 122256 w 988147"/>
                <a:gd name="connsiteY173" fmla="*/ 293101 h 987501"/>
                <a:gd name="connsiteX174" fmla="*/ 134251 w 988147"/>
                <a:gd name="connsiteY174" fmla="*/ 272158 h 987501"/>
                <a:gd name="connsiteX175" fmla="*/ 130824 w 988147"/>
                <a:gd name="connsiteY175" fmla="*/ 254262 h 987501"/>
                <a:gd name="connsiteX176" fmla="*/ 98458 w 988147"/>
                <a:gd name="connsiteY176" fmla="*/ 219802 h 987501"/>
                <a:gd name="connsiteX177" fmla="*/ 96554 w 988147"/>
                <a:gd name="connsiteY177" fmla="*/ 195242 h 987501"/>
                <a:gd name="connsiteX178" fmla="*/ 99791 w 988147"/>
                <a:gd name="connsiteY178" fmla="*/ 190482 h 987501"/>
                <a:gd name="connsiteX179" fmla="*/ 129110 w 988147"/>
                <a:gd name="connsiteY179" fmla="*/ 184009 h 987501"/>
                <a:gd name="connsiteX180" fmla="*/ 168711 w 988147"/>
                <a:gd name="connsiteY180" fmla="*/ 205142 h 987501"/>
                <a:gd name="connsiteX181" fmla="*/ 187369 w 988147"/>
                <a:gd name="connsiteY181" fmla="*/ 203428 h 987501"/>
                <a:gd name="connsiteX182" fmla="*/ 203362 w 988147"/>
                <a:gd name="connsiteY182" fmla="*/ 187626 h 987501"/>
                <a:gd name="connsiteX183" fmla="*/ 205456 w 988147"/>
                <a:gd name="connsiteY183" fmla="*/ 168587 h 987501"/>
                <a:gd name="connsiteX184" fmla="*/ 182419 w 988147"/>
                <a:gd name="connsiteY184" fmla="*/ 125369 h 987501"/>
                <a:gd name="connsiteX185" fmla="*/ 186417 w 988147"/>
                <a:gd name="connsiteY185" fmla="*/ 103475 h 987501"/>
                <a:gd name="connsiteX186" fmla="*/ 198411 w 988147"/>
                <a:gd name="connsiteY186" fmla="*/ 94527 h 987501"/>
                <a:gd name="connsiteX187" fmla="*/ 217831 w 988147"/>
                <a:gd name="connsiteY187" fmla="*/ 96621 h 987501"/>
                <a:gd name="connsiteX188" fmla="*/ 250768 w 988147"/>
                <a:gd name="connsiteY188" fmla="*/ 127273 h 987501"/>
                <a:gd name="connsiteX189" fmla="*/ 278565 w 988147"/>
                <a:gd name="connsiteY189" fmla="*/ 131272 h 987501"/>
                <a:gd name="connsiteX190" fmla="*/ 294176 w 988147"/>
                <a:gd name="connsiteY190" fmla="*/ 121562 h 987501"/>
                <a:gd name="connsiteX191" fmla="*/ 299507 w 988147"/>
                <a:gd name="connsiteY191" fmla="*/ 105189 h 987501"/>
                <a:gd name="connsiteX192" fmla="*/ 288465 w 988147"/>
                <a:gd name="connsiteY192" fmla="*/ 57591 h 987501"/>
                <a:gd name="connsiteX193" fmla="*/ 297794 w 988147"/>
                <a:gd name="connsiteY193" fmla="*/ 37220 h 987501"/>
                <a:gd name="connsiteX194" fmla="*/ 310550 w 988147"/>
                <a:gd name="connsiteY194" fmla="*/ 31889 h 987501"/>
                <a:gd name="connsiteX195" fmla="*/ 330731 w 988147"/>
                <a:gd name="connsiteY195" fmla="*/ 39124 h 987501"/>
                <a:gd name="connsiteX196" fmla="*/ 356243 w 988147"/>
                <a:gd name="connsiteY196" fmla="*/ 80248 h 987501"/>
                <a:gd name="connsiteX197" fmla="*/ 373949 w 988147"/>
                <a:gd name="connsiteY197" fmla="*/ 88815 h 987501"/>
                <a:gd name="connsiteX198" fmla="*/ 397747 w 988147"/>
                <a:gd name="connsiteY198" fmla="*/ 82151 h 987501"/>
                <a:gd name="connsiteX199" fmla="*/ 406505 w 988147"/>
                <a:gd name="connsiteY199" fmla="*/ 69396 h 987501"/>
                <a:gd name="connsiteX200" fmla="*/ 408409 w 988147"/>
                <a:gd name="connsiteY200" fmla="*/ 19895 h 987501"/>
                <a:gd name="connsiteX201" fmla="*/ 422497 w 988147"/>
                <a:gd name="connsiteY201" fmla="*/ 1808 h 987501"/>
                <a:gd name="connsiteX202" fmla="*/ 427638 w 988147"/>
                <a:gd name="connsiteY202" fmla="*/ 666 h 987501"/>
                <a:gd name="connsiteX203" fmla="*/ 456006 w 988147"/>
                <a:gd name="connsiteY203" fmla="*/ 17991 h 987501"/>
                <a:gd name="connsiteX204" fmla="*/ 468571 w 988147"/>
                <a:gd name="connsiteY204" fmla="*/ 59876 h 987501"/>
                <a:gd name="connsiteX205" fmla="*/ 480946 w 988147"/>
                <a:gd name="connsiteY205" fmla="*/ 71109 h 987501"/>
                <a:gd name="connsiteX206" fmla="*/ 507981 w 988147"/>
                <a:gd name="connsiteY206" fmla="*/ 71109 h 987501"/>
                <a:gd name="connsiteX207" fmla="*/ 519976 w 988147"/>
                <a:gd name="connsiteY207" fmla="*/ 60257 h 987501"/>
                <a:gd name="connsiteX208" fmla="*/ 534064 w 988147"/>
                <a:gd name="connsiteY208" fmla="*/ 13993 h 987501"/>
                <a:gd name="connsiteX209" fmla="*/ 553293 w 988147"/>
                <a:gd name="connsiteY209" fmla="*/ 95 h 98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988147" h="987501">
                  <a:moveTo>
                    <a:pt x="494065" y="418283"/>
                  </a:moveTo>
                  <a:cubicBezTo>
                    <a:pt x="448649" y="418283"/>
                    <a:pt x="418263" y="455530"/>
                    <a:pt x="418427" y="493594"/>
                  </a:cubicBezTo>
                  <a:cubicBezTo>
                    <a:pt x="418590" y="535743"/>
                    <a:pt x="451754" y="569560"/>
                    <a:pt x="493739" y="569560"/>
                  </a:cubicBezTo>
                  <a:cubicBezTo>
                    <a:pt x="535724" y="569560"/>
                    <a:pt x="569377" y="536233"/>
                    <a:pt x="569541" y="494085"/>
                  </a:cubicBezTo>
                  <a:cubicBezTo>
                    <a:pt x="569704" y="452099"/>
                    <a:pt x="536704" y="418283"/>
                    <a:pt x="494065" y="418283"/>
                  </a:cubicBezTo>
                  <a:close/>
                  <a:moveTo>
                    <a:pt x="494392" y="193327"/>
                  </a:moveTo>
                  <a:cubicBezTo>
                    <a:pt x="659556" y="193654"/>
                    <a:pt x="794987" y="328758"/>
                    <a:pt x="794660" y="494411"/>
                  </a:cubicBezTo>
                  <a:cubicBezTo>
                    <a:pt x="794333" y="658268"/>
                    <a:pt x="661353" y="794679"/>
                    <a:pt x="493249" y="794353"/>
                  </a:cubicBezTo>
                  <a:cubicBezTo>
                    <a:pt x="323838" y="793862"/>
                    <a:pt x="192164" y="655654"/>
                    <a:pt x="193471" y="493431"/>
                  </a:cubicBezTo>
                  <a:cubicBezTo>
                    <a:pt x="192491" y="328921"/>
                    <a:pt x="328412" y="193000"/>
                    <a:pt x="494392" y="193327"/>
                  </a:cubicBezTo>
                  <a:close/>
                  <a:moveTo>
                    <a:pt x="494464" y="132604"/>
                  </a:moveTo>
                  <a:cubicBezTo>
                    <a:pt x="293795" y="132414"/>
                    <a:pt x="134251" y="293291"/>
                    <a:pt x="133489" y="491484"/>
                  </a:cubicBezTo>
                  <a:cubicBezTo>
                    <a:pt x="132728" y="694437"/>
                    <a:pt x="297413" y="853982"/>
                    <a:pt x="493893" y="853411"/>
                  </a:cubicBezTo>
                  <a:cubicBezTo>
                    <a:pt x="689801" y="854172"/>
                    <a:pt x="855057" y="696531"/>
                    <a:pt x="854867" y="492817"/>
                  </a:cubicBezTo>
                  <a:cubicBezTo>
                    <a:pt x="854677" y="292529"/>
                    <a:pt x="693990" y="132794"/>
                    <a:pt x="494464" y="132604"/>
                  </a:cubicBezTo>
                  <a:close/>
                  <a:moveTo>
                    <a:pt x="553293" y="95"/>
                  </a:moveTo>
                  <a:cubicBezTo>
                    <a:pt x="555007" y="95"/>
                    <a:pt x="556720" y="95"/>
                    <a:pt x="558434" y="285"/>
                  </a:cubicBezTo>
                  <a:cubicBezTo>
                    <a:pt x="575378" y="1999"/>
                    <a:pt x="580138" y="7139"/>
                    <a:pt x="580519" y="24083"/>
                  </a:cubicBezTo>
                  <a:cubicBezTo>
                    <a:pt x="580900" y="38933"/>
                    <a:pt x="581471" y="53594"/>
                    <a:pt x="581852" y="68444"/>
                  </a:cubicBezTo>
                  <a:cubicBezTo>
                    <a:pt x="582042" y="74346"/>
                    <a:pt x="584136" y="78915"/>
                    <a:pt x="589657" y="81390"/>
                  </a:cubicBezTo>
                  <a:cubicBezTo>
                    <a:pt x="598606" y="85388"/>
                    <a:pt x="607934" y="88054"/>
                    <a:pt x="617835" y="88815"/>
                  </a:cubicBezTo>
                  <a:cubicBezTo>
                    <a:pt x="623927" y="89196"/>
                    <a:pt x="628116" y="86721"/>
                    <a:pt x="631162" y="81771"/>
                  </a:cubicBezTo>
                  <a:cubicBezTo>
                    <a:pt x="639539" y="68253"/>
                    <a:pt x="648106" y="54736"/>
                    <a:pt x="656483" y="41218"/>
                  </a:cubicBezTo>
                  <a:cubicBezTo>
                    <a:pt x="663718" y="29795"/>
                    <a:pt x="668097" y="28272"/>
                    <a:pt x="681043" y="32651"/>
                  </a:cubicBezTo>
                  <a:cubicBezTo>
                    <a:pt x="682566" y="33222"/>
                    <a:pt x="683899" y="33603"/>
                    <a:pt x="685422" y="34174"/>
                  </a:cubicBezTo>
                  <a:cubicBezTo>
                    <a:pt x="700463" y="40647"/>
                    <a:pt x="702938" y="45407"/>
                    <a:pt x="699321" y="61399"/>
                  </a:cubicBezTo>
                  <a:cubicBezTo>
                    <a:pt x="696084" y="75678"/>
                    <a:pt x="692847" y="89767"/>
                    <a:pt x="689420" y="104046"/>
                  </a:cubicBezTo>
                  <a:cubicBezTo>
                    <a:pt x="687516" y="111852"/>
                    <a:pt x="689420" y="117944"/>
                    <a:pt x="696274" y="122514"/>
                  </a:cubicBezTo>
                  <a:cubicBezTo>
                    <a:pt x="703319" y="127273"/>
                    <a:pt x="710363" y="131652"/>
                    <a:pt x="718359" y="134698"/>
                  </a:cubicBezTo>
                  <a:cubicBezTo>
                    <a:pt x="724071" y="136793"/>
                    <a:pt x="728640" y="135460"/>
                    <a:pt x="733019" y="131272"/>
                  </a:cubicBezTo>
                  <a:cubicBezTo>
                    <a:pt x="744632" y="120229"/>
                    <a:pt x="756246" y="109567"/>
                    <a:pt x="768050" y="98715"/>
                  </a:cubicBezTo>
                  <a:cubicBezTo>
                    <a:pt x="777760" y="89576"/>
                    <a:pt x="783091" y="89196"/>
                    <a:pt x="793943" y="96621"/>
                  </a:cubicBezTo>
                  <a:cubicBezTo>
                    <a:pt x="794514" y="97002"/>
                    <a:pt x="794895" y="97192"/>
                    <a:pt x="795276" y="97573"/>
                  </a:cubicBezTo>
                  <a:cubicBezTo>
                    <a:pt x="813744" y="110900"/>
                    <a:pt x="811078" y="116612"/>
                    <a:pt x="803463" y="130510"/>
                  </a:cubicBezTo>
                  <a:cubicBezTo>
                    <a:pt x="796609" y="143075"/>
                    <a:pt x="790135" y="156022"/>
                    <a:pt x="783091" y="168587"/>
                  </a:cubicBezTo>
                  <a:cubicBezTo>
                    <a:pt x="779474" y="175251"/>
                    <a:pt x="780235" y="180963"/>
                    <a:pt x="784804" y="186674"/>
                  </a:cubicBezTo>
                  <a:cubicBezTo>
                    <a:pt x="789945" y="192957"/>
                    <a:pt x="795657" y="198669"/>
                    <a:pt x="801939" y="203619"/>
                  </a:cubicBezTo>
                  <a:cubicBezTo>
                    <a:pt x="807270" y="207807"/>
                    <a:pt x="812792" y="208378"/>
                    <a:pt x="819074" y="205142"/>
                  </a:cubicBezTo>
                  <a:cubicBezTo>
                    <a:pt x="833353" y="197336"/>
                    <a:pt x="847822" y="189721"/>
                    <a:pt x="862292" y="182295"/>
                  </a:cubicBezTo>
                  <a:cubicBezTo>
                    <a:pt x="872573" y="176964"/>
                    <a:pt x="878475" y="178107"/>
                    <a:pt x="885900" y="187245"/>
                  </a:cubicBezTo>
                  <a:cubicBezTo>
                    <a:pt x="888565" y="190291"/>
                    <a:pt x="891040" y="193528"/>
                    <a:pt x="893135" y="196955"/>
                  </a:cubicBezTo>
                  <a:cubicBezTo>
                    <a:pt x="898466" y="205332"/>
                    <a:pt x="897894" y="210853"/>
                    <a:pt x="891231" y="218278"/>
                  </a:cubicBezTo>
                  <a:cubicBezTo>
                    <a:pt x="879807" y="230654"/>
                    <a:pt x="868384" y="243219"/>
                    <a:pt x="856771" y="255404"/>
                  </a:cubicBezTo>
                  <a:cubicBezTo>
                    <a:pt x="852392" y="259973"/>
                    <a:pt x="851440" y="264924"/>
                    <a:pt x="853725" y="270635"/>
                  </a:cubicBezTo>
                  <a:cubicBezTo>
                    <a:pt x="857152" y="278822"/>
                    <a:pt x="861340" y="286437"/>
                    <a:pt x="866861" y="293481"/>
                  </a:cubicBezTo>
                  <a:cubicBezTo>
                    <a:pt x="871240" y="299193"/>
                    <a:pt x="876571" y="300716"/>
                    <a:pt x="883615" y="299003"/>
                  </a:cubicBezTo>
                  <a:cubicBezTo>
                    <a:pt x="899798" y="295005"/>
                    <a:pt x="916172" y="291387"/>
                    <a:pt x="932354" y="287960"/>
                  </a:cubicBezTo>
                  <a:cubicBezTo>
                    <a:pt x="940922" y="286056"/>
                    <a:pt x="946063" y="288531"/>
                    <a:pt x="950441" y="296337"/>
                  </a:cubicBezTo>
                  <a:cubicBezTo>
                    <a:pt x="952726" y="300526"/>
                    <a:pt x="954630" y="304905"/>
                    <a:pt x="956153" y="309474"/>
                  </a:cubicBezTo>
                  <a:cubicBezTo>
                    <a:pt x="959390" y="319945"/>
                    <a:pt x="957676" y="324896"/>
                    <a:pt x="948347" y="330797"/>
                  </a:cubicBezTo>
                  <a:cubicBezTo>
                    <a:pt x="935020" y="339175"/>
                    <a:pt x="921883" y="347932"/>
                    <a:pt x="908175" y="355738"/>
                  </a:cubicBezTo>
                  <a:cubicBezTo>
                    <a:pt x="900369" y="360307"/>
                    <a:pt x="898275" y="366400"/>
                    <a:pt x="899608" y="374396"/>
                  </a:cubicBezTo>
                  <a:cubicBezTo>
                    <a:pt x="900750" y="381821"/>
                    <a:pt x="902845" y="389056"/>
                    <a:pt x="905510" y="396100"/>
                  </a:cubicBezTo>
                  <a:cubicBezTo>
                    <a:pt x="907985" y="402573"/>
                    <a:pt x="912364" y="406000"/>
                    <a:pt x="919789" y="406191"/>
                  </a:cubicBezTo>
                  <a:cubicBezTo>
                    <a:pt x="936543" y="406381"/>
                    <a:pt x="953107" y="407524"/>
                    <a:pt x="969861" y="408095"/>
                  </a:cubicBezTo>
                  <a:cubicBezTo>
                    <a:pt x="978999" y="408476"/>
                    <a:pt x="983569" y="412093"/>
                    <a:pt x="986044" y="420851"/>
                  </a:cubicBezTo>
                  <a:cubicBezTo>
                    <a:pt x="987567" y="425801"/>
                    <a:pt x="988138" y="430941"/>
                    <a:pt x="988138" y="436272"/>
                  </a:cubicBezTo>
                  <a:cubicBezTo>
                    <a:pt x="988138" y="446553"/>
                    <a:pt x="985282" y="450742"/>
                    <a:pt x="975763" y="453788"/>
                  </a:cubicBezTo>
                  <a:cubicBezTo>
                    <a:pt x="960722" y="458547"/>
                    <a:pt x="945681" y="463117"/>
                    <a:pt x="930641" y="467686"/>
                  </a:cubicBezTo>
                  <a:cubicBezTo>
                    <a:pt x="919789" y="470922"/>
                    <a:pt x="916933" y="474350"/>
                    <a:pt x="916552" y="485582"/>
                  </a:cubicBezTo>
                  <a:cubicBezTo>
                    <a:pt x="916362" y="493388"/>
                    <a:pt x="915791" y="501384"/>
                    <a:pt x="917504" y="509190"/>
                  </a:cubicBezTo>
                  <a:cubicBezTo>
                    <a:pt x="918647" y="514521"/>
                    <a:pt x="921883" y="517758"/>
                    <a:pt x="927214" y="519471"/>
                  </a:cubicBezTo>
                  <a:cubicBezTo>
                    <a:pt x="943016" y="524231"/>
                    <a:pt x="958818" y="528991"/>
                    <a:pt x="974620" y="533941"/>
                  </a:cubicBezTo>
                  <a:cubicBezTo>
                    <a:pt x="985663" y="537368"/>
                    <a:pt x="988329" y="541175"/>
                    <a:pt x="988138" y="552789"/>
                  </a:cubicBezTo>
                  <a:cubicBezTo>
                    <a:pt x="988138" y="553931"/>
                    <a:pt x="988138" y="555074"/>
                    <a:pt x="988138" y="556216"/>
                  </a:cubicBezTo>
                  <a:cubicBezTo>
                    <a:pt x="987377" y="574113"/>
                    <a:pt x="981665" y="579824"/>
                    <a:pt x="963768" y="580395"/>
                  </a:cubicBezTo>
                  <a:cubicBezTo>
                    <a:pt x="948728" y="580776"/>
                    <a:pt x="933878" y="581538"/>
                    <a:pt x="918837" y="581728"/>
                  </a:cubicBezTo>
                  <a:cubicBezTo>
                    <a:pt x="913125" y="581918"/>
                    <a:pt x="909127" y="584394"/>
                    <a:pt x="906843" y="589153"/>
                  </a:cubicBezTo>
                  <a:cubicBezTo>
                    <a:pt x="902654" y="598101"/>
                    <a:pt x="899989" y="607430"/>
                    <a:pt x="899227" y="617330"/>
                  </a:cubicBezTo>
                  <a:cubicBezTo>
                    <a:pt x="898656" y="623613"/>
                    <a:pt x="901321" y="627802"/>
                    <a:pt x="906652" y="631038"/>
                  </a:cubicBezTo>
                  <a:cubicBezTo>
                    <a:pt x="919980" y="639225"/>
                    <a:pt x="933116" y="647412"/>
                    <a:pt x="946253" y="655789"/>
                  </a:cubicBezTo>
                  <a:cubicBezTo>
                    <a:pt x="958247" y="663214"/>
                    <a:pt x="959770" y="667783"/>
                    <a:pt x="955201" y="681110"/>
                  </a:cubicBezTo>
                  <a:cubicBezTo>
                    <a:pt x="953678" y="685680"/>
                    <a:pt x="951584" y="690058"/>
                    <a:pt x="948918" y="694057"/>
                  </a:cubicBezTo>
                  <a:cubicBezTo>
                    <a:pt x="946443" y="697674"/>
                    <a:pt x="942445" y="700149"/>
                    <a:pt x="936734" y="700149"/>
                  </a:cubicBezTo>
                  <a:cubicBezTo>
                    <a:pt x="926643" y="697864"/>
                    <a:pt x="916552" y="695579"/>
                    <a:pt x="906462" y="693485"/>
                  </a:cubicBezTo>
                  <a:cubicBezTo>
                    <a:pt x="898275" y="691581"/>
                    <a:pt x="889898" y="689868"/>
                    <a:pt x="881711" y="687774"/>
                  </a:cubicBezTo>
                  <a:cubicBezTo>
                    <a:pt x="876381" y="686441"/>
                    <a:pt x="872192" y="687964"/>
                    <a:pt x="868765" y="691772"/>
                  </a:cubicBezTo>
                  <a:cubicBezTo>
                    <a:pt x="861721" y="699959"/>
                    <a:pt x="856200" y="709288"/>
                    <a:pt x="853154" y="719759"/>
                  </a:cubicBezTo>
                  <a:cubicBezTo>
                    <a:pt x="851630" y="724709"/>
                    <a:pt x="853915" y="728326"/>
                    <a:pt x="856961" y="731753"/>
                  </a:cubicBezTo>
                  <a:cubicBezTo>
                    <a:pt x="868004" y="743748"/>
                    <a:pt x="879236" y="755742"/>
                    <a:pt x="890279" y="767546"/>
                  </a:cubicBezTo>
                  <a:cubicBezTo>
                    <a:pt x="898656" y="776494"/>
                    <a:pt x="899037" y="781825"/>
                    <a:pt x="892373" y="792106"/>
                  </a:cubicBezTo>
                  <a:cubicBezTo>
                    <a:pt x="891992" y="792677"/>
                    <a:pt x="891612" y="793439"/>
                    <a:pt x="891040" y="794010"/>
                  </a:cubicBezTo>
                  <a:cubicBezTo>
                    <a:pt x="878475" y="810954"/>
                    <a:pt x="872954" y="811145"/>
                    <a:pt x="857532" y="802387"/>
                  </a:cubicBezTo>
                  <a:cubicBezTo>
                    <a:pt x="844967" y="795152"/>
                    <a:pt x="831640" y="788679"/>
                    <a:pt x="818884" y="781825"/>
                  </a:cubicBezTo>
                  <a:cubicBezTo>
                    <a:pt x="813553" y="778969"/>
                    <a:pt x="808603" y="778969"/>
                    <a:pt x="803843" y="782396"/>
                  </a:cubicBezTo>
                  <a:cubicBezTo>
                    <a:pt x="796227" y="787727"/>
                    <a:pt x="789754" y="794200"/>
                    <a:pt x="784233" y="801625"/>
                  </a:cubicBezTo>
                  <a:cubicBezTo>
                    <a:pt x="780235" y="806956"/>
                    <a:pt x="780045" y="812287"/>
                    <a:pt x="783281" y="818189"/>
                  </a:cubicBezTo>
                  <a:cubicBezTo>
                    <a:pt x="791087" y="832468"/>
                    <a:pt x="798703" y="846937"/>
                    <a:pt x="806128" y="861407"/>
                  </a:cubicBezTo>
                  <a:cubicBezTo>
                    <a:pt x="811268" y="871498"/>
                    <a:pt x="810507" y="876067"/>
                    <a:pt x="802320" y="883873"/>
                  </a:cubicBezTo>
                  <a:cubicBezTo>
                    <a:pt x="800987" y="885015"/>
                    <a:pt x="799845" y="886348"/>
                    <a:pt x="798512" y="887300"/>
                  </a:cubicBezTo>
                  <a:cubicBezTo>
                    <a:pt x="786328" y="896248"/>
                    <a:pt x="780045" y="900627"/>
                    <a:pt x="765766" y="886157"/>
                  </a:cubicBezTo>
                  <a:cubicBezTo>
                    <a:pt x="755485" y="875686"/>
                    <a:pt x="744442" y="866357"/>
                    <a:pt x="733781" y="856266"/>
                  </a:cubicBezTo>
                  <a:cubicBezTo>
                    <a:pt x="728830" y="851507"/>
                    <a:pt x="723500" y="850555"/>
                    <a:pt x="717407" y="853030"/>
                  </a:cubicBezTo>
                  <a:cubicBezTo>
                    <a:pt x="709411" y="856266"/>
                    <a:pt x="701796" y="860455"/>
                    <a:pt x="694941" y="865786"/>
                  </a:cubicBezTo>
                  <a:cubicBezTo>
                    <a:pt x="689230" y="870165"/>
                    <a:pt x="687707" y="875686"/>
                    <a:pt x="689420" y="882540"/>
                  </a:cubicBezTo>
                  <a:cubicBezTo>
                    <a:pt x="693418" y="899104"/>
                    <a:pt x="697226" y="915858"/>
                    <a:pt x="700844" y="932421"/>
                  </a:cubicBezTo>
                  <a:cubicBezTo>
                    <a:pt x="702367" y="939656"/>
                    <a:pt x="699892" y="945177"/>
                    <a:pt x="693418" y="948985"/>
                  </a:cubicBezTo>
                  <a:cubicBezTo>
                    <a:pt x="689040" y="951651"/>
                    <a:pt x="684280" y="953745"/>
                    <a:pt x="679330" y="955268"/>
                  </a:cubicBezTo>
                  <a:cubicBezTo>
                    <a:pt x="669239" y="958504"/>
                    <a:pt x="663528" y="956600"/>
                    <a:pt x="657816" y="947653"/>
                  </a:cubicBezTo>
                  <a:cubicBezTo>
                    <a:pt x="649439" y="934325"/>
                    <a:pt x="640872" y="921189"/>
                    <a:pt x="632875" y="907481"/>
                  </a:cubicBezTo>
                  <a:cubicBezTo>
                    <a:pt x="628496" y="900056"/>
                    <a:pt x="622785" y="897200"/>
                    <a:pt x="614217" y="898723"/>
                  </a:cubicBezTo>
                  <a:cubicBezTo>
                    <a:pt x="607363" y="900056"/>
                    <a:pt x="600700" y="901769"/>
                    <a:pt x="594227" y="904054"/>
                  </a:cubicBezTo>
                  <a:cubicBezTo>
                    <a:pt x="585279" y="907290"/>
                    <a:pt x="582423" y="911098"/>
                    <a:pt x="582042" y="920617"/>
                  </a:cubicBezTo>
                  <a:cubicBezTo>
                    <a:pt x="581471" y="935658"/>
                    <a:pt x="581090" y="950508"/>
                    <a:pt x="580709" y="965549"/>
                  </a:cubicBezTo>
                  <a:cubicBezTo>
                    <a:pt x="580328" y="979257"/>
                    <a:pt x="576902" y="983636"/>
                    <a:pt x="563384" y="986111"/>
                  </a:cubicBezTo>
                  <a:cubicBezTo>
                    <a:pt x="559767" y="986872"/>
                    <a:pt x="556149" y="987253"/>
                    <a:pt x="552532" y="987443"/>
                  </a:cubicBezTo>
                  <a:cubicBezTo>
                    <a:pt x="543584" y="988015"/>
                    <a:pt x="537872" y="984397"/>
                    <a:pt x="535016" y="975639"/>
                  </a:cubicBezTo>
                  <a:cubicBezTo>
                    <a:pt x="529876" y="959647"/>
                    <a:pt x="524925" y="943845"/>
                    <a:pt x="520356" y="927852"/>
                  </a:cubicBezTo>
                  <a:cubicBezTo>
                    <a:pt x="518262" y="920617"/>
                    <a:pt x="513883" y="917190"/>
                    <a:pt x="506649" y="916048"/>
                  </a:cubicBezTo>
                  <a:cubicBezTo>
                    <a:pt x="498272" y="914906"/>
                    <a:pt x="489894" y="914906"/>
                    <a:pt x="481517" y="916238"/>
                  </a:cubicBezTo>
                  <a:cubicBezTo>
                    <a:pt x="475235" y="917190"/>
                    <a:pt x="471236" y="920427"/>
                    <a:pt x="469332" y="926710"/>
                  </a:cubicBezTo>
                  <a:cubicBezTo>
                    <a:pt x="464954" y="941750"/>
                    <a:pt x="460194" y="956791"/>
                    <a:pt x="455434" y="971832"/>
                  </a:cubicBezTo>
                  <a:cubicBezTo>
                    <a:pt x="451246" y="985349"/>
                    <a:pt x="445915" y="988776"/>
                    <a:pt x="432017" y="986872"/>
                  </a:cubicBezTo>
                  <a:cubicBezTo>
                    <a:pt x="411074" y="984016"/>
                    <a:pt x="408599" y="981160"/>
                    <a:pt x="408409" y="960218"/>
                  </a:cubicBezTo>
                  <a:cubicBezTo>
                    <a:pt x="408218" y="946510"/>
                    <a:pt x="407647" y="932992"/>
                    <a:pt x="407266" y="919285"/>
                  </a:cubicBezTo>
                  <a:cubicBezTo>
                    <a:pt x="407076" y="913002"/>
                    <a:pt x="404601" y="908052"/>
                    <a:pt x="398699" y="905577"/>
                  </a:cubicBezTo>
                  <a:cubicBezTo>
                    <a:pt x="389751" y="901769"/>
                    <a:pt x="380612" y="899104"/>
                    <a:pt x="370902" y="898532"/>
                  </a:cubicBezTo>
                  <a:cubicBezTo>
                    <a:pt x="365000" y="898152"/>
                    <a:pt x="360812" y="900436"/>
                    <a:pt x="357575" y="905577"/>
                  </a:cubicBezTo>
                  <a:cubicBezTo>
                    <a:pt x="349389" y="919285"/>
                    <a:pt x="340631" y="932612"/>
                    <a:pt x="332254" y="946129"/>
                  </a:cubicBezTo>
                  <a:cubicBezTo>
                    <a:pt x="325590" y="956791"/>
                    <a:pt x="320450" y="958695"/>
                    <a:pt x="308646" y="954697"/>
                  </a:cubicBezTo>
                  <a:cubicBezTo>
                    <a:pt x="308074" y="954506"/>
                    <a:pt x="307504" y="954316"/>
                    <a:pt x="306932" y="954126"/>
                  </a:cubicBezTo>
                  <a:cubicBezTo>
                    <a:pt x="288655" y="946701"/>
                    <a:pt x="285038" y="942512"/>
                    <a:pt x="289797" y="924235"/>
                  </a:cubicBezTo>
                  <a:cubicBezTo>
                    <a:pt x="293415" y="910336"/>
                    <a:pt x="296080" y="896248"/>
                    <a:pt x="299507" y="882159"/>
                  </a:cubicBezTo>
                  <a:cubicBezTo>
                    <a:pt x="301220" y="874924"/>
                    <a:pt x="299317" y="869403"/>
                    <a:pt x="293224" y="865024"/>
                  </a:cubicBezTo>
                  <a:cubicBezTo>
                    <a:pt x="286751" y="860455"/>
                    <a:pt x="280088" y="856457"/>
                    <a:pt x="272853" y="853220"/>
                  </a:cubicBezTo>
                  <a:cubicBezTo>
                    <a:pt x="265999" y="850174"/>
                    <a:pt x="260097" y="851316"/>
                    <a:pt x="254385" y="856647"/>
                  </a:cubicBezTo>
                  <a:cubicBezTo>
                    <a:pt x="242962" y="867499"/>
                    <a:pt x="231349" y="878161"/>
                    <a:pt x="219925" y="888823"/>
                  </a:cubicBezTo>
                  <a:cubicBezTo>
                    <a:pt x="211358" y="897010"/>
                    <a:pt x="205837" y="897390"/>
                    <a:pt x="195746" y="891107"/>
                  </a:cubicBezTo>
                  <a:cubicBezTo>
                    <a:pt x="194604" y="890346"/>
                    <a:pt x="193461" y="889584"/>
                    <a:pt x="192319" y="888823"/>
                  </a:cubicBezTo>
                  <a:cubicBezTo>
                    <a:pt x="177659" y="878352"/>
                    <a:pt x="176326" y="872830"/>
                    <a:pt x="184703" y="857028"/>
                  </a:cubicBezTo>
                  <a:cubicBezTo>
                    <a:pt x="191557" y="844082"/>
                    <a:pt x="198221" y="831135"/>
                    <a:pt x="205265" y="818379"/>
                  </a:cubicBezTo>
                  <a:cubicBezTo>
                    <a:pt x="208883" y="811716"/>
                    <a:pt x="208312" y="806004"/>
                    <a:pt x="203742" y="800293"/>
                  </a:cubicBezTo>
                  <a:cubicBezTo>
                    <a:pt x="198792" y="794010"/>
                    <a:pt x="193081" y="788298"/>
                    <a:pt x="186607" y="783348"/>
                  </a:cubicBezTo>
                  <a:cubicBezTo>
                    <a:pt x="180896" y="778969"/>
                    <a:pt x="175184" y="778589"/>
                    <a:pt x="168901" y="782015"/>
                  </a:cubicBezTo>
                  <a:cubicBezTo>
                    <a:pt x="154812" y="789631"/>
                    <a:pt x="140534" y="797246"/>
                    <a:pt x="126064" y="804672"/>
                  </a:cubicBezTo>
                  <a:cubicBezTo>
                    <a:pt x="115974" y="810002"/>
                    <a:pt x="110072" y="808670"/>
                    <a:pt x="102647" y="800293"/>
                  </a:cubicBezTo>
                  <a:cubicBezTo>
                    <a:pt x="102075" y="799721"/>
                    <a:pt x="101695" y="799150"/>
                    <a:pt x="101123" y="798579"/>
                  </a:cubicBezTo>
                  <a:cubicBezTo>
                    <a:pt x="87987" y="783348"/>
                    <a:pt x="88177" y="778017"/>
                    <a:pt x="102075" y="763548"/>
                  </a:cubicBezTo>
                  <a:cubicBezTo>
                    <a:pt x="111785" y="753267"/>
                    <a:pt x="120924" y="742796"/>
                    <a:pt x="130824" y="732895"/>
                  </a:cubicBezTo>
                  <a:cubicBezTo>
                    <a:pt x="135774" y="727755"/>
                    <a:pt x="136726" y="722424"/>
                    <a:pt x="134251" y="716141"/>
                  </a:cubicBezTo>
                  <a:cubicBezTo>
                    <a:pt x="131014" y="707955"/>
                    <a:pt x="126445" y="700339"/>
                    <a:pt x="121114" y="693295"/>
                  </a:cubicBezTo>
                  <a:cubicBezTo>
                    <a:pt x="116735" y="687583"/>
                    <a:pt x="110833" y="687012"/>
                    <a:pt x="104551" y="688535"/>
                  </a:cubicBezTo>
                  <a:cubicBezTo>
                    <a:pt x="90652" y="691772"/>
                    <a:pt x="76944" y="695008"/>
                    <a:pt x="63046" y="698055"/>
                  </a:cubicBezTo>
                  <a:cubicBezTo>
                    <a:pt x="61142" y="698435"/>
                    <a:pt x="59238" y="699007"/>
                    <a:pt x="57525" y="699387"/>
                  </a:cubicBezTo>
                  <a:cubicBezTo>
                    <a:pt x="47053" y="701291"/>
                    <a:pt x="41723" y="698816"/>
                    <a:pt x="36963" y="689297"/>
                  </a:cubicBezTo>
                  <a:cubicBezTo>
                    <a:pt x="35250" y="685680"/>
                    <a:pt x="33536" y="682062"/>
                    <a:pt x="32203" y="678255"/>
                  </a:cubicBezTo>
                  <a:cubicBezTo>
                    <a:pt x="28776" y="668164"/>
                    <a:pt x="30680" y="662452"/>
                    <a:pt x="39819" y="656741"/>
                  </a:cubicBezTo>
                  <a:cubicBezTo>
                    <a:pt x="52765" y="648554"/>
                    <a:pt x="65902" y="640367"/>
                    <a:pt x="78848" y="632371"/>
                  </a:cubicBezTo>
                  <a:cubicBezTo>
                    <a:pt x="89129" y="625898"/>
                    <a:pt x="90652" y="622280"/>
                    <a:pt x="88177" y="610477"/>
                  </a:cubicBezTo>
                  <a:cubicBezTo>
                    <a:pt x="86654" y="603813"/>
                    <a:pt x="84941" y="596959"/>
                    <a:pt x="82275" y="590676"/>
                  </a:cubicBezTo>
                  <a:cubicBezTo>
                    <a:pt x="79610" y="584394"/>
                    <a:pt x="75040" y="581347"/>
                    <a:pt x="67996" y="581157"/>
                  </a:cubicBezTo>
                  <a:cubicBezTo>
                    <a:pt x="52575" y="580966"/>
                    <a:pt x="37344" y="580395"/>
                    <a:pt x="21923" y="579824"/>
                  </a:cubicBezTo>
                  <a:cubicBezTo>
                    <a:pt x="8024" y="579443"/>
                    <a:pt x="3836" y="575826"/>
                    <a:pt x="1361" y="562499"/>
                  </a:cubicBezTo>
                  <a:cubicBezTo>
                    <a:pt x="1170" y="561166"/>
                    <a:pt x="789" y="559834"/>
                    <a:pt x="599" y="558501"/>
                  </a:cubicBezTo>
                  <a:cubicBezTo>
                    <a:pt x="-1496" y="541556"/>
                    <a:pt x="1361" y="537177"/>
                    <a:pt x="17924" y="532227"/>
                  </a:cubicBezTo>
                  <a:cubicBezTo>
                    <a:pt x="31632" y="528039"/>
                    <a:pt x="45340" y="523469"/>
                    <a:pt x="59238" y="519661"/>
                  </a:cubicBezTo>
                  <a:cubicBezTo>
                    <a:pt x="66854" y="517568"/>
                    <a:pt x="70852" y="513188"/>
                    <a:pt x="71614" y="505763"/>
                  </a:cubicBezTo>
                  <a:cubicBezTo>
                    <a:pt x="72375" y="497006"/>
                    <a:pt x="72756" y="488057"/>
                    <a:pt x="71042" y="479299"/>
                  </a:cubicBezTo>
                  <a:cubicBezTo>
                    <a:pt x="70090" y="473588"/>
                    <a:pt x="66854" y="470161"/>
                    <a:pt x="61333" y="468447"/>
                  </a:cubicBezTo>
                  <a:cubicBezTo>
                    <a:pt x="46673" y="464069"/>
                    <a:pt x="32013" y="459499"/>
                    <a:pt x="17353" y="454930"/>
                  </a:cubicBezTo>
                  <a:cubicBezTo>
                    <a:pt x="1361" y="449980"/>
                    <a:pt x="-353" y="447314"/>
                    <a:pt x="599" y="430560"/>
                  </a:cubicBezTo>
                  <a:cubicBezTo>
                    <a:pt x="789" y="427133"/>
                    <a:pt x="1551" y="423707"/>
                    <a:pt x="2313" y="420470"/>
                  </a:cubicBezTo>
                  <a:cubicBezTo>
                    <a:pt x="4597" y="412093"/>
                    <a:pt x="9357" y="408285"/>
                    <a:pt x="18115" y="407904"/>
                  </a:cubicBezTo>
                  <a:cubicBezTo>
                    <a:pt x="32394" y="407333"/>
                    <a:pt x="46482" y="406952"/>
                    <a:pt x="60761" y="406572"/>
                  </a:cubicBezTo>
                  <a:cubicBezTo>
                    <a:pt x="62856" y="406572"/>
                    <a:pt x="64950" y="406381"/>
                    <a:pt x="67044" y="406381"/>
                  </a:cubicBezTo>
                  <a:cubicBezTo>
                    <a:pt x="76564" y="406762"/>
                    <a:pt x="81513" y="401431"/>
                    <a:pt x="83989" y="393054"/>
                  </a:cubicBezTo>
                  <a:cubicBezTo>
                    <a:pt x="85893" y="386771"/>
                    <a:pt x="87606" y="380489"/>
                    <a:pt x="88939" y="374206"/>
                  </a:cubicBezTo>
                  <a:cubicBezTo>
                    <a:pt x="90652" y="365448"/>
                    <a:pt x="88558" y="361259"/>
                    <a:pt x="80943" y="356309"/>
                  </a:cubicBezTo>
                  <a:cubicBezTo>
                    <a:pt x="67996" y="348123"/>
                    <a:pt x="54859" y="339936"/>
                    <a:pt x="41913" y="331940"/>
                  </a:cubicBezTo>
                  <a:cubicBezTo>
                    <a:pt x="30300" y="324705"/>
                    <a:pt x="28586" y="320136"/>
                    <a:pt x="33155" y="306999"/>
                  </a:cubicBezTo>
                  <a:cubicBezTo>
                    <a:pt x="34488" y="302810"/>
                    <a:pt x="36202" y="298622"/>
                    <a:pt x="38676" y="295005"/>
                  </a:cubicBezTo>
                  <a:cubicBezTo>
                    <a:pt x="42675" y="288912"/>
                    <a:pt x="48196" y="285866"/>
                    <a:pt x="55811" y="287770"/>
                  </a:cubicBezTo>
                  <a:cubicBezTo>
                    <a:pt x="71994" y="291577"/>
                    <a:pt x="88368" y="295005"/>
                    <a:pt x="104551" y="299003"/>
                  </a:cubicBezTo>
                  <a:cubicBezTo>
                    <a:pt x="111975" y="300906"/>
                    <a:pt x="117687" y="299193"/>
                    <a:pt x="122256" y="293101"/>
                  </a:cubicBezTo>
                  <a:cubicBezTo>
                    <a:pt x="127016" y="286628"/>
                    <a:pt x="131205" y="279583"/>
                    <a:pt x="134251" y="272158"/>
                  </a:cubicBezTo>
                  <a:cubicBezTo>
                    <a:pt x="136916" y="265495"/>
                    <a:pt x="136155" y="259783"/>
                    <a:pt x="130824" y="254262"/>
                  </a:cubicBezTo>
                  <a:cubicBezTo>
                    <a:pt x="119782" y="243029"/>
                    <a:pt x="109310" y="231415"/>
                    <a:pt x="98458" y="219802"/>
                  </a:cubicBezTo>
                  <a:cubicBezTo>
                    <a:pt x="90081" y="210663"/>
                    <a:pt x="89700" y="205523"/>
                    <a:pt x="96554" y="195242"/>
                  </a:cubicBezTo>
                  <a:cubicBezTo>
                    <a:pt x="97696" y="193718"/>
                    <a:pt x="98648" y="192005"/>
                    <a:pt x="99791" y="190482"/>
                  </a:cubicBezTo>
                  <a:cubicBezTo>
                    <a:pt x="109501" y="177726"/>
                    <a:pt x="114831" y="176584"/>
                    <a:pt x="129110" y="184009"/>
                  </a:cubicBezTo>
                  <a:cubicBezTo>
                    <a:pt x="142437" y="191053"/>
                    <a:pt x="155764" y="197907"/>
                    <a:pt x="168711" y="205142"/>
                  </a:cubicBezTo>
                  <a:cubicBezTo>
                    <a:pt x="175565" y="208949"/>
                    <a:pt x="181658" y="208188"/>
                    <a:pt x="187369" y="203428"/>
                  </a:cubicBezTo>
                  <a:cubicBezTo>
                    <a:pt x="193081" y="198669"/>
                    <a:pt x="198411" y="193338"/>
                    <a:pt x="203362" y="187626"/>
                  </a:cubicBezTo>
                  <a:cubicBezTo>
                    <a:pt x="208312" y="181724"/>
                    <a:pt x="209454" y="175822"/>
                    <a:pt x="205456" y="168587"/>
                  </a:cubicBezTo>
                  <a:cubicBezTo>
                    <a:pt x="197459" y="154308"/>
                    <a:pt x="190034" y="139839"/>
                    <a:pt x="182419" y="125369"/>
                  </a:cubicBezTo>
                  <a:cubicBezTo>
                    <a:pt x="177469" y="115850"/>
                    <a:pt x="178611" y="110710"/>
                    <a:pt x="186417" y="103475"/>
                  </a:cubicBezTo>
                  <a:cubicBezTo>
                    <a:pt x="190034" y="100048"/>
                    <a:pt x="194033" y="97192"/>
                    <a:pt x="198411" y="94527"/>
                  </a:cubicBezTo>
                  <a:cubicBezTo>
                    <a:pt x="206027" y="90148"/>
                    <a:pt x="211358" y="90719"/>
                    <a:pt x="217831" y="96621"/>
                  </a:cubicBezTo>
                  <a:cubicBezTo>
                    <a:pt x="228873" y="106711"/>
                    <a:pt x="239916" y="116992"/>
                    <a:pt x="250768" y="127273"/>
                  </a:cubicBezTo>
                  <a:cubicBezTo>
                    <a:pt x="262191" y="138126"/>
                    <a:pt x="264666" y="138506"/>
                    <a:pt x="278565" y="131272"/>
                  </a:cubicBezTo>
                  <a:cubicBezTo>
                    <a:pt x="284086" y="128416"/>
                    <a:pt x="289226" y="125369"/>
                    <a:pt x="294176" y="121562"/>
                  </a:cubicBezTo>
                  <a:cubicBezTo>
                    <a:pt x="299507" y="117183"/>
                    <a:pt x="301220" y="112042"/>
                    <a:pt x="299507" y="105189"/>
                  </a:cubicBezTo>
                  <a:cubicBezTo>
                    <a:pt x="295509" y="89386"/>
                    <a:pt x="292082" y="73394"/>
                    <a:pt x="288465" y="57591"/>
                  </a:cubicBezTo>
                  <a:cubicBezTo>
                    <a:pt x="286180" y="47310"/>
                    <a:pt x="288655" y="42170"/>
                    <a:pt x="297794" y="37220"/>
                  </a:cubicBezTo>
                  <a:cubicBezTo>
                    <a:pt x="301982" y="35126"/>
                    <a:pt x="306170" y="33412"/>
                    <a:pt x="310550" y="31889"/>
                  </a:cubicBezTo>
                  <a:cubicBezTo>
                    <a:pt x="319879" y="29034"/>
                    <a:pt x="325209" y="30747"/>
                    <a:pt x="330731" y="39124"/>
                  </a:cubicBezTo>
                  <a:cubicBezTo>
                    <a:pt x="339488" y="52642"/>
                    <a:pt x="348246" y="66159"/>
                    <a:pt x="356243" y="80248"/>
                  </a:cubicBezTo>
                  <a:cubicBezTo>
                    <a:pt x="360431" y="87483"/>
                    <a:pt x="366142" y="89957"/>
                    <a:pt x="373949" y="88815"/>
                  </a:cubicBezTo>
                  <a:cubicBezTo>
                    <a:pt x="382135" y="87483"/>
                    <a:pt x="390132" y="85388"/>
                    <a:pt x="397747" y="82151"/>
                  </a:cubicBezTo>
                  <a:cubicBezTo>
                    <a:pt x="403268" y="79677"/>
                    <a:pt x="406314" y="75869"/>
                    <a:pt x="406505" y="69396"/>
                  </a:cubicBezTo>
                  <a:cubicBezTo>
                    <a:pt x="406886" y="52832"/>
                    <a:pt x="407837" y="36459"/>
                    <a:pt x="408409" y="19895"/>
                  </a:cubicBezTo>
                  <a:cubicBezTo>
                    <a:pt x="408789" y="9233"/>
                    <a:pt x="412216" y="4664"/>
                    <a:pt x="422497" y="1808"/>
                  </a:cubicBezTo>
                  <a:cubicBezTo>
                    <a:pt x="424211" y="1427"/>
                    <a:pt x="425924" y="856"/>
                    <a:pt x="427638" y="666"/>
                  </a:cubicBezTo>
                  <a:cubicBezTo>
                    <a:pt x="446486" y="-1429"/>
                    <a:pt x="451056" y="666"/>
                    <a:pt x="456006" y="17991"/>
                  </a:cubicBezTo>
                  <a:cubicBezTo>
                    <a:pt x="460003" y="32080"/>
                    <a:pt x="464763" y="45788"/>
                    <a:pt x="468571" y="59876"/>
                  </a:cubicBezTo>
                  <a:cubicBezTo>
                    <a:pt x="470475" y="66540"/>
                    <a:pt x="474473" y="70157"/>
                    <a:pt x="480946" y="71109"/>
                  </a:cubicBezTo>
                  <a:cubicBezTo>
                    <a:pt x="489894" y="72252"/>
                    <a:pt x="499033" y="72252"/>
                    <a:pt x="507981" y="71109"/>
                  </a:cubicBezTo>
                  <a:cubicBezTo>
                    <a:pt x="514264" y="70348"/>
                    <a:pt x="518072" y="66540"/>
                    <a:pt x="519976" y="60257"/>
                  </a:cubicBezTo>
                  <a:cubicBezTo>
                    <a:pt x="524545" y="44836"/>
                    <a:pt x="529305" y="29414"/>
                    <a:pt x="534064" y="13993"/>
                  </a:cubicBezTo>
                  <a:cubicBezTo>
                    <a:pt x="537682" y="2570"/>
                    <a:pt x="541299" y="-96"/>
                    <a:pt x="553293" y="95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2" name="Freeform: Shape 453">
              <a:extLst>
                <a:ext uri="{FF2B5EF4-FFF2-40B4-BE49-F238E27FC236}">
                  <a16:creationId xmlns:a16="http://schemas.microsoft.com/office/drawing/2014/main" xmlns="" id="{8C4102B2-E329-45D5-8419-4C97F6093B98}"/>
                </a:ext>
              </a:extLst>
            </p:cNvPr>
            <p:cNvSpPr/>
            <p:nvPr/>
          </p:nvSpPr>
          <p:spPr>
            <a:xfrm flipH="1">
              <a:off x="3093867" y="4659007"/>
              <a:ext cx="1300254" cy="1299209"/>
            </a:xfrm>
            <a:custGeom>
              <a:avLst/>
              <a:gdLst>
                <a:gd name="connsiteX0" fmla="*/ 1506364 w 2562218"/>
                <a:gd name="connsiteY0" fmla="*/ 1318537 h 2560160"/>
                <a:gd name="connsiteX1" fmla="*/ 1501790 w 2562218"/>
                <a:gd name="connsiteY1" fmla="*/ 1348793 h 2560160"/>
                <a:gd name="connsiteX2" fmla="*/ 1371051 w 2562218"/>
                <a:gd name="connsiteY2" fmla="*/ 1492991 h 2560160"/>
                <a:gd name="connsiteX3" fmla="*/ 1319564 w 2562218"/>
                <a:gd name="connsiteY3" fmla="*/ 1503386 h 2560160"/>
                <a:gd name="connsiteX4" fmla="*/ 1319564 w 2562218"/>
                <a:gd name="connsiteY4" fmla="*/ 1976337 h 2560160"/>
                <a:gd name="connsiteX5" fmla="*/ 1422210 w 2562218"/>
                <a:gd name="connsiteY5" fmla="*/ 1965990 h 2560160"/>
                <a:gd name="connsiteX6" fmla="*/ 1970307 w 2562218"/>
                <a:gd name="connsiteY6" fmla="*/ 1404015 h 2560160"/>
                <a:gd name="connsiteX7" fmla="*/ 1977849 w 2562218"/>
                <a:gd name="connsiteY7" fmla="*/ 1318537 h 2560160"/>
                <a:gd name="connsiteX8" fmla="*/ 584367 w 2562218"/>
                <a:gd name="connsiteY8" fmla="*/ 1318537 h 2560160"/>
                <a:gd name="connsiteX9" fmla="*/ 591910 w 2562218"/>
                <a:gd name="connsiteY9" fmla="*/ 1404015 h 2560160"/>
                <a:gd name="connsiteX10" fmla="*/ 1140007 w 2562218"/>
                <a:gd name="connsiteY10" fmla="*/ 1965990 h 2560160"/>
                <a:gd name="connsiteX11" fmla="*/ 1242652 w 2562218"/>
                <a:gd name="connsiteY11" fmla="*/ 1976337 h 2560160"/>
                <a:gd name="connsiteX12" fmla="*/ 1242652 w 2562218"/>
                <a:gd name="connsiteY12" fmla="*/ 1503386 h 2560160"/>
                <a:gd name="connsiteX13" fmla="*/ 1191166 w 2562218"/>
                <a:gd name="connsiteY13" fmla="*/ 1492991 h 2560160"/>
                <a:gd name="connsiteX14" fmla="*/ 1060427 w 2562218"/>
                <a:gd name="connsiteY14" fmla="*/ 1348793 h 2560160"/>
                <a:gd name="connsiteX15" fmla="*/ 1055852 w 2562218"/>
                <a:gd name="connsiteY15" fmla="*/ 1318537 h 2560160"/>
                <a:gd name="connsiteX16" fmla="*/ 1281108 w 2562218"/>
                <a:gd name="connsiteY16" fmla="*/ 1121883 h 2560160"/>
                <a:gd name="connsiteX17" fmla="*/ 1122911 w 2562218"/>
                <a:gd name="connsiteY17" fmla="*/ 1280080 h 2560160"/>
                <a:gd name="connsiteX18" fmla="*/ 1281108 w 2562218"/>
                <a:gd name="connsiteY18" fmla="*/ 1438277 h 2560160"/>
                <a:gd name="connsiteX19" fmla="*/ 1439305 w 2562218"/>
                <a:gd name="connsiteY19" fmla="*/ 1280080 h 2560160"/>
                <a:gd name="connsiteX20" fmla="*/ 1281108 w 2562218"/>
                <a:gd name="connsiteY20" fmla="*/ 1121883 h 2560160"/>
                <a:gd name="connsiteX21" fmla="*/ 1319564 w 2562218"/>
                <a:gd name="connsiteY21" fmla="*/ 583823 h 2560160"/>
                <a:gd name="connsiteX22" fmla="*/ 1319564 w 2562218"/>
                <a:gd name="connsiteY22" fmla="*/ 1056774 h 2560160"/>
                <a:gd name="connsiteX23" fmla="*/ 1371051 w 2562218"/>
                <a:gd name="connsiteY23" fmla="*/ 1067169 h 2560160"/>
                <a:gd name="connsiteX24" fmla="*/ 1501790 w 2562218"/>
                <a:gd name="connsiteY24" fmla="*/ 1211367 h 2560160"/>
                <a:gd name="connsiteX25" fmla="*/ 1506364 w 2562218"/>
                <a:gd name="connsiteY25" fmla="*/ 1241625 h 2560160"/>
                <a:gd name="connsiteX26" fmla="*/ 1977849 w 2562218"/>
                <a:gd name="connsiteY26" fmla="*/ 1241625 h 2560160"/>
                <a:gd name="connsiteX27" fmla="*/ 1970307 w 2562218"/>
                <a:gd name="connsiteY27" fmla="*/ 1156145 h 2560160"/>
                <a:gd name="connsiteX28" fmla="*/ 1422210 w 2562218"/>
                <a:gd name="connsiteY28" fmla="*/ 594170 h 2560160"/>
                <a:gd name="connsiteX29" fmla="*/ 1242652 w 2562218"/>
                <a:gd name="connsiteY29" fmla="*/ 583823 h 2560160"/>
                <a:gd name="connsiteX30" fmla="*/ 1140007 w 2562218"/>
                <a:gd name="connsiteY30" fmla="*/ 594170 h 2560160"/>
                <a:gd name="connsiteX31" fmla="*/ 591910 w 2562218"/>
                <a:gd name="connsiteY31" fmla="*/ 1156145 h 2560160"/>
                <a:gd name="connsiteX32" fmla="*/ 584367 w 2562218"/>
                <a:gd name="connsiteY32" fmla="*/ 1241625 h 2560160"/>
                <a:gd name="connsiteX33" fmla="*/ 1055852 w 2562218"/>
                <a:gd name="connsiteY33" fmla="*/ 1241625 h 2560160"/>
                <a:gd name="connsiteX34" fmla="*/ 1060427 w 2562218"/>
                <a:gd name="connsiteY34" fmla="*/ 1211367 h 2560160"/>
                <a:gd name="connsiteX35" fmla="*/ 1191166 w 2562218"/>
                <a:gd name="connsiteY35" fmla="*/ 1067169 h 2560160"/>
                <a:gd name="connsiteX36" fmla="*/ 1242652 w 2562218"/>
                <a:gd name="connsiteY36" fmla="*/ 1056774 h 2560160"/>
                <a:gd name="connsiteX37" fmla="*/ 1224583 w 2562218"/>
                <a:gd name="connsiteY37" fmla="*/ 861 h 2560160"/>
                <a:gd name="connsiteX38" fmla="*/ 1275519 w 2562218"/>
                <a:gd name="connsiteY38" fmla="*/ 42161 h 2560160"/>
                <a:gd name="connsiteX39" fmla="*/ 1325768 w 2562218"/>
                <a:gd name="connsiteY39" fmla="*/ 218379 h 2560160"/>
                <a:gd name="connsiteX40" fmla="*/ 1453805 w 2562218"/>
                <a:gd name="connsiteY40" fmla="*/ 290657 h 2560160"/>
                <a:gd name="connsiteX41" fmla="*/ 1495105 w 2562218"/>
                <a:gd name="connsiteY41" fmla="*/ 254863 h 2560160"/>
                <a:gd name="connsiteX42" fmla="*/ 1591474 w 2562218"/>
                <a:gd name="connsiteY42" fmla="*/ 91723 h 2560160"/>
                <a:gd name="connsiteX43" fmla="*/ 1669259 w 2562218"/>
                <a:gd name="connsiteY43" fmla="*/ 59371 h 2560160"/>
                <a:gd name="connsiteX44" fmla="*/ 1746353 w 2562218"/>
                <a:gd name="connsiteY44" fmla="*/ 183962 h 2560160"/>
                <a:gd name="connsiteX45" fmla="*/ 1727078 w 2562218"/>
                <a:gd name="connsiteY45" fmla="*/ 340909 h 2560160"/>
                <a:gd name="connsiteX46" fmla="*/ 1727078 w 2562218"/>
                <a:gd name="connsiteY46" fmla="*/ 357429 h 2560160"/>
                <a:gd name="connsiteX47" fmla="*/ 1866815 w 2562218"/>
                <a:gd name="connsiteY47" fmla="*/ 419381 h 2560160"/>
                <a:gd name="connsiteX48" fmla="*/ 2020320 w 2562218"/>
                <a:gd name="connsiteY48" fmla="*/ 304425 h 2560160"/>
                <a:gd name="connsiteX49" fmla="*/ 2113243 w 2562218"/>
                <a:gd name="connsiteY49" fmla="*/ 305802 h 2560160"/>
                <a:gd name="connsiteX50" fmla="*/ 2127702 w 2562218"/>
                <a:gd name="connsiteY50" fmla="*/ 318193 h 2560160"/>
                <a:gd name="connsiteX51" fmla="*/ 2143534 w 2562218"/>
                <a:gd name="connsiteY51" fmla="*/ 424197 h 2560160"/>
                <a:gd name="connsiteX52" fmla="*/ 2058865 w 2562218"/>
                <a:gd name="connsiteY52" fmla="*/ 574947 h 2560160"/>
                <a:gd name="connsiteX53" fmla="*/ 2070569 w 2562218"/>
                <a:gd name="connsiteY53" fmla="*/ 672693 h 2560160"/>
                <a:gd name="connsiteX54" fmla="*/ 2160053 w 2562218"/>
                <a:gd name="connsiteY54" fmla="*/ 708487 h 2560160"/>
                <a:gd name="connsiteX55" fmla="*/ 2341091 w 2562218"/>
                <a:gd name="connsiteY55" fmla="*/ 660993 h 2560160"/>
                <a:gd name="connsiteX56" fmla="*/ 2418189 w 2562218"/>
                <a:gd name="connsiteY56" fmla="*/ 690590 h 2560160"/>
                <a:gd name="connsiteX57" fmla="*/ 2441592 w 2562218"/>
                <a:gd name="connsiteY57" fmla="*/ 736710 h 2560160"/>
                <a:gd name="connsiteX58" fmla="*/ 2422317 w 2562218"/>
                <a:gd name="connsiteY58" fmla="*/ 804855 h 2560160"/>
                <a:gd name="connsiteX59" fmla="*/ 2267439 w 2562218"/>
                <a:gd name="connsiteY59" fmla="*/ 928073 h 2560160"/>
                <a:gd name="connsiteX60" fmla="*/ 2239903 w 2562218"/>
                <a:gd name="connsiteY60" fmla="*/ 1003103 h 2560160"/>
                <a:gd name="connsiteX61" fmla="*/ 2248164 w 2562218"/>
                <a:gd name="connsiteY61" fmla="*/ 1033390 h 2560160"/>
                <a:gd name="connsiteX62" fmla="*/ 2311490 w 2562218"/>
                <a:gd name="connsiteY62" fmla="*/ 1087771 h 2560160"/>
                <a:gd name="connsiteX63" fmla="*/ 2498725 w 2562218"/>
                <a:gd name="connsiteY63" fmla="*/ 1113239 h 2560160"/>
                <a:gd name="connsiteX64" fmla="*/ 2559299 w 2562218"/>
                <a:gd name="connsiteY64" fmla="*/ 1173127 h 2560160"/>
                <a:gd name="connsiteX65" fmla="*/ 2561364 w 2562218"/>
                <a:gd name="connsiteY65" fmla="*/ 1226818 h 2560160"/>
                <a:gd name="connsiteX66" fmla="*/ 2517309 w 2562218"/>
                <a:gd name="connsiteY66" fmla="*/ 1278444 h 2560160"/>
                <a:gd name="connsiteX67" fmla="*/ 2341091 w 2562218"/>
                <a:gd name="connsiteY67" fmla="*/ 1328693 h 2560160"/>
                <a:gd name="connsiteX68" fmla="*/ 2269503 w 2562218"/>
                <a:gd name="connsiteY68" fmla="*/ 1447778 h 2560160"/>
                <a:gd name="connsiteX69" fmla="*/ 2305984 w 2562218"/>
                <a:gd name="connsiteY69" fmla="*/ 1495966 h 2560160"/>
                <a:gd name="connsiteX70" fmla="*/ 2467747 w 2562218"/>
                <a:gd name="connsiteY70" fmla="*/ 1590957 h 2560160"/>
                <a:gd name="connsiteX71" fmla="*/ 2502854 w 2562218"/>
                <a:gd name="connsiteY71" fmla="*/ 1672871 h 2560160"/>
                <a:gd name="connsiteX72" fmla="*/ 2501476 w 2562218"/>
                <a:gd name="connsiteY72" fmla="*/ 1681132 h 2560160"/>
                <a:gd name="connsiteX73" fmla="*/ 2404421 w 2562218"/>
                <a:gd name="connsiteY73" fmla="*/ 1750655 h 2560160"/>
                <a:gd name="connsiteX74" fmla="*/ 2235083 w 2562218"/>
                <a:gd name="connsiteY74" fmla="*/ 1729316 h 2560160"/>
                <a:gd name="connsiteX75" fmla="*/ 2149727 w 2562218"/>
                <a:gd name="connsiteY75" fmla="*/ 1773372 h 2560160"/>
                <a:gd name="connsiteX76" fmla="*/ 2148350 w 2562218"/>
                <a:gd name="connsiteY76" fmla="*/ 1875247 h 2560160"/>
                <a:gd name="connsiteX77" fmla="*/ 2257800 w 2562218"/>
                <a:gd name="connsiteY77" fmla="*/ 2019800 h 2560160"/>
                <a:gd name="connsiteX78" fmla="*/ 2257800 w 2562218"/>
                <a:gd name="connsiteY78" fmla="*/ 2114104 h 2560160"/>
                <a:gd name="connsiteX79" fmla="*/ 2253671 w 2562218"/>
                <a:gd name="connsiteY79" fmla="*/ 2118923 h 2560160"/>
                <a:gd name="connsiteX80" fmla="*/ 2135273 w 2562218"/>
                <a:gd name="connsiteY80" fmla="*/ 2142327 h 2560160"/>
                <a:gd name="connsiteX81" fmla="*/ 1988655 w 2562218"/>
                <a:gd name="connsiteY81" fmla="*/ 2059726 h 2560160"/>
                <a:gd name="connsiteX82" fmla="*/ 1888154 w 2562218"/>
                <a:gd name="connsiteY82" fmla="*/ 2074181 h 2560160"/>
                <a:gd name="connsiteX83" fmla="*/ 1855802 w 2562218"/>
                <a:gd name="connsiteY83" fmla="*/ 2165043 h 2560160"/>
                <a:gd name="connsiteX84" fmla="*/ 1903296 w 2562218"/>
                <a:gd name="connsiteY84" fmla="*/ 2348145 h 2560160"/>
                <a:gd name="connsiteX85" fmla="*/ 1876451 w 2562218"/>
                <a:gd name="connsiteY85" fmla="*/ 2416981 h 2560160"/>
                <a:gd name="connsiteX86" fmla="*/ 1828266 w 2562218"/>
                <a:gd name="connsiteY86" fmla="*/ 2441762 h 2560160"/>
                <a:gd name="connsiteX87" fmla="*/ 1755992 w 2562218"/>
                <a:gd name="connsiteY87" fmla="*/ 2421801 h 2560160"/>
                <a:gd name="connsiteX88" fmla="*/ 1642413 w 2562218"/>
                <a:gd name="connsiteY88" fmla="*/ 2277935 h 2560160"/>
                <a:gd name="connsiteX89" fmla="*/ 1495792 w 2562218"/>
                <a:gd name="connsiteY89" fmla="*/ 2265544 h 2560160"/>
                <a:gd name="connsiteX90" fmla="*/ 1476518 w 2562218"/>
                <a:gd name="connsiteY90" fmla="*/ 2304090 h 2560160"/>
                <a:gd name="connsiteX91" fmla="*/ 1450363 w 2562218"/>
                <a:gd name="connsiteY91" fmla="*/ 2493388 h 2560160"/>
                <a:gd name="connsiteX92" fmla="*/ 1400801 w 2562218"/>
                <a:gd name="connsiteY92" fmla="*/ 2560160 h 2560160"/>
                <a:gd name="connsiteX93" fmla="*/ 1317510 w 2562218"/>
                <a:gd name="connsiteY93" fmla="*/ 2560160 h 2560160"/>
                <a:gd name="connsiteX94" fmla="*/ 1281026 w 2562218"/>
                <a:gd name="connsiteY94" fmla="*/ 2509221 h 2560160"/>
                <a:gd name="connsiteX95" fmla="*/ 1229399 w 2562218"/>
                <a:gd name="connsiteY95" fmla="*/ 2326806 h 2560160"/>
                <a:gd name="connsiteX96" fmla="*/ 1168138 w 2562218"/>
                <a:gd name="connsiteY96" fmla="*/ 2273115 h 2560160"/>
                <a:gd name="connsiteX97" fmla="*/ 1130966 w 2562218"/>
                <a:gd name="connsiteY97" fmla="*/ 2268986 h 2560160"/>
                <a:gd name="connsiteX98" fmla="*/ 1067636 w 2562218"/>
                <a:gd name="connsiteY98" fmla="*/ 2304090 h 2560160"/>
                <a:gd name="connsiteX99" fmla="*/ 1051804 w 2562218"/>
                <a:gd name="connsiteY99" fmla="*/ 2330935 h 2560160"/>
                <a:gd name="connsiteX100" fmla="*/ 965074 w 2562218"/>
                <a:gd name="connsiteY100" fmla="*/ 2477556 h 2560160"/>
                <a:gd name="connsiteX101" fmla="*/ 899680 w 2562218"/>
                <a:gd name="connsiteY101" fmla="*/ 2504401 h 2560160"/>
                <a:gd name="connsiteX102" fmla="*/ 846676 w 2562218"/>
                <a:gd name="connsiteY102" fmla="*/ 2486504 h 2560160"/>
                <a:gd name="connsiteX103" fmla="*/ 810883 w 2562218"/>
                <a:gd name="connsiteY103" fmla="*/ 2419733 h 2560160"/>
                <a:gd name="connsiteX104" fmla="*/ 833595 w 2562218"/>
                <a:gd name="connsiteY104" fmla="*/ 2231815 h 2560160"/>
                <a:gd name="connsiteX105" fmla="*/ 781969 w 2562218"/>
                <a:gd name="connsiteY105" fmla="*/ 2144391 h 2560160"/>
                <a:gd name="connsiteX106" fmla="*/ 686291 w 2562218"/>
                <a:gd name="connsiteY106" fmla="*/ 2149211 h 2560160"/>
                <a:gd name="connsiteX107" fmla="*/ 552061 w 2562218"/>
                <a:gd name="connsiteY107" fmla="*/ 2251089 h 2560160"/>
                <a:gd name="connsiteX108" fmla="*/ 432976 w 2562218"/>
                <a:gd name="connsiteY108" fmla="*/ 2244205 h 2560160"/>
                <a:gd name="connsiteX109" fmla="*/ 422650 w 2562218"/>
                <a:gd name="connsiteY109" fmla="*/ 2233879 h 2560160"/>
                <a:gd name="connsiteX110" fmla="*/ 412327 w 2562218"/>
                <a:gd name="connsiteY110" fmla="*/ 2151275 h 2560160"/>
                <a:gd name="connsiteX111" fmla="*/ 501812 w 2562218"/>
                <a:gd name="connsiteY111" fmla="*/ 1991577 h 2560160"/>
                <a:gd name="connsiteX112" fmla="*/ 516954 w 2562218"/>
                <a:gd name="connsiteY112" fmla="*/ 1942706 h 2560160"/>
                <a:gd name="connsiteX113" fmla="*/ 396491 w 2562218"/>
                <a:gd name="connsiteY113" fmla="*/ 1856663 h 2560160"/>
                <a:gd name="connsiteX114" fmla="*/ 211325 w 2562218"/>
                <a:gd name="connsiteY114" fmla="*/ 1904847 h 2560160"/>
                <a:gd name="connsiteX115" fmla="*/ 152128 w 2562218"/>
                <a:gd name="connsiteY115" fmla="*/ 1884886 h 2560160"/>
                <a:gd name="connsiteX116" fmla="*/ 122527 w 2562218"/>
                <a:gd name="connsiteY116" fmla="*/ 1832569 h 2560160"/>
                <a:gd name="connsiteX117" fmla="*/ 142492 w 2562218"/>
                <a:gd name="connsiteY117" fmla="*/ 1755475 h 2560160"/>
                <a:gd name="connsiteX118" fmla="*/ 279474 w 2562218"/>
                <a:gd name="connsiteY118" fmla="*/ 1646716 h 2560160"/>
                <a:gd name="connsiteX119" fmla="*/ 315955 w 2562218"/>
                <a:gd name="connsiteY119" fmla="*/ 1535889 h 2560160"/>
                <a:gd name="connsiteX120" fmla="*/ 242303 w 2562218"/>
                <a:gd name="connsiteY120" fmla="*/ 1473936 h 2560160"/>
                <a:gd name="connsiteX121" fmla="*/ 69523 w 2562218"/>
                <a:gd name="connsiteY121" fmla="*/ 1450533 h 2560160"/>
                <a:gd name="connsiteX122" fmla="*/ 1378 w 2562218"/>
                <a:gd name="connsiteY122" fmla="*/ 1402349 h 2560160"/>
                <a:gd name="connsiteX123" fmla="*/ 0 w 2562218"/>
                <a:gd name="connsiteY123" fmla="*/ 1316993 h 2560160"/>
                <a:gd name="connsiteX124" fmla="*/ 50253 w 2562218"/>
                <a:gd name="connsiteY124" fmla="*/ 1280509 h 2560160"/>
                <a:gd name="connsiteX125" fmla="*/ 226470 w 2562218"/>
                <a:gd name="connsiteY125" fmla="*/ 1230947 h 2560160"/>
                <a:gd name="connsiteX126" fmla="*/ 287045 w 2562218"/>
                <a:gd name="connsiteY126" fmla="*/ 1163488 h 2560160"/>
                <a:gd name="connsiteX127" fmla="*/ 290487 w 2562218"/>
                <a:gd name="connsiteY127" fmla="*/ 1134578 h 2560160"/>
                <a:gd name="connsiteX128" fmla="*/ 252629 w 2562218"/>
                <a:gd name="connsiteY128" fmla="*/ 1064368 h 2560160"/>
                <a:gd name="connsiteX129" fmla="*/ 92930 w 2562218"/>
                <a:gd name="connsiteY129" fmla="*/ 970751 h 2560160"/>
                <a:gd name="connsiteX130" fmla="*/ 58511 w 2562218"/>
                <a:gd name="connsiteY130" fmla="*/ 886773 h 2560160"/>
                <a:gd name="connsiteX131" fmla="*/ 61953 w 2562218"/>
                <a:gd name="connsiteY131" fmla="*/ 875069 h 2560160"/>
                <a:gd name="connsiteX132" fmla="*/ 152815 w 2562218"/>
                <a:gd name="connsiteY132" fmla="*/ 812430 h 2560160"/>
                <a:gd name="connsiteX133" fmla="*/ 322152 w 2562218"/>
                <a:gd name="connsiteY133" fmla="*/ 831704 h 2560160"/>
                <a:gd name="connsiteX134" fmla="*/ 408885 w 2562218"/>
                <a:gd name="connsiteY134" fmla="*/ 791778 h 2560160"/>
                <a:gd name="connsiteX135" fmla="*/ 402001 w 2562218"/>
                <a:gd name="connsiteY135" fmla="*/ 674070 h 2560160"/>
                <a:gd name="connsiteX136" fmla="*/ 296681 w 2562218"/>
                <a:gd name="connsiteY136" fmla="*/ 534333 h 2560160"/>
                <a:gd name="connsiteX137" fmla="*/ 296681 w 2562218"/>
                <a:gd name="connsiteY137" fmla="*/ 456552 h 2560160"/>
                <a:gd name="connsiteX138" fmla="*/ 331100 w 2562218"/>
                <a:gd name="connsiteY138" fmla="*/ 418003 h 2560160"/>
                <a:gd name="connsiteX139" fmla="*/ 404753 w 2562218"/>
                <a:gd name="connsiteY139" fmla="*/ 409742 h 2560160"/>
                <a:gd name="connsiteX140" fmla="*/ 561009 w 2562218"/>
                <a:gd name="connsiteY140" fmla="*/ 497853 h 2560160"/>
                <a:gd name="connsiteX141" fmla="*/ 700746 w 2562218"/>
                <a:gd name="connsiteY141" fmla="*/ 458617 h 2560160"/>
                <a:gd name="connsiteX142" fmla="*/ 704188 w 2562218"/>
                <a:gd name="connsiteY142" fmla="*/ 398042 h 2560160"/>
                <a:gd name="connsiteX143" fmla="*/ 658755 w 2562218"/>
                <a:gd name="connsiteY143" fmla="*/ 222511 h 2560160"/>
                <a:gd name="connsiteX144" fmla="*/ 691798 w 2562218"/>
                <a:gd name="connsiteY144" fmla="*/ 141285 h 2560160"/>
                <a:gd name="connsiteX145" fmla="*/ 717265 w 2562218"/>
                <a:gd name="connsiteY145" fmla="*/ 127517 h 2560160"/>
                <a:gd name="connsiteX146" fmla="*/ 812256 w 2562218"/>
                <a:gd name="connsiteY146" fmla="*/ 150924 h 2560160"/>
                <a:gd name="connsiteX147" fmla="*/ 921706 w 2562218"/>
                <a:gd name="connsiteY147" fmla="*/ 289970 h 2560160"/>
                <a:gd name="connsiteX148" fmla="*/ 1071078 w 2562218"/>
                <a:gd name="connsiteY148" fmla="*/ 289279 h 2560160"/>
                <a:gd name="connsiteX149" fmla="*/ 1088975 w 2562218"/>
                <a:gd name="connsiteY149" fmla="*/ 225953 h 2560160"/>
                <a:gd name="connsiteX150" fmla="*/ 1111005 w 2562218"/>
                <a:gd name="connsiteY150" fmla="*/ 64877 h 2560160"/>
                <a:gd name="connsiteX151" fmla="*/ 1170889 w 2562218"/>
                <a:gd name="connsiteY151" fmla="*/ 2925 h 2560160"/>
                <a:gd name="connsiteX152" fmla="*/ 1224583 w 2562218"/>
                <a:gd name="connsiteY152" fmla="*/ 861 h 256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2562218" h="2560160">
                  <a:moveTo>
                    <a:pt x="1506364" y="1318537"/>
                  </a:moveTo>
                  <a:lnTo>
                    <a:pt x="1501790" y="1348793"/>
                  </a:lnTo>
                  <a:cubicBezTo>
                    <a:pt x="1481535" y="1413912"/>
                    <a:pt x="1433252" y="1466683"/>
                    <a:pt x="1371051" y="1492991"/>
                  </a:cubicBezTo>
                  <a:lnTo>
                    <a:pt x="1319564" y="1503386"/>
                  </a:lnTo>
                  <a:lnTo>
                    <a:pt x="1319564" y="1976337"/>
                  </a:lnTo>
                  <a:lnTo>
                    <a:pt x="1422210" y="1965990"/>
                  </a:lnTo>
                  <a:cubicBezTo>
                    <a:pt x="1701369" y="1908865"/>
                    <a:pt x="1920009" y="1685600"/>
                    <a:pt x="1970307" y="1404015"/>
                  </a:cubicBezTo>
                  <a:lnTo>
                    <a:pt x="1977849" y="1318537"/>
                  </a:lnTo>
                  <a:close/>
                  <a:moveTo>
                    <a:pt x="584367" y="1318537"/>
                  </a:moveTo>
                  <a:lnTo>
                    <a:pt x="591910" y="1404015"/>
                  </a:lnTo>
                  <a:cubicBezTo>
                    <a:pt x="642208" y="1685600"/>
                    <a:pt x="860848" y="1908865"/>
                    <a:pt x="1140007" y="1965990"/>
                  </a:cubicBezTo>
                  <a:lnTo>
                    <a:pt x="1242652" y="1976337"/>
                  </a:lnTo>
                  <a:lnTo>
                    <a:pt x="1242652" y="1503386"/>
                  </a:lnTo>
                  <a:lnTo>
                    <a:pt x="1191166" y="1492991"/>
                  </a:lnTo>
                  <a:cubicBezTo>
                    <a:pt x="1128965" y="1466683"/>
                    <a:pt x="1080681" y="1413912"/>
                    <a:pt x="1060427" y="1348793"/>
                  </a:cubicBezTo>
                  <a:lnTo>
                    <a:pt x="1055852" y="1318537"/>
                  </a:lnTo>
                  <a:close/>
                  <a:moveTo>
                    <a:pt x="1281108" y="1121883"/>
                  </a:moveTo>
                  <a:cubicBezTo>
                    <a:pt x="1193738" y="1121883"/>
                    <a:pt x="1122911" y="1192710"/>
                    <a:pt x="1122911" y="1280080"/>
                  </a:cubicBezTo>
                  <a:cubicBezTo>
                    <a:pt x="1122911" y="1367450"/>
                    <a:pt x="1193738" y="1438277"/>
                    <a:pt x="1281108" y="1438277"/>
                  </a:cubicBezTo>
                  <a:cubicBezTo>
                    <a:pt x="1368478" y="1438277"/>
                    <a:pt x="1439305" y="1367450"/>
                    <a:pt x="1439305" y="1280080"/>
                  </a:cubicBezTo>
                  <a:cubicBezTo>
                    <a:pt x="1439305" y="1192710"/>
                    <a:pt x="1368478" y="1121883"/>
                    <a:pt x="1281108" y="1121883"/>
                  </a:cubicBezTo>
                  <a:close/>
                  <a:moveTo>
                    <a:pt x="1319564" y="583823"/>
                  </a:moveTo>
                  <a:lnTo>
                    <a:pt x="1319564" y="1056774"/>
                  </a:lnTo>
                  <a:lnTo>
                    <a:pt x="1371051" y="1067169"/>
                  </a:lnTo>
                  <a:cubicBezTo>
                    <a:pt x="1433252" y="1093478"/>
                    <a:pt x="1481535" y="1146248"/>
                    <a:pt x="1501790" y="1211367"/>
                  </a:cubicBezTo>
                  <a:lnTo>
                    <a:pt x="1506364" y="1241625"/>
                  </a:lnTo>
                  <a:lnTo>
                    <a:pt x="1977849" y="1241625"/>
                  </a:lnTo>
                  <a:lnTo>
                    <a:pt x="1970307" y="1156145"/>
                  </a:lnTo>
                  <a:cubicBezTo>
                    <a:pt x="1920009" y="874560"/>
                    <a:pt x="1701369" y="651295"/>
                    <a:pt x="1422210" y="594170"/>
                  </a:cubicBezTo>
                  <a:close/>
                  <a:moveTo>
                    <a:pt x="1242652" y="583823"/>
                  </a:moveTo>
                  <a:lnTo>
                    <a:pt x="1140007" y="594170"/>
                  </a:lnTo>
                  <a:cubicBezTo>
                    <a:pt x="860848" y="651295"/>
                    <a:pt x="642208" y="874560"/>
                    <a:pt x="591910" y="1156145"/>
                  </a:cubicBezTo>
                  <a:lnTo>
                    <a:pt x="584367" y="1241625"/>
                  </a:lnTo>
                  <a:lnTo>
                    <a:pt x="1055852" y="1241625"/>
                  </a:lnTo>
                  <a:lnTo>
                    <a:pt x="1060427" y="1211367"/>
                  </a:lnTo>
                  <a:cubicBezTo>
                    <a:pt x="1080681" y="1146248"/>
                    <a:pt x="1128965" y="1093478"/>
                    <a:pt x="1191166" y="1067169"/>
                  </a:cubicBezTo>
                  <a:lnTo>
                    <a:pt x="1242652" y="1056774"/>
                  </a:lnTo>
                  <a:close/>
                  <a:moveTo>
                    <a:pt x="1224583" y="861"/>
                  </a:moveTo>
                  <a:cubicBezTo>
                    <a:pt x="1250738" y="2238"/>
                    <a:pt x="1268639" y="16002"/>
                    <a:pt x="1275519" y="42161"/>
                  </a:cubicBezTo>
                  <a:cubicBezTo>
                    <a:pt x="1292042" y="100671"/>
                    <a:pt x="1309248" y="159868"/>
                    <a:pt x="1325768" y="218379"/>
                  </a:cubicBezTo>
                  <a:cubicBezTo>
                    <a:pt x="1342978" y="278266"/>
                    <a:pt x="1392540" y="306489"/>
                    <a:pt x="1453805" y="290657"/>
                  </a:cubicBezTo>
                  <a:cubicBezTo>
                    <a:pt x="1473766" y="285837"/>
                    <a:pt x="1485466" y="271382"/>
                    <a:pt x="1495105" y="254863"/>
                  </a:cubicBezTo>
                  <a:cubicBezTo>
                    <a:pt x="1526770" y="200482"/>
                    <a:pt x="1559122" y="146104"/>
                    <a:pt x="1591474" y="91723"/>
                  </a:cubicBezTo>
                  <a:cubicBezTo>
                    <a:pt x="1612126" y="56616"/>
                    <a:pt x="1630023" y="49045"/>
                    <a:pt x="1669259" y="59371"/>
                  </a:cubicBezTo>
                  <a:cubicBezTo>
                    <a:pt x="1747730" y="79332"/>
                    <a:pt x="1758056" y="96542"/>
                    <a:pt x="1746353" y="183962"/>
                  </a:cubicBezTo>
                  <a:cubicBezTo>
                    <a:pt x="1739469" y="236279"/>
                    <a:pt x="1733275" y="288592"/>
                    <a:pt x="1727078" y="340909"/>
                  </a:cubicBezTo>
                  <a:cubicBezTo>
                    <a:pt x="1726391" y="346412"/>
                    <a:pt x="1726391" y="351922"/>
                    <a:pt x="1727078" y="357429"/>
                  </a:cubicBezTo>
                  <a:cubicBezTo>
                    <a:pt x="1736027" y="413184"/>
                    <a:pt x="1820695" y="451733"/>
                    <a:pt x="1866815" y="419381"/>
                  </a:cubicBezTo>
                  <a:cubicBezTo>
                    <a:pt x="1919128" y="382210"/>
                    <a:pt x="1969381" y="342970"/>
                    <a:pt x="2020320" y="304425"/>
                  </a:cubicBezTo>
                  <a:cubicBezTo>
                    <a:pt x="2057488" y="276202"/>
                    <a:pt x="2076075" y="276893"/>
                    <a:pt x="2113243" y="305802"/>
                  </a:cubicBezTo>
                  <a:cubicBezTo>
                    <a:pt x="2118066" y="309931"/>
                    <a:pt x="2122882" y="313373"/>
                    <a:pt x="2127702" y="318193"/>
                  </a:cubicBezTo>
                  <a:cubicBezTo>
                    <a:pt x="2171066" y="359493"/>
                    <a:pt x="2173134" y="371884"/>
                    <a:pt x="2143534" y="424197"/>
                  </a:cubicBezTo>
                  <a:cubicBezTo>
                    <a:pt x="2115311" y="474449"/>
                    <a:pt x="2088466" y="525385"/>
                    <a:pt x="2058865" y="574947"/>
                  </a:cubicBezTo>
                  <a:cubicBezTo>
                    <a:pt x="2037527" y="611431"/>
                    <a:pt x="2047166" y="641719"/>
                    <a:pt x="2070569" y="672693"/>
                  </a:cubicBezTo>
                  <a:cubicBezTo>
                    <a:pt x="2093972" y="703671"/>
                    <a:pt x="2120818" y="718813"/>
                    <a:pt x="2160053" y="708487"/>
                  </a:cubicBezTo>
                  <a:cubicBezTo>
                    <a:pt x="2220628" y="692654"/>
                    <a:pt x="2281203" y="677512"/>
                    <a:pt x="2341091" y="660993"/>
                  </a:cubicBezTo>
                  <a:cubicBezTo>
                    <a:pt x="2379640" y="650667"/>
                    <a:pt x="2396850" y="656860"/>
                    <a:pt x="2418189" y="690590"/>
                  </a:cubicBezTo>
                  <a:cubicBezTo>
                    <a:pt x="2427824" y="705048"/>
                    <a:pt x="2436082" y="720190"/>
                    <a:pt x="2441592" y="736710"/>
                  </a:cubicBezTo>
                  <a:cubicBezTo>
                    <a:pt x="2451918" y="766310"/>
                    <a:pt x="2447095" y="784894"/>
                    <a:pt x="2422317" y="804855"/>
                  </a:cubicBezTo>
                  <a:cubicBezTo>
                    <a:pt x="2370691" y="846159"/>
                    <a:pt x="2319752" y="887460"/>
                    <a:pt x="2267439" y="928073"/>
                  </a:cubicBezTo>
                  <a:cubicBezTo>
                    <a:pt x="2241280" y="948034"/>
                    <a:pt x="2234396" y="972815"/>
                    <a:pt x="2239903" y="1003103"/>
                  </a:cubicBezTo>
                  <a:cubicBezTo>
                    <a:pt x="2241967" y="1013429"/>
                    <a:pt x="2245409" y="1023064"/>
                    <a:pt x="2248164" y="1033390"/>
                  </a:cubicBezTo>
                  <a:cubicBezTo>
                    <a:pt x="2257113" y="1065745"/>
                    <a:pt x="2278452" y="1083639"/>
                    <a:pt x="2311490" y="1087771"/>
                  </a:cubicBezTo>
                  <a:cubicBezTo>
                    <a:pt x="2374133" y="1096033"/>
                    <a:pt x="2436772" y="1104978"/>
                    <a:pt x="2498725" y="1113239"/>
                  </a:cubicBezTo>
                  <a:cubicBezTo>
                    <a:pt x="2535896" y="1118059"/>
                    <a:pt x="2555167" y="1135956"/>
                    <a:pt x="2559299" y="1173127"/>
                  </a:cubicBezTo>
                  <a:cubicBezTo>
                    <a:pt x="2561364" y="1191024"/>
                    <a:pt x="2563428" y="1208921"/>
                    <a:pt x="2561364" y="1226818"/>
                  </a:cubicBezTo>
                  <a:cubicBezTo>
                    <a:pt x="2557922" y="1255041"/>
                    <a:pt x="2543467" y="1270873"/>
                    <a:pt x="2517309" y="1278444"/>
                  </a:cubicBezTo>
                  <a:cubicBezTo>
                    <a:pt x="2458798" y="1294964"/>
                    <a:pt x="2399601" y="1311483"/>
                    <a:pt x="2341091" y="1328693"/>
                  </a:cubicBezTo>
                  <a:cubicBezTo>
                    <a:pt x="2283958" y="1345212"/>
                    <a:pt x="2257800" y="1388581"/>
                    <a:pt x="2269503" y="1447778"/>
                  </a:cubicBezTo>
                  <a:cubicBezTo>
                    <a:pt x="2273632" y="1470494"/>
                    <a:pt x="2286709" y="1484949"/>
                    <a:pt x="2305984" y="1495966"/>
                  </a:cubicBezTo>
                  <a:cubicBezTo>
                    <a:pt x="2359678" y="1527631"/>
                    <a:pt x="2413365" y="1559292"/>
                    <a:pt x="2467747" y="1590957"/>
                  </a:cubicBezTo>
                  <a:cubicBezTo>
                    <a:pt x="2507673" y="1614360"/>
                    <a:pt x="2513867" y="1628128"/>
                    <a:pt x="2502854" y="1672871"/>
                  </a:cubicBezTo>
                  <a:cubicBezTo>
                    <a:pt x="2502167" y="1675626"/>
                    <a:pt x="2502167" y="1678377"/>
                    <a:pt x="2501476" y="1681132"/>
                  </a:cubicBezTo>
                  <a:cubicBezTo>
                    <a:pt x="2484957" y="1735510"/>
                    <a:pt x="2466369" y="1762359"/>
                    <a:pt x="2404421" y="1750655"/>
                  </a:cubicBezTo>
                  <a:cubicBezTo>
                    <a:pt x="2348662" y="1739639"/>
                    <a:pt x="2291529" y="1737578"/>
                    <a:pt x="2235083" y="1729316"/>
                  </a:cubicBezTo>
                  <a:cubicBezTo>
                    <a:pt x="2195160" y="1723810"/>
                    <a:pt x="2169002" y="1739639"/>
                    <a:pt x="2149727" y="1773372"/>
                  </a:cubicBezTo>
                  <a:cubicBezTo>
                    <a:pt x="2129766" y="1807788"/>
                    <a:pt x="2120818" y="1840140"/>
                    <a:pt x="2148350" y="1875247"/>
                  </a:cubicBezTo>
                  <a:cubicBezTo>
                    <a:pt x="2185521" y="1922744"/>
                    <a:pt x="2221319" y="1971615"/>
                    <a:pt x="2257800" y="2019800"/>
                  </a:cubicBezTo>
                  <a:cubicBezTo>
                    <a:pt x="2288087" y="2059036"/>
                    <a:pt x="2288087" y="2074872"/>
                    <a:pt x="2257800" y="2114104"/>
                  </a:cubicBezTo>
                  <a:cubicBezTo>
                    <a:pt x="2256422" y="2115481"/>
                    <a:pt x="2255048" y="2117546"/>
                    <a:pt x="2253671" y="2118923"/>
                  </a:cubicBezTo>
                  <a:cubicBezTo>
                    <a:pt x="2213744" y="2161601"/>
                    <a:pt x="2197912" y="2180189"/>
                    <a:pt x="2135273" y="2142327"/>
                  </a:cubicBezTo>
                  <a:cubicBezTo>
                    <a:pt x="2087088" y="2113417"/>
                    <a:pt x="2036149" y="2088636"/>
                    <a:pt x="1988655" y="2059726"/>
                  </a:cubicBezTo>
                  <a:cubicBezTo>
                    <a:pt x="1949416" y="2036323"/>
                    <a:pt x="1919128" y="2050087"/>
                    <a:pt x="1888154" y="2074181"/>
                  </a:cubicBezTo>
                  <a:cubicBezTo>
                    <a:pt x="1857180" y="2097584"/>
                    <a:pt x="1844786" y="2125807"/>
                    <a:pt x="1855802" y="2165043"/>
                  </a:cubicBezTo>
                  <a:cubicBezTo>
                    <a:pt x="1873009" y="2225618"/>
                    <a:pt x="1888154" y="2286883"/>
                    <a:pt x="1903296" y="2348145"/>
                  </a:cubicBezTo>
                  <a:cubicBezTo>
                    <a:pt x="1911558" y="2381187"/>
                    <a:pt x="1904677" y="2399084"/>
                    <a:pt x="1876451" y="2416981"/>
                  </a:cubicBezTo>
                  <a:cubicBezTo>
                    <a:pt x="1861309" y="2426617"/>
                    <a:pt x="1845476" y="2435569"/>
                    <a:pt x="1828266" y="2441762"/>
                  </a:cubicBezTo>
                  <a:cubicBezTo>
                    <a:pt x="1797979" y="2452775"/>
                    <a:pt x="1775953" y="2447269"/>
                    <a:pt x="1755992" y="2421801"/>
                  </a:cubicBezTo>
                  <a:cubicBezTo>
                    <a:pt x="1718130" y="2374303"/>
                    <a:pt x="1680271" y="2326119"/>
                    <a:pt x="1642413" y="2277935"/>
                  </a:cubicBezTo>
                  <a:cubicBezTo>
                    <a:pt x="1605929" y="2232502"/>
                    <a:pt x="1539848" y="2226308"/>
                    <a:pt x="1495792" y="2265544"/>
                  </a:cubicBezTo>
                  <a:cubicBezTo>
                    <a:pt x="1484089" y="2275870"/>
                    <a:pt x="1478586" y="2288948"/>
                    <a:pt x="1476518" y="2304090"/>
                  </a:cubicBezTo>
                  <a:cubicBezTo>
                    <a:pt x="1467569" y="2367419"/>
                    <a:pt x="1457243" y="2430059"/>
                    <a:pt x="1450363" y="2493388"/>
                  </a:cubicBezTo>
                  <a:cubicBezTo>
                    <a:pt x="1446230" y="2526431"/>
                    <a:pt x="1433153" y="2549834"/>
                    <a:pt x="1400801" y="2560160"/>
                  </a:cubicBezTo>
                  <a:cubicBezTo>
                    <a:pt x="1373265" y="2560160"/>
                    <a:pt x="1345042" y="2560160"/>
                    <a:pt x="1317510" y="2560160"/>
                  </a:cubicBezTo>
                  <a:cubicBezTo>
                    <a:pt x="1298235" y="2548457"/>
                    <a:pt x="1287223" y="2531247"/>
                    <a:pt x="1281026" y="2509221"/>
                  </a:cubicBezTo>
                  <a:cubicBezTo>
                    <a:pt x="1264506" y="2448646"/>
                    <a:pt x="1245919" y="2388071"/>
                    <a:pt x="1229399" y="2326806"/>
                  </a:cubicBezTo>
                  <a:cubicBezTo>
                    <a:pt x="1220451" y="2294454"/>
                    <a:pt x="1200489" y="2277244"/>
                    <a:pt x="1168138" y="2273115"/>
                  </a:cubicBezTo>
                  <a:cubicBezTo>
                    <a:pt x="1155747" y="2271738"/>
                    <a:pt x="1143357" y="2269673"/>
                    <a:pt x="1130966" y="2268986"/>
                  </a:cubicBezTo>
                  <a:cubicBezTo>
                    <a:pt x="1102056" y="2266918"/>
                    <a:pt x="1082095" y="2279999"/>
                    <a:pt x="1067636" y="2304090"/>
                  </a:cubicBezTo>
                  <a:cubicBezTo>
                    <a:pt x="1062130" y="2313042"/>
                    <a:pt x="1057310" y="2321986"/>
                    <a:pt x="1051804" y="2330935"/>
                  </a:cubicBezTo>
                  <a:cubicBezTo>
                    <a:pt x="1022894" y="2379810"/>
                    <a:pt x="994671" y="2429372"/>
                    <a:pt x="965074" y="2477556"/>
                  </a:cubicBezTo>
                  <a:cubicBezTo>
                    <a:pt x="949242" y="2504401"/>
                    <a:pt x="929968" y="2511285"/>
                    <a:pt x="899680" y="2504401"/>
                  </a:cubicBezTo>
                  <a:cubicBezTo>
                    <a:pt x="881093" y="2500272"/>
                    <a:pt x="863886" y="2494075"/>
                    <a:pt x="846676" y="2486504"/>
                  </a:cubicBezTo>
                  <a:cubicBezTo>
                    <a:pt x="816389" y="2472049"/>
                    <a:pt x="806754" y="2453462"/>
                    <a:pt x="810883" y="2419733"/>
                  </a:cubicBezTo>
                  <a:cubicBezTo>
                    <a:pt x="818453" y="2357093"/>
                    <a:pt x="824647" y="2294454"/>
                    <a:pt x="833595" y="2231815"/>
                  </a:cubicBezTo>
                  <a:cubicBezTo>
                    <a:pt x="839792" y="2187760"/>
                    <a:pt x="816389" y="2163669"/>
                    <a:pt x="781969" y="2144391"/>
                  </a:cubicBezTo>
                  <a:cubicBezTo>
                    <a:pt x="748243" y="2125807"/>
                    <a:pt x="717956" y="2123056"/>
                    <a:pt x="686291" y="2149211"/>
                  </a:cubicBezTo>
                  <a:cubicBezTo>
                    <a:pt x="642236" y="2184318"/>
                    <a:pt x="596116" y="2216669"/>
                    <a:pt x="552061" y="2251089"/>
                  </a:cubicBezTo>
                  <a:cubicBezTo>
                    <a:pt x="507318" y="2286193"/>
                    <a:pt x="488044" y="2293764"/>
                    <a:pt x="432976" y="2244205"/>
                  </a:cubicBezTo>
                  <a:cubicBezTo>
                    <a:pt x="429534" y="2240763"/>
                    <a:pt x="426092" y="2237321"/>
                    <a:pt x="422650" y="2233879"/>
                  </a:cubicBezTo>
                  <a:cubicBezTo>
                    <a:pt x="395804" y="2206343"/>
                    <a:pt x="393049" y="2185005"/>
                    <a:pt x="412327" y="2151275"/>
                  </a:cubicBezTo>
                  <a:cubicBezTo>
                    <a:pt x="441924" y="2098275"/>
                    <a:pt x="472211" y="2044581"/>
                    <a:pt x="501812" y="1991577"/>
                  </a:cubicBezTo>
                  <a:cubicBezTo>
                    <a:pt x="510070" y="1976435"/>
                    <a:pt x="519018" y="1961289"/>
                    <a:pt x="516954" y="1942706"/>
                  </a:cubicBezTo>
                  <a:cubicBezTo>
                    <a:pt x="512134" y="1886950"/>
                    <a:pt x="450185" y="1842895"/>
                    <a:pt x="396491" y="1856663"/>
                  </a:cubicBezTo>
                  <a:cubicBezTo>
                    <a:pt x="334542" y="1872492"/>
                    <a:pt x="272590" y="1888328"/>
                    <a:pt x="211325" y="1904847"/>
                  </a:cubicBezTo>
                  <a:cubicBezTo>
                    <a:pt x="186544" y="1911731"/>
                    <a:pt x="167960" y="1904157"/>
                    <a:pt x="152128" y="1884886"/>
                  </a:cubicBezTo>
                  <a:cubicBezTo>
                    <a:pt x="139050" y="1869050"/>
                    <a:pt x="130789" y="1851153"/>
                    <a:pt x="122527" y="1832569"/>
                  </a:cubicBezTo>
                  <a:cubicBezTo>
                    <a:pt x="108763" y="1800217"/>
                    <a:pt x="114956" y="1776810"/>
                    <a:pt x="142492" y="1755475"/>
                  </a:cubicBezTo>
                  <a:cubicBezTo>
                    <a:pt x="187922" y="1718990"/>
                    <a:pt x="234041" y="1683197"/>
                    <a:pt x="279474" y="1646716"/>
                  </a:cubicBezTo>
                  <a:cubicBezTo>
                    <a:pt x="327658" y="1609544"/>
                    <a:pt x="331787" y="1593708"/>
                    <a:pt x="315955" y="1535889"/>
                  </a:cubicBezTo>
                  <a:cubicBezTo>
                    <a:pt x="304942" y="1498030"/>
                    <a:pt x="282226" y="1478065"/>
                    <a:pt x="242303" y="1473936"/>
                  </a:cubicBezTo>
                  <a:cubicBezTo>
                    <a:pt x="184480" y="1467739"/>
                    <a:pt x="127347" y="1456730"/>
                    <a:pt x="69523" y="1450533"/>
                  </a:cubicBezTo>
                  <a:cubicBezTo>
                    <a:pt x="36485" y="1447091"/>
                    <a:pt x="13081" y="1434014"/>
                    <a:pt x="1378" y="1402349"/>
                  </a:cubicBezTo>
                  <a:cubicBezTo>
                    <a:pt x="0" y="1372748"/>
                    <a:pt x="0" y="1345212"/>
                    <a:pt x="0" y="1316993"/>
                  </a:cubicBezTo>
                  <a:cubicBezTo>
                    <a:pt x="11017" y="1296341"/>
                    <a:pt x="28223" y="1286019"/>
                    <a:pt x="50253" y="1280509"/>
                  </a:cubicBezTo>
                  <a:cubicBezTo>
                    <a:pt x="109450" y="1264676"/>
                    <a:pt x="167273" y="1246779"/>
                    <a:pt x="226470" y="1230947"/>
                  </a:cubicBezTo>
                  <a:cubicBezTo>
                    <a:pt x="262264" y="1221311"/>
                    <a:pt x="283603" y="1201350"/>
                    <a:pt x="287045" y="1163488"/>
                  </a:cubicBezTo>
                  <a:cubicBezTo>
                    <a:pt x="287732" y="1153853"/>
                    <a:pt x="289110" y="1144217"/>
                    <a:pt x="290487" y="1134578"/>
                  </a:cubicBezTo>
                  <a:cubicBezTo>
                    <a:pt x="293929" y="1102226"/>
                    <a:pt x="279474" y="1080197"/>
                    <a:pt x="252629" y="1064368"/>
                  </a:cubicBezTo>
                  <a:cubicBezTo>
                    <a:pt x="198934" y="1033390"/>
                    <a:pt x="145934" y="1001725"/>
                    <a:pt x="92930" y="970751"/>
                  </a:cubicBezTo>
                  <a:cubicBezTo>
                    <a:pt x="53691" y="948034"/>
                    <a:pt x="46811" y="930824"/>
                    <a:pt x="58511" y="886773"/>
                  </a:cubicBezTo>
                  <a:cubicBezTo>
                    <a:pt x="59888" y="882640"/>
                    <a:pt x="60575" y="878511"/>
                    <a:pt x="61953" y="875069"/>
                  </a:cubicBezTo>
                  <a:cubicBezTo>
                    <a:pt x="79162" y="817936"/>
                    <a:pt x="94304" y="806923"/>
                    <a:pt x="152815" y="812430"/>
                  </a:cubicBezTo>
                  <a:cubicBezTo>
                    <a:pt x="209260" y="817936"/>
                    <a:pt x="265706" y="824133"/>
                    <a:pt x="322152" y="831704"/>
                  </a:cubicBezTo>
                  <a:cubicBezTo>
                    <a:pt x="366894" y="837211"/>
                    <a:pt x="386165" y="829636"/>
                    <a:pt x="408885" y="791778"/>
                  </a:cubicBezTo>
                  <a:cubicBezTo>
                    <a:pt x="441233" y="739465"/>
                    <a:pt x="439860" y="722942"/>
                    <a:pt x="402001" y="674070"/>
                  </a:cubicBezTo>
                  <a:cubicBezTo>
                    <a:pt x="366204" y="627951"/>
                    <a:pt x="331100" y="581144"/>
                    <a:pt x="296681" y="534333"/>
                  </a:cubicBezTo>
                  <a:cubicBezTo>
                    <a:pt x="276032" y="506801"/>
                    <a:pt x="276032" y="484085"/>
                    <a:pt x="296681" y="456552"/>
                  </a:cubicBezTo>
                  <a:cubicBezTo>
                    <a:pt x="307007" y="442784"/>
                    <a:pt x="318019" y="429016"/>
                    <a:pt x="331100" y="418003"/>
                  </a:cubicBezTo>
                  <a:cubicBezTo>
                    <a:pt x="357255" y="395978"/>
                    <a:pt x="375156" y="393223"/>
                    <a:pt x="404753" y="409742"/>
                  </a:cubicBezTo>
                  <a:cubicBezTo>
                    <a:pt x="457069" y="438652"/>
                    <a:pt x="510760" y="465497"/>
                    <a:pt x="561009" y="497853"/>
                  </a:cubicBezTo>
                  <a:cubicBezTo>
                    <a:pt x="618832" y="535024"/>
                    <a:pt x="658755" y="510243"/>
                    <a:pt x="700746" y="458617"/>
                  </a:cubicBezTo>
                  <a:cubicBezTo>
                    <a:pt x="714514" y="441407"/>
                    <a:pt x="709694" y="418690"/>
                    <a:pt x="704188" y="398042"/>
                  </a:cubicBezTo>
                  <a:cubicBezTo>
                    <a:pt x="689042" y="339532"/>
                    <a:pt x="673901" y="281022"/>
                    <a:pt x="658755" y="222511"/>
                  </a:cubicBezTo>
                  <a:cubicBezTo>
                    <a:pt x="647742" y="180520"/>
                    <a:pt x="654626" y="163310"/>
                    <a:pt x="691798" y="141285"/>
                  </a:cubicBezTo>
                  <a:cubicBezTo>
                    <a:pt x="700055" y="136465"/>
                    <a:pt x="708317" y="131645"/>
                    <a:pt x="717265" y="127517"/>
                  </a:cubicBezTo>
                  <a:cubicBezTo>
                    <a:pt x="762008" y="106868"/>
                    <a:pt x="781969" y="111684"/>
                    <a:pt x="812256" y="150924"/>
                  </a:cubicBezTo>
                  <a:cubicBezTo>
                    <a:pt x="848741" y="197040"/>
                    <a:pt x="885225" y="243850"/>
                    <a:pt x="921706" y="289970"/>
                  </a:cubicBezTo>
                  <a:cubicBezTo>
                    <a:pt x="956126" y="332648"/>
                    <a:pt x="1036662" y="332648"/>
                    <a:pt x="1071078" y="289279"/>
                  </a:cubicBezTo>
                  <a:cubicBezTo>
                    <a:pt x="1085533" y="270696"/>
                    <a:pt x="1085533" y="247292"/>
                    <a:pt x="1088975" y="225953"/>
                  </a:cubicBezTo>
                  <a:cubicBezTo>
                    <a:pt x="1097237" y="172259"/>
                    <a:pt x="1104121" y="118568"/>
                    <a:pt x="1111005" y="64877"/>
                  </a:cubicBezTo>
                  <a:cubicBezTo>
                    <a:pt x="1116511" y="22200"/>
                    <a:pt x="1128211" y="10496"/>
                    <a:pt x="1170889" y="2925"/>
                  </a:cubicBezTo>
                  <a:cubicBezTo>
                    <a:pt x="1188786" y="-517"/>
                    <a:pt x="1206686" y="-517"/>
                    <a:pt x="1224583" y="861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" name="sketch line">
            <a:extLst>
              <a:ext uri="{FF2B5EF4-FFF2-40B4-BE49-F238E27FC236}">
                <a16:creationId xmlns:a16="http://schemas.microsoft.com/office/drawing/2014/main" xmlns="" id="{DB17E863-922E-4C26-BD64-E8FD41D2866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669036" y="1677373"/>
            <a:ext cx="10853928" cy="18288"/>
          </a:xfrm>
          <a:custGeom>
            <a:avLst/>
            <a:gdLst>
              <a:gd name="connsiteX0" fmla="*/ 0 w 10853928"/>
              <a:gd name="connsiteY0" fmla="*/ 0 h 18288"/>
              <a:gd name="connsiteX1" fmla="*/ 461292 w 10853928"/>
              <a:gd name="connsiteY1" fmla="*/ 0 h 18288"/>
              <a:gd name="connsiteX2" fmla="*/ 1139662 w 10853928"/>
              <a:gd name="connsiteY2" fmla="*/ 0 h 18288"/>
              <a:gd name="connsiteX3" fmla="*/ 1926572 w 10853928"/>
              <a:gd name="connsiteY3" fmla="*/ 0 h 18288"/>
              <a:gd name="connsiteX4" fmla="*/ 2279325 w 10853928"/>
              <a:gd name="connsiteY4" fmla="*/ 0 h 18288"/>
              <a:gd name="connsiteX5" fmla="*/ 2632078 w 10853928"/>
              <a:gd name="connsiteY5" fmla="*/ 0 h 18288"/>
              <a:gd name="connsiteX6" fmla="*/ 3527527 w 10853928"/>
              <a:gd name="connsiteY6" fmla="*/ 0 h 18288"/>
              <a:gd name="connsiteX7" fmla="*/ 4205897 w 10853928"/>
              <a:gd name="connsiteY7" fmla="*/ 0 h 18288"/>
              <a:gd name="connsiteX8" fmla="*/ 4558650 w 10853928"/>
              <a:gd name="connsiteY8" fmla="*/ 0 h 18288"/>
              <a:gd name="connsiteX9" fmla="*/ 5237020 w 10853928"/>
              <a:gd name="connsiteY9" fmla="*/ 0 h 18288"/>
              <a:gd name="connsiteX10" fmla="*/ 6132469 w 10853928"/>
              <a:gd name="connsiteY10" fmla="*/ 0 h 18288"/>
              <a:gd name="connsiteX11" fmla="*/ 6702301 w 10853928"/>
              <a:gd name="connsiteY11" fmla="*/ 0 h 18288"/>
              <a:gd name="connsiteX12" fmla="*/ 7272132 w 10853928"/>
              <a:gd name="connsiteY12" fmla="*/ 0 h 18288"/>
              <a:gd name="connsiteX13" fmla="*/ 7950502 w 10853928"/>
              <a:gd name="connsiteY13" fmla="*/ 0 h 18288"/>
              <a:gd name="connsiteX14" fmla="*/ 8737412 w 10853928"/>
              <a:gd name="connsiteY14" fmla="*/ 0 h 18288"/>
              <a:gd name="connsiteX15" fmla="*/ 9524322 w 10853928"/>
              <a:gd name="connsiteY15" fmla="*/ 0 h 18288"/>
              <a:gd name="connsiteX16" fmla="*/ 10853928 w 10853928"/>
              <a:gd name="connsiteY16" fmla="*/ 0 h 18288"/>
              <a:gd name="connsiteX17" fmla="*/ 10853928 w 10853928"/>
              <a:gd name="connsiteY17" fmla="*/ 18288 h 18288"/>
              <a:gd name="connsiteX18" fmla="*/ 10392636 w 10853928"/>
              <a:gd name="connsiteY18" fmla="*/ 18288 h 18288"/>
              <a:gd name="connsiteX19" fmla="*/ 9497187 w 10853928"/>
              <a:gd name="connsiteY19" fmla="*/ 18288 h 18288"/>
              <a:gd name="connsiteX20" fmla="*/ 8818817 w 10853928"/>
              <a:gd name="connsiteY20" fmla="*/ 18288 h 18288"/>
              <a:gd name="connsiteX21" fmla="*/ 8466064 w 10853928"/>
              <a:gd name="connsiteY21" fmla="*/ 18288 h 18288"/>
              <a:gd name="connsiteX22" fmla="*/ 7787693 w 10853928"/>
              <a:gd name="connsiteY22" fmla="*/ 18288 h 18288"/>
              <a:gd name="connsiteX23" fmla="*/ 7217862 w 10853928"/>
              <a:gd name="connsiteY23" fmla="*/ 18288 h 18288"/>
              <a:gd name="connsiteX24" fmla="*/ 6648031 w 10853928"/>
              <a:gd name="connsiteY24" fmla="*/ 18288 h 18288"/>
              <a:gd name="connsiteX25" fmla="*/ 6078200 w 10853928"/>
              <a:gd name="connsiteY25" fmla="*/ 18288 h 18288"/>
              <a:gd name="connsiteX26" fmla="*/ 5508368 w 10853928"/>
              <a:gd name="connsiteY26" fmla="*/ 18288 h 18288"/>
              <a:gd name="connsiteX27" fmla="*/ 4721459 w 10853928"/>
              <a:gd name="connsiteY27" fmla="*/ 18288 h 18288"/>
              <a:gd name="connsiteX28" fmla="*/ 4043088 w 10853928"/>
              <a:gd name="connsiteY28" fmla="*/ 18288 h 18288"/>
              <a:gd name="connsiteX29" fmla="*/ 3690336 w 10853928"/>
              <a:gd name="connsiteY29" fmla="*/ 18288 h 18288"/>
              <a:gd name="connsiteX30" fmla="*/ 3120504 w 10853928"/>
              <a:gd name="connsiteY30" fmla="*/ 18288 h 18288"/>
              <a:gd name="connsiteX31" fmla="*/ 2333595 w 10853928"/>
              <a:gd name="connsiteY31" fmla="*/ 18288 h 18288"/>
              <a:gd name="connsiteX32" fmla="*/ 1872303 w 10853928"/>
              <a:gd name="connsiteY32" fmla="*/ 18288 h 18288"/>
              <a:gd name="connsiteX33" fmla="*/ 976854 w 10853928"/>
              <a:gd name="connsiteY33" fmla="*/ 18288 h 18288"/>
              <a:gd name="connsiteX34" fmla="*/ 0 w 10853928"/>
              <a:gd name="connsiteY34" fmla="*/ 18288 h 18288"/>
              <a:gd name="connsiteX35" fmla="*/ 0 w 10853928"/>
              <a:gd name="connsiteY35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853928" h="18288" fill="none" extrusionOk="0">
                <a:moveTo>
                  <a:pt x="0" y="0"/>
                </a:moveTo>
                <a:cubicBezTo>
                  <a:pt x="146993" y="-19076"/>
                  <a:pt x="347684" y="-4790"/>
                  <a:pt x="461292" y="0"/>
                </a:cubicBezTo>
                <a:cubicBezTo>
                  <a:pt x="574900" y="4790"/>
                  <a:pt x="808367" y="19821"/>
                  <a:pt x="1139662" y="0"/>
                </a:cubicBezTo>
                <a:cubicBezTo>
                  <a:pt x="1470957" y="-19821"/>
                  <a:pt x="1627405" y="5721"/>
                  <a:pt x="1926572" y="0"/>
                </a:cubicBezTo>
                <a:cubicBezTo>
                  <a:pt x="2225739" y="-5721"/>
                  <a:pt x="2137730" y="-3235"/>
                  <a:pt x="2279325" y="0"/>
                </a:cubicBezTo>
                <a:cubicBezTo>
                  <a:pt x="2420920" y="3235"/>
                  <a:pt x="2456518" y="9685"/>
                  <a:pt x="2632078" y="0"/>
                </a:cubicBezTo>
                <a:cubicBezTo>
                  <a:pt x="2807638" y="-9685"/>
                  <a:pt x="3211516" y="-43007"/>
                  <a:pt x="3527527" y="0"/>
                </a:cubicBezTo>
                <a:cubicBezTo>
                  <a:pt x="3843538" y="43007"/>
                  <a:pt x="4058833" y="22042"/>
                  <a:pt x="4205897" y="0"/>
                </a:cubicBezTo>
                <a:cubicBezTo>
                  <a:pt x="4352961" y="-22042"/>
                  <a:pt x="4474805" y="-11846"/>
                  <a:pt x="4558650" y="0"/>
                </a:cubicBezTo>
                <a:cubicBezTo>
                  <a:pt x="4642495" y="11846"/>
                  <a:pt x="5041928" y="-6069"/>
                  <a:pt x="5237020" y="0"/>
                </a:cubicBezTo>
                <a:cubicBezTo>
                  <a:pt x="5432112" y="6069"/>
                  <a:pt x="5943266" y="-17479"/>
                  <a:pt x="6132469" y="0"/>
                </a:cubicBezTo>
                <a:cubicBezTo>
                  <a:pt x="6321672" y="17479"/>
                  <a:pt x="6483872" y="26234"/>
                  <a:pt x="6702301" y="0"/>
                </a:cubicBezTo>
                <a:cubicBezTo>
                  <a:pt x="6920730" y="-26234"/>
                  <a:pt x="6991194" y="-15156"/>
                  <a:pt x="7272132" y="0"/>
                </a:cubicBezTo>
                <a:cubicBezTo>
                  <a:pt x="7553070" y="15156"/>
                  <a:pt x="7684444" y="-32961"/>
                  <a:pt x="7950502" y="0"/>
                </a:cubicBezTo>
                <a:cubicBezTo>
                  <a:pt x="8216560" y="32961"/>
                  <a:pt x="8493290" y="-10491"/>
                  <a:pt x="8737412" y="0"/>
                </a:cubicBezTo>
                <a:cubicBezTo>
                  <a:pt x="8981534" y="10491"/>
                  <a:pt x="9191586" y="-13899"/>
                  <a:pt x="9524322" y="0"/>
                </a:cubicBezTo>
                <a:cubicBezTo>
                  <a:pt x="9857058" y="13899"/>
                  <a:pt x="10297509" y="7485"/>
                  <a:pt x="10853928" y="0"/>
                </a:cubicBezTo>
                <a:cubicBezTo>
                  <a:pt x="10854574" y="4451"/>
                  <a:pt x="10854418" y="9226"/>
                  <a:pt x="10853928" y="18288"/>
                </a:cubicBezTo>
                <a:cubicBezTo>
                  <a:pt x="10691638" y="28522"/>
                  <a:pt x="10574319" y="29578"/>
                  <a:pt x="10392636" y="18288"/>
                </a:cubicBezTo>
                <a:cubicBezTo>
                  <a:pt x="10210953" y="6998"/>
                  <a:pt x="9836277" y="-16742"/>
                  <a:pt x="9497187" y="18288"/>
                </a:cubicBezTo>
                <a:cubicBezTo>
                  <a:pt x="9158097" y="53318"/>
                  <a:pt x="9119479" y="30714"/>
                  <a:pt x="8818817" y="18288"/>
                </a:cubicBezTo>
                <a:cubicBezTo>
                  <a:pt x="8518155" y="5863"/>
                  <a:pt x="8640037" y="6483"/>
                  <a:pt x="8466064" y="18288"/>
                </a:cubicBezTo>
                <a:cubicBezTo>
                  <a:pt x="8292091" y="30093"/>
                  <a:pt x="7997656" y="18914"/>
                  <a:pt x="7787693" y="18288"/>
                </a:cubicBezTo>
                <a:cubicBezTo>
                  <a:pt x="7577730" y="17662"/>
                  <a:pt x="7412468" y="21416"/>
                  <a:pt x="7217862" y="18288"/>
                </a:cubicBezTo>
                <a:cubicBezTo>
                  <a:pt x="7023256" y="15160"/>
                  <a:pt x="6898018" y="14824"/>
                  <a:pt x="6648031" y="18288"/>
                </a:cubicBezTo>
                <a:cubicBezTo>
                  <a:pt x="6398044" y="21752"/>
                  <a:pt x="6254402" y="38625"/>
                  <a:pt x="6078200" y="18288"/>
                </a:cubicBezTo>
                <a:cubicBezTo>
                  <a:pt x="5901998" y="-2049"/>
                  <a:pt x="5622886" y="3213"/>
                  <a:pt x="5508368" y="18288"/>
                </a:cubicBezTo>
                <a:cubicBezTo>
                  <a:pt x="5393850" y="33363"/>
                  <a:pt x="5036260" y="26830"/>
                  <a:pt x="4721459" y="18288"/>
                </a:cubicBezTo>
                <a:cubicBezTo>
                  <a:pt x="4406658" y="9746"/>
                  <a:pt x="4239221" y="41551"/>
                  <a:pt x="4043088" y="18288"/>
                </a:cubicBezTo>
                <a:cubicBezTo>
                  <a:pt x="3846955" y="-4975"/>
                  <a:pt x="3818802" y="34658"/>
                  <a:pt x="3690336" y="18288"/>
                </a:cubicBezTo>
                <a:cubicBezTo>
                  <a:pt x="3561870" y="1918"/>
                  <a:pt x="3265491" y="42194"/>
                  <a:pt x="3120504" y="18288"/>
                </a:cubicBezTo>
                <a:cubicBezTo>
                  <a:pt x="2975517" y="-5618"/>
                  <a:pt x="2720254" y="36673"/>
                  <a:pt x="2333595" y="18288"/>
                </a:cubicBezTo>
                <a:cubicBezTo>
                  <a:pt x="1946936" y="-97"/>
                  <a:pt x="2097241" y="5776"/>
                  <a:pt x="1872303" y="18288"/>
                </a:cubicBezTo>
                <a:cubicBezTo>
                  <a:pt x="1647365" y="30800"/>
                  <a:pt x="1282708" y="45380"/>
                  <a:pt x="976854" y="18288"/>
                </a:cubicBezTo>
                <a:cubicBezTo>
                  <a:pt x="671000" y="-8804"/>
                  <a:pt x="408401" y="-12775"/>
                  <a:pt x="0" y="18288"/>
                </a:cubicBezTo>
                <a:cubicBezTo>
                  <a:pt x="-213" y="9468"/>
                  <a:pt x="187" y="4459"/>
                  <a:pt x="0" y="0"/>
                </a:cubicBezTo>
                <a:close/>
              </a:path>
              <a:path w="10853928" h="18288" stroke="0" extrusionOk="0">
                <a:moveTo>
                  <a:pt x="0" y="0"/>
                </a:moveTo>
                <a:cubicBezTo>
                  <a:pt x="267322" y="15284"/>
                  <a:pt x="415388" y="-21048"/>
                  <a:pt x="569831" y="0"/>
                </a:cubicBezTo>
                <a:cubicBezTo>
                  <a:pt x="724274" y="21048"/>
                  <a:pt x="769333" y="-2353"/>
                  <a:pt x="922584" y="0"/>
                </a:cubicBezTo>
                <a:cubicBezTo>
                  <a:pt x="1075835" y="2353"/>
                  <a:pt x="1399490" y="-145"/>
                  <a:pt x="1818033" y="0"/>
                </a:cubicBezTo>
                <a:cubicBezTo>
                  <a:pt x="2236576" y="145"/>
                  <a:pt x="2145330" y="5482"/>
                  <a:pt x="2387864" y="0"/>
                </a:cubicBezTo>
                <a:cubicBezTo>
                  <a:pt x="2630398" y="-5482"/>
                  <a:pt x="2793207" y="18487"/>
                  <a:pt x="2957695" y="0"/>
                </a:cubicBezTo>
                <a:cubicBezTo>
                  <a:pt x="3122183" y="-18487"/>
                  <a:pt x="3579141" y="19003"/>
                  <a:pt x="3853144" y="0"/>
                </a:cubicBezTo>
                <a:cubicBezTo>
                  <a:pt x="4127147" y="-19003"/>
                  <a:pt x="4209857" y="12211"/>
                  <a:pt x="4314436" y="0"/>
                </a:cubicBezTo>
                <a:cubicBezTo>
                  <a:pt x="4419015" y="-12211"/>
                  <a:pt x="4762459" y="-17220"/>
                  <a:pt x="5209885" y="0"/>
                </a:cubicBezTo>
                <a:cubicBezTo>
                  <a:pt x="5657311" y="17220"/>
                  <a:pt x="5692663" y="-3290"/>
                  <a:pt x="6105335" y="0"/>
                </a:cubicBezTo>
                <a:cubicBezTo>
                  <a:pt x="6518007" y="3290"/>
                  <a:pt x="6455516" y="-5124"/>
                  <a:pt x="6783705" y="0"/>
                </a:cubicBezTo>
                <a:cubicBezTo>
                  <a:pt x="7111894" y="5124"/>
                  <a:pt x="7441941" y="-17829"/>
                  <a:pt x="7679154" y="0"/>
                </a:cubicBezTo>
                <a:cubicBezTo>
                  <a:pt x="7916367" y="17829"/>
                  <a:pt x="8102967" y="-24363"/>
                  <a:pt x="8248985" y="0"/>
                </a:cubicBezTo>
                <a:cubicBezTo>
                  <a:pt x="8395003" y="24363"/>
                  <a:pt x="8552393" y="25505"/>
                  <a:pt x="8818817" y="0"/>
                </a:cubicBezTo>
                <a:cubicBezTo>
                  <a:pt x="9085241" y="-25505"/>
                  <a:pt x="9411308" y="38000"/>
                  <a:pt x="9605726" y="0"/>
                </a:cubicBezTo>
                <a:cubicBezTo>
                  <a:pt x="9800144" y="-38000"/>
                  <a:pt x="10006468" y="-25741"/>
                  <a:pt x="10175558" y="0"/>
                </a:cubicBezTo>
                <a:cubicBezTo>
                  <a:pt x="10344648" y="25741"/>
                  <a:pt x="10696282" y="695"/>
                  <a:pt x="10853928" y="0"/>
                </a:cubicBezTo>
                <a:cubicBezTo>
                  <a:pt x="10853521" y="8690"/>
                  <a:pt x="10853774" y="14141"/>
                  <a:pt x="10853928" y="18288"/>
                </a:cubicBezTo>
                <a:cubicBezTo>
                  <a:pt x="10608124" y="24255"/>
                  <a:pt x="10343415" y="22307"/>
                  <a:pt x="10067018" y="18288"/>
                </a:cubicBezTo>
                <a:cubicBezTo>
                  <a:pt x="9790621" y="14270"/>
                  <a:pt x="9843266" y="3564"/>
                  <a:pt x="9714266" y="18288"/>
                </a:cubicBezTo>
                <a:cubicBezTo>
                  <a:pt x="9585266" y="33012"/>
                  <a:pt x="9379484" y="1875"/>
                  <a:pt x="9252974" y="18288"/>
                </a:cubicBezTo>
                <a:cubicBezTo>
                  <a:pt x="9126464" y="34701"/>
                  <a:pt x="8580678" y="-4904"/>
                  <a:pt x="8357525" y="18288"/>
                </a:cubicBezTo>
                <a:cubicBezTo>
                  <a:pt x="8134372" y="41480"/>
                  <a:pt x="7903199" y="26458"/>
                  <a:pt x="7679154" y="18288"/>
                </a:cubicBezTo>
                <a:cubicBezTo>
                  <a:pt x="7455109" y="10118"/>
                  <a:pt x="7435944" y="27109"/>
                  <a:pt x="7217862" y="18288"/>
                </a:cubicBezTo>
                <a:cubicBezTo>
                  <a:pt x="6999780" y="9467"/>
                  <a:pt x="6680409" y="18985"/>
                  <a:pt x="6539492" y="18288"/>
                </a:cubicBezTo>
                <a:cubicBezTo>
                  <a:pt x="6398575" y="17592"/>
                  <a:pt x="6312077" y="33018"/>
                  <a:pt x="6186739" y="18288"/>
                </a:cubicBezTo>
                <a:cubicBezTo>
                  <a:pt x="6061401" y="3558"/>
                  <a:pt x="5947033" y="12075"/>
                  <a:pt x="5833986" y="18288"/>
                </a:cubicBezTo>
                <a:cubicBezTo>
                  <a:pt x="5720939" y="24501"/>
                  <a:pt x="5482226" y="8586"/>
                  <a:pt x="5155616" y="18288"/>
                </a:cubicBezTo>
                <a:cubicBezTo>
                  <a:pt x="4829006" y="27991"/>
                  <a:pt x="4841274" y="29316"/>
                  <a:pt x="4694324" y="18288"/>
                </a:cubicBezTo>
                <a:cubicBezTo>
                  <a:pt x="4547374" y="7260"/>
                  <a:pt x="4077675" y="7013"/>
                  <a:pt x="3907414" y="18288"/>
                </a:cubicBezTo>
                <a:cubicBezTo>
                  <a:pt x="3737153" y="29564"/>
                  <a:pt x="3538393" y="21630"/>
                  <a:pt x="3446122" y="18288"/>
                </a:cubicBezTo>
                <a:cubicBezTo>
                  <a:pt x="3353851" y="14946"/>
                  <a:pt x="2990320" y="-8091"/>
                  <a:pt x="2659212" y="18288"/>
                </a:cubicBezTo>
                <a:cubicBezTo>
                  <a:pt x="2328104" y="44667"/>
                  <a:pt x="2427653" y="9607"/>
                  <a:pt x="2306460" y="18288"/>
                </a:cubicBezTo>
                <a:cubicBezTo>
                  <a:pt x="2185267" y="26969"/>
                  <a:pt x="1719763" y="3717"/>
                  <a:pt x="1519550" y="18288"/>
                </a:cubicBezTo>
                <a:cubicBezTo>
                  <a:pt x="1319337" y="32860"/>
                  <a:pt x="1167371" y="17040"/>
                  <a:pt x="1058258" y="18288"/>
                </a:cubicBezTo>
                <a:cubicBezTo>
                  <a:pt x="949145" y="19536"/>
                  <a:pt x="780234" y="31447"/>
                  <a:pt x="705505" y="18288"/>
                </a:cubicBezTo>
                <a:cubicBezTo>
                  <a:pt x="630776" y="5129"/>
                  <a:pt x="215796" y="30056"/>
                  <a:pt x="0" y="18288"/>
                </a:cubicBezTo>
                <a:cubicBezTo>
                  <a:pt x="-53" y="11301"/>
                  <a:pt x="-649" y="7756"/>
                  <a:pt x="0" y="0"/>
                </a:cubicBezTo>
                <a:close/>
              </a:path>
            </a:pathLst>
          </a:custGeom>
          <a:solidFill>
            <a:srgbClr val="3F88FB"/>
          </a:solidFill>
          <a:ln w="41275" cap="rnd">
            <a:solidFill>
              <a:schemeClr val="accent1">
                <a:lumMod val="40000"/>
                <a:lumOff val="60000"/>
              </a:schemeClr>
            </a:solidFill>
            <a:round/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Google Shape;139;p15"/>
          <p:cNvSpPr txBox="1">
            <a:spLocks/>
          </p:cNvSpPr>
          <p:nvPr/>
        </p:nvSpPr>
        <p:spPr>
          <a:xfrm>
            <a:off x="669018" y="561407"/>
            <a:ext cx="10515600" cy="1325563"/>
          </a:xfrm>
          <a:prstGeom prst="rect">
            <a:avLst/>
          </a:prstGeom>
        </p:spPr>
        <p:txBody>
          <a:bodyPr spcFirstLastPara="1" lIns="91425" tIns="45700" rIns="91425" bIns="45700" anchorCtr="0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Bef>
                <a:spcPts val="0"/>
              </a:spcBef>
              <a:buClr>
                <a:schemeClr val="dk1"/>
              </a:buClr>
              <a:buSzPct val="108108"/>
              <a:buFont typeface="Corbel"/>
              <a:buNone/>
            </a:pP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 зад: БД „Магазин“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3" name="Таблица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5452509"/>
              </p:ext>
            </p:extLst>
          </p:nvPr>
        </p:nvGraphicFramePr>
        <p:xfrm>
          <a:off x="8955459" y="1866312"/>
          <a:ext cx="2567505" cy="4820920"/>
        </p:xfrm>
        <a:graphic>
          <a:graphicData uri="http://schemas.openxmlformats.org/drawingml/2006/table">
            <a:tbl>
              <a:tblPr firstRow="1" bandRow="1">
                <a:tableStyleId>{9D7B26C5-4107-4FEC-AEDC-1716B250A1EF}</a:tableStyleId>
              </a:tblPr>
              <a:tblGrid>
                <a:gridCol w="2567505"/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bg-BG" b="1" dirty="0" smtClean="0">
                          <a:solidFill>
                            <a:schemeClr val="bg1"/>
                          </a:solidFill>
                        </a:rPr>
                        <a:t>Магазин</a:t>
                      </a:r>
                      <a:endParaRPr lang="bg-BG" b="1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Продажба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Стока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Вид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Град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Клиент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Име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Фамилия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ЕГН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Телефон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Адрес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Вид плащане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bg-BG" dirty="0" smtClean="0">
                          <a:solidFill>
                            <a:schemeClr val="bg1"/>
                          </a:solidFill>
                        </a:rPr>
                        <a:t>Дата</a:t>
                      </a: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15" name="Текстово поле 14"/>
          <p:cNvSpPr txBox="1"/>
          <p:nvPr/>
        </p:nvSpPr>
        <p:spPr>
          <a:xfrm>
            <a:off x="3495922" y="2002905"/>
            <a:ext cx="5200156" cy="45243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Трябва да разбием 1 таблица на няколко по-малки. Това е и концепция в БД: </a:t>
            </a:r>
          </a:p>
          <a:p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По-добре повече таблици, но по-малки, отколкото 1 голяма.</a:t>
            </a:r>
          </a:p>
          <a:p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Повторяемост? Може ли да се допълни с още полета? ИД? Ключове? </a:t>
            </a:r>
          </a:p>
          <a:p>
            <a:endParaRPr lang="bg-BG" dirty="0" smtClean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Град? </a:t>
            </a:r>
            <a:b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– Дали е правилно без ИД? Желателно ли е?</a:t>
            </a:r>
            <a:b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 се препоръчва. </a:t>
            </a:r>
          </a:p>
          <a:p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При създаването на връзки се търси уникалност / </a:t>
            </a:r>
            <a:r>
              <a:rPr lang="bg-BG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неповторяемост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и ИД е най-подходящ.</a:t>
            </a:r>
          </a:p>
        </p:txBody>
      </p:sp>
    </p:spTree>
    <p:extLst>
      <p:ext uri="{BB962C8B-B14F-4D97-AF65-F5344CB8AC3E}">
        <p14:creationId xmlns:p14="http://schemas.microsoft.com/office/powerpoint/2010/main" val="15274886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9" name="Картина 28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3576" y="2112911"/>
            <a:ext cx="8110908" cy="4268207"/>
          </a:xfrm>
          <a:prstGeom prst="rect">
            <a:avLst/>
          </a:prstGeom>
          <a:noFill/>
          <a:ln>
            <a:noFill/>
          </a:ln>
        </p:spPr>
      </p:pic>
      <p:sp>
        <p:nvSpPr>
          <p:cNvPr id="30" name="sketch line">
            <a:extLst>
              <a:ext uri="{FF2B5EF4-FFF2-40B4-BE49-F238E27FC236}">
                <a16:creationId xmlns:a16="http://schemas.microsoft.com/office/drawing/2014/main" xmlns="" id="{DB17E863-922E-4C26-BD64-E8FD41D2866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669036" y="1677373"/>
            <a:ext cx="10853928" cy="18288"/>
          </a:xfrm>
          <a:custGeom>
            <a:avLst/>
            <a:gdLst>
              <a:gd name="connsiteX0" fmla="*/ 0 w 10853928"/>
              <a:gd name="connsiteY0" fmla="*/ 0 h 18288"/>
              <a:gd name="connsiteX1" fmla="*/ 461292 w 10853928"/>
              <a:gd name="connsiteY1" fmla="*/ 0 h 18288"/>
              <a:gd name="connsiteX2" fmla="*/ 1139662 w 10853928"/>
              <a:gd name="connsiteY2" fmla="*/ 0 h 18288"/>
              <a:gd name="connsiteX3" fmla="*/ 1926572 w 10853928"/>
              <a:gd name="connsiteY3" fmla="*/ 0 h 18288"/>
              <a:gd name="connsiteX4" fmla="*/ 2279325 w 10853928"/>
              <a:gd name="connsiteY4" fmla="*/ 0 h 18288"/>
              <a:gd name="connsiteX5" fmla="*/ 2632078 w 10853928"/>
              <a:gd name="connsiteY5" fmla="*/ 0 h 18288"/>
              <a:gd name="connsiteX6" fmla="*/ 3527527 w 10853928"/>
              <a:gd name="connsiteY6" fmla="*/ 0 h 18288"/>
              <a:gd name="connsiteX7" fmla="*/ 4205897 w 10853928"/>
              <a:gd name="connsiteY7" fmla="*/ 0 h 18288"/>
              <a:gd name="connsiteX8" fmla="*/ 4558650 w 10853928"/>
              <a:gd name="connsiteY8" fmla="*/ 0 h 18288"/>
              <a:gd name="connsiteX9" fmla="*/ 5237020 w 10853928"/>
              <a:gd name="connsiteY9" fmla="*/ 0 h 18288"/>
              <a:gd name="connsiteX10" fmla="*/ 6132469 w 10853928"/>
              <a:gd name="connsiteY10" fmla="*/ 0 h 18288"/>
              <a:gd name="connsiteX11" fmla="*/ 6702301 w 10853928"/>
              <a:gd name="connsiteY11" fmla="*/ 0 h 18288"/>
              <a:gd name="connsiteX12" fmla="*/ 7272132 w 10853928"/>
              <a:gd name="connsiteY12" fmla="*/ 0 h 18288"/>
              <a:gd name="connsiteX13" fmla="*/ 7950502 w 10853928"/>
              <a:gd name="connsiteY13" fmla="*/ 0 h 18288"/>
              <a:gd name="connsiteX14" fmla="*/ 8737412 w 10853928"/>
              <a:gd name="connsiteY14" fmla="*/ 0 h 18288"/>
              <a:gd name="connsiteX15" fmla="*/ 9524322 w 10853928"/>
              <a:gd name="connsiteY15" fmla="*/ 0 h 18288"/>
              <a:gd name="connsiteX16" fmla="*/ 10853928 w 10853928"/>
              <a:gd name="connsiteY16" fmla="*/ 0 h 18288"/>
              <a:gd name="connsiteX17" fmla="*/ 10853928 w 10853928"/>
              <a:gd name="connsiteY17" fmla="*/ 18288 h 18288"/>
              <a:gd name="connsiteX18" fmla="*/ 10392636 w 10853928"/>
              <a:gd name="connsiteY18" fmla="*/ 18288 h 18288"/>
              <a:gd name="connsiteX19" fmla="*/ 9497187 w 10853928"/>
              <a:gd name="connsiteY19" fmla="*/ 18288 h 18288"/>
              <a:gd name="connsiteX20" fmla="*/ 8818817 w 10853928"/>
              <a:gd name="connsiteY20" fmla="*/ 18288 h 18288"/>
              <a:gd name="connsiteX21" fmla="*/ 8466064 w 10853928"/>
              <a:gd name="connsiteY21" fmla="*/ 18288 h 18288"/>
              <a:gd name="connsiteX22" fmla="*/ 7787693 w 10853928"/>
              <a:gd name="connsiteY22" fmla="*/ 18288 h 18288"/>
              <a:gd name="connsiteX23" fmla="*/ 7217862 w 10853928"/>
              <a:gd name="connsiteY23" fmla="*/ 18288 h 18288"/>
              <a:gd name="connsiteX24" fmla="*/ 6648031 w 10853928"/>
              <a:gd name="connsiteY24" fmla="*/ 18288 h 18288"/>
              <a:gd name="connsiteX25" fmla="*/ 6078200 w 10853928"/>
              <a:gd name="connsiteY25" fmla="*/ 18288 h 18288"/>
              <a:gd name="connsiteX26" fmla="*/ 5508368 w 10853928"/>
              <a:gd name="connsiteY26" fmla="*/ 18288 h 18288"/>
              <a:gd name="connsiteX27" fmla="*/ 4721459 w 10853928"/>
              <a:gd name="connsiteY27" fmla="*/ 18288 h 18288"/>
              <a:gd name="connsiteX28" fmla="*/ 4043088 w 10853928"/>
              <a:gd name="connsiteY28" fmla="*/ 18288 h 18288"/>
              <a:gd name="connsiteX29" fmla="*/ 3690336 w 10853928"/>
              <a:gd name="connsiteY29" fmla="*/ 18288 h 18288"/>
              <a:gd name="connsiteX30" fmla="*/ 3120504 w 10853928"/>
              <a:gd name="connsiteY30" fmla="*/ 18288 h 18288"/>
              <a:gd name="connsiteX31" fmla="*/ 2333595 w 10853928"/>
              <a:gd name="connsiteY31" fmla="*/ 18288 h 18288"/>
              <a:gd name="connsiteX32" fmla="*/ 1872303 w 10853928"/>
              <a:gd name="connsiteY32" fmla="*/ 18288 h 18288"/>
              <a:gd name="connsiteX33" fmla="*/ 976854 w 10853928"/>
              <a:gd name="connsiteY33" fmla="*/ 18288 h 18288"/>
              <a:gd name="connsiteX34" fmla="*/ 0 w 10853928"/>
              <a:gd name="connsiteY34" fmla="*/ 18288 h 18288"/>
              <a:gd name="connsiteX35" fmla="*/ 0 w 10853928"/>
              <a:gd name="connsiteY35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853928" h="18288" fill="none" extrusionOk="0">
                <a:moveTo>
                  <a:pt x="0" y="0"/>
                </a:moveTo>
                <a:cubicBezTo>
                  <a:pt x="146993" y="-19076"/>
                  <a:pt x="347684" y="-4790"/>
                  <a:pt x="461292" y="0"/>
                </a:cubicBezTo>
                <a:cubicBezTo>
                  <a:pt x="574900" y="4790"/>
                  <a:pt x="808367" y="19821"/>
                  <a:pt x="1139662" y="0"/>
                </a:cubicBezTo>
                <a:cubicBezTo>
                  <a:pt x="1470957" y="-19821"/>
                  <a:pt x="1627405" y="5721"/>
                  <a:pt x="1926572" y="0"/>
                </a:cubicBezTo>
                <a:cubicBezTo>
                  <a:pt x="2225739" y="-5721"/>
                  <a:pt x="2137730" y="-3235"/>
                  <a:pt x="2279325" y="0"/>
                </a:cubicBezTo>
                <a:cubicBezTo>
                  <a:pt x="2420920" y="3235"/>
                  <a:pt x="2456518" y="9685"/>
                  <a:pt x="2632078" y="0"/>
                </a:cubicBezTo>
                <a:cubicBezTo>
                  <a:pt x="2807638" y="-9685"/>
                  <a:pt x="3211516" y="-43007"/>
                  <a:pt x="3527527" y="0"/>
                </a:cubicBezTo>
                <a:cubicBezTo>
                  <a:pt x="3843538" y="43007"/>
                  <a:pt x="4058833" y="22042"/>
                  <a:pt x="4205897" y="0"/>
                </a:cubicBezTo>
                <a:cubicBezTo>
                  <a:pt x="4352961" y="-22042"/>
                  <a:pt x="4474805" y="-11846"/>
                  <a:pt x="4558650" y="0"/>
                </a:cubicBezTo>
                <a:cubicBezTo>
                  <a:pt x="4642495" y="11846"/>
                  <a:pt x="5041928" y="-6069"/>
                  <a:pt x="5237020" y="0"/>
                </a:cubicBezTo>
                <a:cubicBezTo>
                  <a:pt x="5432112" y="6069"/>
                  <a:pt x="5943266" y="-17479"/>
                  <a:pt x="6132469" y="0"/>
                </a:cubicBezTo>
                <a:cubicBezTo>
                  <a:pt x="6321672" y="17479"/>
                  <a:pt x="6483872" y="26234"/>
                  <a:pt x="6702301" y="0"/>
                </a:cubicBezTo>
                <a:cubicBezTo>
                  <a:pt x="6920730" y="-26234"/>
                  <a:pt x="6991194" y="-15156"/>
                  <a:pt x="7272132" y="0"/>
                </a:cubicBezTo>
                <a:cubicBezTo>
                  <a:pt x="7553070" y="15156"/>
                  <a:pt x="7684444" y="-32961"/>
                  <a:pt x="7950502" y="0"/>
                </a:cubicBezTo>
                <a:cubicBezTo>
                  <a:pt x="8216560" y="32961"/>
                  <a:pt x="8493290" y="-10491"/>
                  <a:pt x="8737412" y="0"/>
                </a:cubicBezTo>
                <a:cubicBezTo>
                  <a:pt x="8981534" y="10491"/>
                  <a:pt x="9191586" y="-13899"/>
                  <a:pt x="9524322" y="0"/>
                </a:cubicBezTo>
                <a:cubicBezTo>
                  <a:pt x="9857058" y="13899"/>
                  <a:pt x="10297509" y="7485"/>
                  <a:pt x="10853928" y="0"/>
                </a:cubicBezTo>
                <a:cubicBezTo>
                  <a:pt x="10854574" y="4451"/>
                  <a:pt x="10854418" y="9226"/>
                  <a:pt x="10853928" y="18288"/>
                </a:cubicBezTo>
                <a:cubicBezTo>
                  <a:pt x="10691638" y="28522"/>
                  <a:pt x="10574319" y="29578"/>
                  <a:pt x="10392636" y="18288"/>
                </a:cubicBezTo>
                <a:cubicBezTo>
                  <a:pt x="10210953" y="6998"/>
                  <a:pt x="9836277" y="-16742"/>
                  <a:pt x="9497187" y="18288"/>
                </a:cubicBezTo>
                <a:cubicBezTo>
                  <a:pt x="9158097" y="53318"/>
                  <a:pt x="9119479" y="30714"/>
                  <a:pt x="8818817" y="18288"/>
                </a:cubicBezTo>
                <a:cubicBezTo>
                  <a:pt x="8518155" y="5863"/>
                  <a:pt x="8640037" y="6483"/>
                  <a:pt x="8466064" y="18288"/>
                </a:cubicBezTo>
                <a:cubicBezTo>
                  <a:pt x="8292091" y="30093"/>
                  <a:pt x="7997656" y="18914"/>
                  <a:pt x="7787693" y="18288"/>
                </a:cubicBezTo>
                <a:cubicBezTo>
                  <a:pt x="7577730" y="17662"/>
                  <a:pt x="7412468" y="21416"/>
                  <a:pt x="7217862" y="18288"/>
                </a:cubicBezTo>
                <a:cubicBezTo>
                  <a:pt x="7023256" y="15160"/>
                  <a:pt x="6898018" y="14824"/>
                  <a:pt x="6648031" y="18288"/>
                </a:cubicBezTo>
                <a:cubicBezTo>
                  <a:pt x="6398044" y="21752"/>
                  <a:pt x="6254402" y="38625"/>
                  <a:pt x="6078200" y="18288"/>
                </a:cubicBezTo>
                <a:cubicBezTo>
                  <a:pt x="5901998" y="-2049"/>
                  <a:pt x="5622886" y="3213"/>
                  <a:pt x="5508368" y="18288"/>
                </a:cubicBezTo>
                <a:cubicBezTo>
                  <a:pt x="5393850" y="33363"/>
                  <a:pt x="5036260" y="26830"/>
                  <a:pt x="4721459" y="18288"/>
                </a:cubicBezTo>
                <a:cubicBezTo>
                  <a:pt x="4406658" y="9746"/>
                  <a:pt x="4239221" y="41551"/>
                  <a:pt x="4043088" y="18288"/>
                </a:cubicBezTo>
                <a:cubicBezTo>
                  <a:pt x="3846955" y="-4975"/>
                  <a:pt x="3818802" y="34658"/>
                  <a:pt x="3690336" y="18288"/>
                </a:cubicBezTo>
                <a:cubicBezTo>
                  <a:pt x="3561870" y="1918"/>
                  <a:pt x="3265491" y="42194"/>
                  <a:pt x="3120504" y="18288"/>
                </a:cubicBezTo>
                <a:cubicBezTo>
                  <a:pt x="2975517" y="-5618"/>
                  <a:pt x="2720254" y="36673"/>
                  <a:pt x="2333595" y="18288"/>
                </a:cubicBezTo>
                <a:cubicBezTo>
                  <a:pt x="1946936" y="-97"/>
                  <a:pt x="2097241" y="5776"/>
                  <a:pt x="1872303" y="18288"/>
                </a:cubicBezTo>
                <a:cubicBezTo>
                  <a:pt x="1647365" y="30800"/>
                  <a:pt x="1282708" y="45380"/>
                  <a:pt x="976854" y="18288"/>
                </a:cubicBezTo>
                <a:cubicBezTo>
                  <a:pt x="671000" y="-8804"/>
                  <a:pt x="408401" y="-12775"/>
                  <a:pt x="0" y="18288"/>
                </a:cubicBezTo>
                <a:cubicBezTo>
                  <a:pt x="-213" y="9468"/>
                  <a:pt x="187" y="4459"/>
                  <a:pt x="0" y="0"/>
                </a:cubicBezTo>
                <a:close/>
              </a:path>
              <a:path w="10853928" h="18288" stroke="0" extrusionOk="0">
                <a:moveTo>
                  <a:pt x="0" y="0"/>
                </a:moveTo>
                <a:cubicBezTo>
                  <a:pt x="267322" y="15284"/>
                  <a:pt x="415388" y="-21048"/>
                  <a:pt x="569831" y="0"/>
                </a:cubicBezTo>
                <a:cubicBezTo>
                  <a:pt x="724274" y="21048"/>
                  <a:pt x="769333" y="-2353"/>
                  <a:pt x="922584" y="0"/>
                </a:cubicBezTo>
                <a:cubicBezTo>
                  <a:pt x="1075835" y="2353"/>
                  <a:pt x="1399490" y="-145"/>
                  <a:pt x="1818033" y="0"/>
                </a:cubicBezTo>
                <a:cubicBezTo>
                  <a:pt x="2236576" y="145"/>
                  <a:pt x="2145330" y="5482"/>
                  <a:pt x="2387864" y="0"/>
                </a:cubicBezTo>
                <a:cubicBezTo>
                  <a:pt x="2630398" y="-5482"/>
                  <a:pt x="2793207" y="18487"/>
                  <a:pt x="2957695" y="0"/>
                </a:cubicBezTo>
                <a:cubicBezTo>
                  <a:pt x="3122183" y="-18487"/>
                  <a:pt x="3579141" y="19003"/>
                  <a:pt x="3853144" y="0"/>
                </a:cubicBezTo>
                <a:cubicBezTo>
                  <a:pt x="4127147" y="-19003"/>
                  <a:pt x="4209857" y="12211"/>
                  <a:pt x="4314436" y="0"/>
                </a:cubicBezTo>
                <a:cubicBezTo>
                  <a:pt x="4419015" y="-12211"/>
                  <a:pt x="4762459" y="-17220"/>
                  <a:pt x="5209885" y="0"/>
                </a:cubicBezTo>
                <a:cubicBezTo>
                  <a:pt x="5657311" y="17220"/>
                  <a:pt x="5692663" y="-3290"/>
                  <a:pt x="6105335" y="0"/>
                </a:cubicBezTo>
                <a:cubicBezTo>
                  <a:pt x="6518007" y="3290"/>
                  <a:pt x="6455516" y="-5124"/>
                  <a:pt x="6783705" y="0"/>
                </a:cubicBezTo>
                <a:cubicBezTo>
                  <a:pt x="7111894" y="5124"/>
                  <a:pt x="7441941" y="-17829"/>
                  <a:pt x="7679154" y="0"/>
                </a:cubicBezTo>
                <a:cubicBezTo>
                  <a:pt x="7916367" y="17829"/>
                  <a:pt x="8102967" y="-24363"/>
                  <a:pt x="8248985" y="0"/>
                </a:cubicBezTo>
                <a:cubicBezTo>
                  <a:pt x="8395003" y="24363"/>
                  <a:pt x="8552393" y="25505"/>
                  <a:pt x="8818817" y="0"/>
                </a:cubicBezTo>
                <a:cubicBezTo>
                  <a:pt x="9085241" y="-25505"/>
                  <a:pt x="9411308" y="38000"/>
                  <a:pt x="9605726" y="0"/>
                </a:cubicBezTo>
                <a:cubicBezTo>
                  <a:pt x="9800144" y="-38000"/>
                  <a:pt x="10006468" y="-25741"/>
                  <a:pt x="10175558" y="0"/>
                </a:cubicBezTo>
                <a:cubicBezTo>
                  <a:pt x="10344648" y="25741"/>
                  <a:pt x="10696282" y="695"/>
                  <a:pt x="10853928" y="0"/>
                </a:cubicBezTo>
                <a:cubicBezTo>
                  <a:pt x="10853521" y="8690"/>
                  <a:pt x="10853774" y="14141"/>
                  <a:pt x="10853928" y="18288"/>
                </a:cubicBezTo>
                <a:cubicBezTo>
                  <a:pt x="10608124" y="24255"/>
                  <a:pt x="10343415" y="22307"/>
                  <a:pt x="10067018" y="18288"/>
                </a:cubicBezTo>
                <a:cubicBezTo>
                  <a:pt x="9790621" y="14270"/>
                  <a:pt x="9843266" y="3564"/>
                  <a:pt x="9714266" y="18288"/>
                </a:cubicBezTo>
                <a:cubicBezTo>
                  <a:pt x="9585266" y="33012"/>
                  <a:pt x="9379484" y="1875"/>
                  <a:pt x="9252974" y="18288"/>
                </a:cubicBezTo>
                <a:cubicBezTo>
                  <a:pt x="9126464" y="34701"/>
                  <a:pt x="8580678" y="-4904"/>
                  <a:pt x="8357525" y="18288"/>
                </a:cubicBezTo>
                <a:cubicBezTo>
                  <a:pt x="8134372" y="41480"/>
                  <a:pt x="7903199" y="26458"/>
                  <a:pt x="7679154" y="18288"/>
                </a:cubicBezTo>
                <a:cubicBezTo>
                  <a:pt x="7455109" y="10118"/>
                  <a:pt x="7435944" y="27109"/>
                  <a:pt x="7217862" y="18288"/>
                </a:cubicBezTo>
                <a:cubicBezTo>
                  <a:pt x="6999780" y="9467"/>
                  <a:pt x="6680409" y="18985"/>
                  <a:pt x="6539492" y="18288"/>
                </a:cubicBezTo>
                <a:cubicBezTo>
                  <a:pt x="6398575" y="17592"/>
                  <a:pt x="6312077" y="33018"/>
                  <a:pt x="6186739" y="18288"/>
                </a:cubicBezTo>
                <a:cubicBezTo>
                  <a:pt x="6061401" y="3558"/>
                  <a:pt x="5947033" y="12075"/>
                  <a:pt x="5833986" y="18288"/>
                </a:cubicBezTo>
                <a:cubicBezTo>
                  <a:pt x="5720939" y="24501"/>
                  <a:pt x="5482226" y="8586"/>
                  <a:pt x="5155616" y="18288"/>
                </a:cubicBezTo>
                <a:cubicBezTo>
                  <a:pt x="4829006" y="27991"/>
                  <a:pt x="4841274" y="29316"/>
                  <a:pt x="4694324" y="18288"/>
                </a:cubicBezTo>
                <a:cubicBezTo>
                  <a:pt x="4547374" y="7260"/>
                  <a:pt x="4077675" y="7013"/>
                  <a:pt x="3907414" y="18288"/>
                </a:cubicBezTo>
                <a:cubicBezTo>
                  <a:pt x="3737153" y="29564"/>
                  <a:pt x="3538393" y="21630"/>
                  <a:pt x="3446122" y="18288"/>
                </a:cubicBezTo>
                <a:cubicBezTo>
                  <a:pt x="3353851" y="14946"/>
                  <a:pt x="2990320" y="-8091"/>
                  <a:pt x="2659212" y="18288"/>
                </a:cubicBezTo>
                <a:cubicBezTo>
                  <a:pt x="2328104" y="44667"/>
                  <a:pt x="2427653" y="9607"/>
                  <a:pt x="2306460" y="18288"/>
                </a:cubicBezTo>
                <a:cubicBezTo>
                  <a:pt x="2185267" y="26969"/>
                  <a:pt x="1719763" y="3717"/>
                  <a:pt x="1519550" y="18288"/>
                </a:cubicBezTo>
                <a:cubicBezTo>
                  <a:pt x="1319337" y="32860"/>
                  <a:pt x="1167371" y="17040"/>
                  <a:pt x="1058258" y="18288"/>
                </a:cubicBezTo>
                <a:cubicBezTo>
                  <a:pt x="949145" y="19536"/>
                  <a:pt x="780234" y="31447"/>
                  <a:pt x="705505" y="18288"/>
                </a:cubicBezTo>
                <a:cubicBezTo>
                  <a:pt x="630776" y="5129"/>
                  <a:pt x="215796" y="30056"/>
                  <a:pt x="0" y="18288"/>
                </a:cubicBezTo>
                <a:cubicBezTo>
                  <a:pt x="-53" y="11301"/>
                  <a:pt x="-649" y="7756"/>
                  <a:pt x="0" y="0"/>
                </a:cubicBezTo>
                <a:close/>
              </a:path>
            </a:pathLst>
          </a:custGeom>
          <a:solidFill>
            <a:srgbClr val="3F88FB"/>
          </a:solidFill>
          <a:ln w="41275" cap="rnd">
            <a:solidFill>
              <a:schemeClr val="accent1">
                <a:lumMod val="40000"/>
                <a:lumOff val="60000"/>
              </a:schemeClr>
            </a:solidFill>
            <a:round/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Google Shape;139;p15"/>
          <p:cNvSpPr txBox="1">
            <a:spLocks/>
          </p:cNvSpPr>
          <p:nvPr/>
        </p:nvSpPr>
        <p:spPr>
          <a:xfrm>
            <a:off x="669018" y="561407"/>
            <a:ext cx="10515600" cy="1325563"/>
          </a:xfrm>
          <a:prstGeom prst="rect">
            <a:avLst/>
          </a:prstGeom>
        </p:spPr>
        <p:txBody>
          <a:bodyPr spcFirstLastPara="1" lIns="91425" tIns="45700" rIns="91425" bIns="45700" anchorCtr="0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Bef>
                <a:spcPts val="0"/>
              </a:spcBef>
              <a:buClr>
                <a:schemeClr val="dk1"/>
              </a:buClr>
              <a:buSzPct val="108108"/>
              <a:buFont typeface="Corbel"/>
              <a:buNone/>
            </a:pP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Бъдещи аномалии: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59735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8" name="Картина 27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67555" y="2089643"/>
            <a:ext cx="9039181" cy="1382842"/>
          </a:xfrm>
          <a:prstGeom prst="rect">
            <a:avLst/>
          </a:prstGeom>
          <a:noFill/>
          <a:ln>
            <a:noFill/>
          </a:ln>
        </p:spPr>
      </p:pic>
      <p:pic>
        <p:nvPicPr>
          <p:cNvPr id="29" name="Картина 28"/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458" y="4084546"/>
            <a:ext cx="8689809" cy="2198264"/>
          </a:xfrm>
          <a:prstGeom prst="rect">
            <a:avLst/>
          </a:prstGeom>
          <a:noFill/>
          <a:ln>
            <a:noFill/>
          </a:ln>
        </p:spPr>
      </p:pic>
      <p:sp>
        <p:nvSpPr>
          <p:cNvPr id="30" name="sketch line">
            <a:extLst>
              <a:ext uri="{FF2B5EF4-FFF2-40B4-BE49-F238E27FC236}">
                <a16:creationId xmlns:a16="http://schemas.microsoft.com/office/drawing/2014/main" xmlns="" id="{DB17E863-922E-4C26-BD64-E8FD41D2866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669036" y="1677373"/>
            <a:ext cx="10853928" cy="18288"/>
          </a:xfrm>
          <a:custGeom>
            <a:avLst/>
            <a:gdLst>
              <a:gd name="connsiteX0" fmla="*/ 0 w 10853928"/>
              <a:gd name="connsiteY0" fmla="*/ 0 h 18288"/>
              <a:gd name="connsiteX1" fmla="*/ 461292 w 10853928"/>
              <a:gd name="connsiteY1" fmla="*/ 0 h 18288"/>
              <a:gd name="connsiteX2" fmla="*/ 1139662 w 10853928"/>
              <a:gd name="connsiteY2" fmla="*/ 0 h 18288"/>
              <a:gd name="connsiteX3" fmla="*/ 1926572 w 10853928"/>
              <a:gd name="connsiteY3" fmla="*/ 0 h 18288"/>
              <a:gd name="connsiteX4" fmla="*/ 2279325 w 10853928"/>
              <a:gd name="connsiteY4" fmla="*/ 0 h 18288"/>
              <a:gd name="connsiteX5" fmla="*/ 2632078 w 10853928"/>
              <a:gd name="connsiteY5" fmla="*/ 0 h 18288"/>
              <a:gd name="connsiteX6" fmla="*/ 3527527 w 10853928"/>
              <a:gd name="connsiteY6" fmla="*/ 0 h 18288"/>
              <a:gd name="connsiteX7" fmla="*/ 4205897 w 10853928"/>
              <a:gd name="connsiteY7" fmla="*/ 0 h 18288"/>
              <a:gd name="connsiteX8" fmla="*/ 4558650 w 10853928"/>
              <a:gd name="connsiteY8" fmla="*/ 0 h 18288"/>
              <a:gd name="connsiteX9" fmla="*/ 5237020 w 10853928"/>
              <a:gd name="connsiteY9" fmla="*/ 0 h 18288"/>
              <a:gd name="connsiteX10" fmla="*/ 6132469 w 10853928"/>
              <a:gd name="connsiteY10" fmla="*/ 0 h 18288"/>
              <a:gd name="connsiteX11" fmla="*/ 6702301 w 10853928"/>
              <a:gd name="connsiteY11" fmla="*/ 0 h 18288"/>
              <a:gd name="connsiteX12" fmla="*/ 7272132 w 10853928"/>
              <a:gd name="connsiteY12" fmla="*/ 0 h 18288"/>
              <a:gd name="connsiteX13" fmla="*/ 7950502 w 10853928"/>
              <a:gd name="connsiteY13" fmla="*/ 0 h 18288"/>
              <a:gd name="connsiteX14" fmla="*/ 8737412 w 10853928"/>
              <a:gd name="connsiteY14" fmla="*/ 0 h 18288"/>
              <a:gd name="connsiteX15" fmla="*/ 9524322 w 10853928"/>
              <a:gd name="connsiteY15" fmla="*/ 0 h 18288"/>
              <a:gd name="connsiteX16" fmla="*/ 10853928 w 10853928"/>
              <a:gd name="connsiteY16" fmla="*/ 0 h 18288"/>
              <a:gd name="connsiteX17" fmla="*/ 10853928 w 10853928"/>
              <a:gd name="connsiteY17" fmla="*/ 18288 h 18288"/>
              <a:gd name="connsiteX18" fmla="*/ 10392636 w 10853928"/>
              <a:gd name="connsiteY18" fmla="*/ 18288 h 18288"/>
              <a:gd name="connsiteX19" fmla="*/ 9497187 w 10853928"/>
              <a:gd name="connsiteY19" fmla="*/ 18288 h 18288"/>
              <a:gd name="connsiteX20" fmla="*/ 8818817 w 10853928"/>
              <a:gd name="connsiteY20" fmla="*/ 18288 h 18288"/>
              <a:gd name="connsiteX21" fmla="*/ 8466064 w 10853928"/>
              <a:gd name="connsiteY21" fmla="*/ 18288 h 18288"/>
              <a:gd name="connsiteX22" fmla="*/ 7787693 w 10853928"/>
              <a:gd name="connsiteY22" fmla="*/ 18288 h 18288"/>
              <a:gd name="connsiteX23" fmla="*/ 7217862 w 10853928"/>
              <a:gd name="connsiteY23" fmla="*/ 18288 h 18288"/>
              <a:gd name="connsiteX24" fmla="*/ 6648031 w 10853928"/>
              <a:gd name="connsiteY24" fmla="*/ 18288 h 18288"/>
              <a:gd name="connsiteX25" fmla="*/ 6078200 w 10853928"/>
              <a:gd name="connsiteY25" fmla="*/ 18288 h 18288"/>
              <a:gd name="connsiteX26" fmla="*/ 5508368 w 10853928"/>
              <a:gd name="connsiteY26" fmla="*/ 18288 h 18288"/>
              <a:gd name="connsiteX27" fmla="*/ 4721459 w 10853928"/>
              <a:gd name="connsiteY27" fmla="*/ 18288 h 18288"/>
              <a:gd name="connsiteX28" fmla="*/ 4043088 w 10853928"/>
              <a:gd name="connsiteY28" fmla="*/ 18288 h 18288"/>
              <a:gd name="connsiteX29" fmla="*/ 3690336 w 10853928"/>
              <a:gd name="connsiteY29" fmla="*/ 18288 h 18288"/>
              <a:gd name="connsiteX30" fmla="*/ 3120504 w 10853928"/>
              <a:gd name="connsiteY30" fmla="*/ 18288 h 18288"/>
              <a:gd name="connsiteX31" fmla="*/ 2333595 w 10853928"/>
              <a:gd name="connsiteY31" fmla="*/ 18288 h 18288"/>
              <a:gd name="connsiteX32" fmla="*/ 1872303 w 10853928"/>
              <a:gd name="connsiteY32" fmla="*/ 18288 h 18288"/>
              <a:gd name="connsiteX33" fmla="*/ 976854 w 10853928"/>
              <a:gd name="connsiteY33" fmla="*/ 18288 h 18288"/>
              <a:gd name="connsiteX34" fmla="*/ 0 w 10853928"/>
              <a:gd name="connsiteY34" fmla="*/ 18288 h 18288"/>
              <a:gd name="connsiteX35" fmla="*/ 0 w 10853928"/>
              <a:gd name="connsiteY35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853928" h="18288" fill="none" extrusionOk="0">
                <a:moveTo>
                  <a:pt x="0" y="0"/>
                </a:moveTo>
                <a:cubicBezTo>
                  <a:pt x="146993" y="-19076"/>
                  <a:pt x="347684" y="-4790"/>
                  <a:pt x="461292" y="0"/>
                </a:cubicBezTo>
                <a:cubicBezTo>
                  <a:pt x="574900" y="4790"/>
                  <a:pt x="808367" y="19821"/>
                  <a:pt x="1139662" y="0"/>
                </a:cubicBezTo>
                <a:cubicBezTo>
                  <a:pt x="1470957" y="-19821"/>
                  <a:pt x="1627405" y="5721"/>
                  <a:pt x="1926572" y="0"/>
                </a:cubicBezTo>
                <a:cubicBezTo>
                  <a:pt x="2225739" y="-5721"/>
                  <a:pt x="2137730" y="-3235"/>
                  <a:pt x="2279325" y="0"/>
                </a:cubicBezTo>
                <a:cubicBezTo>
                  <a:pt x="2420920" y="3235"/>
                  <a:pt x="2456518" y="9685"/>
                  <a:pt x="2632078" y="0"/>
                </a:cubicBezTo>
                <a:cubicBezTo>
                  <a:pt x="2807638" y="-9685"/>
                  <a:pt x="3211516" y="-43007"/>
                  <a:pt x="3527527" y="0"/>
                </a:cubicBezTo>
                <a:cubicBezTo>
                  <a:pt x="3843538" y="43007"/>
                  <a:pt x="4058833" y="22042"/>
                  <a:pt x="4205897" y="0"/>
                </a:cubicBezTo>
                <a:cubicBezTo>
                  <a:pt x="4352961" y="-22042"/>
                  <a:pt x="4474805" y="-11846"/>
                  <a:pt x="4558650" y="0"/>
                </a:cubicBezTo>
                <a:cubicBezTo>
                  <a:pt x="4642495" y="11846"/>
                  <a:pt x="5041928" y="-6069"/>
                  <a:pt x="5237020" y="0"/>
                </a:cubicBezTo>
                <a:cubicBezTo>
                  <a:pt x="5432112" y="6069"/>
                  <a:pt x="5943266" y="-17479"/>
                  <a:pt x="6132469" y="0"/>
                </a:cubicBezTo>
                <a:cubicBezTo>
                  <a:pt x="6321672" y="17479"/>
                  <a:pt x="6483872" y="26234"/>
                  <a:pt x="6702301" y="0"/>
                </a:cubicBezTo>
                <a:cubicBezTo>
                  <a:pt x="6920730" y="-26234"/>
                  <a:pt x="6991194" y="-15156"/>
                  <a:pt x="7272132" y="0"/>
                </a:cubicBezTo>
                <a:cubicBezTo>
                  <a:pt x="7553070" y="15156"/>
                  <a:pt x="7684444" y="-32961"/>
                  <a:pt x="7950502" y="0"/>
                </a:cubicBezTo>
                <a:cubicBezTo>
                  <a:pt x="8216560" y="32961"/>
                  <a:pt x="8493290" y="-10491"/>
                  <a:pt x="8737412" y="0"/>
                </a:cubicBezTo>
                <a:cubicBezTo>
                  <a:pt x="8981534" y="10491"/>
                  <a:pt x="9191586" y="-13899"/>
                  <a:pt x="9524322" y="0"/>
                </a:cubicBezTo>
                <a:cubicBezTo>
                  <a:pt x="9857058" y="13899"/>
                  <a:pt x="10297509" y="7485"/>
                  <a:pt x="10853928" y="0"/>
                </a:cubicBezTo>
                <a:cubicBezTo>
                  <a:pt x="10854574" y="4451"/>
                  <a:pt x="10854418" y="9226"/>
                  <a:pt x="10853928" y="18288"/>
                </a:cubicBezTo>
                <a:cubicBezTo>
                  <a:pt x="10691638" y="28522"/>
                  <a:pt x="10574319" y="29578"/>
                  <a:pt x="10392636" y="18288"/>
                </a:cubicBezTo>
                <a:cubicBezTo>
                  <a:pt x="10210953" y="6998"/>
                  <a:pt x="9836277" y="-16742"/>
                  <a:pt x="9497187" y="18288"/>
                </a:cubicBezTo>
                <a:cubicBezTo>
                  <a:pt x="9158097" y="53318"/>
                  <a:pt x="9119479" y="30714"/>
                  <a:pt x="8818817" y="18288"/>
                </a:cubicBezTo>
                <a:cubicBezTo>
                  <a:pt x="8518155" y="5863"/>
                  <a:pt x="8640037" y="6483"/>
                  <a:pt x="8466064" y="18288"/>
                </a:cubicBezTo>
                <a:cubicBezTo>
                  <a:pt x="8292091" y="30093"/>
                  <a:pt x="7997656" y="18914"/>
                  <a:pt x="7787693" y="18288"/>
                </a:cubicBezTo>
                <a:cubicBezTo>
                  <a:pt x="7577730" y="17662"/>
                  <a:pt x="7412468" y="21416"/>
                  <a:pt x="7217862" y="18288"/>
                </a:cubicBezTo>
                <a:cubicBezTo>
                  <a:pt x="7023256" y="15160"/>
                  <a:pt x="6898018" y="14824"/>
                  <a:pt x="6648031" y="18288"/>
                </a:cubicBezTo>
                <a:cubicBezTo>
                  <a:pt x="6398044" y="21752"/>
                  <a:pt x="6254402" y="38625"/>
                  <a:pt x="6078200" y="18288"/>
                </a:cubicBezTo>
                <a:cubicBezTo>
                  <a:pt x="5901998" y="-2049"/>
                  <a:pt x="5622886" y="3213"/>
                  <a:pt x="5508368" y="18288"/>
                </a:cubicBezTo>
                <a:cubicBezTo>
                  <a:pt x="5393850" y="33363"/>
                  <a:pt x="5036260" y="26830"/>
                  <a:pt x="4721459" y="18288"/>
                </a:cubicBezTo>
                <a:cubicBezTo>
                  <a:pt x="4406658" y="9746"/>
                  <a:pt x="4239221" y="41551"/>
                  <a:pt x="4043088" y="18288"/>
                </a:cubicBezTo>
                <a:cubicBezTo>
                  <a:pt x="3846955" y="-4975"/>
                  <a:pt x="3818802" y="34658"/>
                  <a:pt x="3690336" y="18288"/>
                </a:cubicBezTo>
                <a:cubicBezTo>
                  <a:pt x="3561870" y="1918"/>
                  <a:pt x="3265491" y="42194"/>
                  <a:pt x="3120504" y="18288"/>
                </a:cubicBezTo>
                <a:cubicBezTo>
                  <a:pt x="2975517" y="-5618"/>
                  <a:pt x="2720254" y="36673"/>
                  <a:pt x="2333595" y="18288"/>
                </a:cubicBezTo>
                <a:cubicBezTo>
                  <a:pt x="1946936" y="-97"/>
                  <a:pt x="2097241" y="5776"/>
                  <a:pt x="1872303" y="18288"/>
                </a:cubicBezTo>
                <a:cubicBezTo>
                  <a:pt x="1647365" y="30800"/>
                  <a:pt x="1282708" y="45380"/>
                  <a:pt x="976854" y="18288"/>
                </a:cubicBezTo>
                <a:cubicBezTo>
                  <a:pt x="671000" y="-8804"/>
                  <a:pt x="408401" y="-12775"/>
                  <a:pt x="0" y="18288"/>
                </a:cubicBezTo>
                <a:cubicBezTo>
                  <a:pt x="-213" y="9468"/>
                  <a:pt x="187" y="4459"/>
                  <a:pt x="0" y="0"/>
                </a:cubicBezTo>
                <a:close/>
              </a:path>
              <a:path w="10853928" h="18288" stroke="0" extrusionOk="0">
                <a:moveTo>
                  <a:pt x="0" y="0"/>
                </a:moveTo>
                <a:cubicBezTo>
                  <a:pt x="267322" y="15284"/>
                  <a:pt x="415388" y="-21048"/>
                  <a:pt x="569831" y="0"/>
                </a:cubicBezTo>
                <a:cubicBezTo>
                  <a:pt x="724274" y="21048"/>
                  <a:pt x="769333" y="-2353"/>
                  <a:pt x="922584" y="0"/>
                </a:cubicBezTo>
                <a:cubicBezTo>
                  <a:pt x="1075835" y="2353"/>
                  <a:pt x="1399490" y="-145"/>
                  <a:pt x="1818033" y="0"/>
                </a:cubicBezTo>
                <a:cubicBezTo>
                  <a:pt x="2236576" y="145"/>
                  <a:pt x="2145330" y="5482"/>
                  <a:pt x="2387864" y="0"/>
                </a:cubicBezTo>
                <a:cubicBezTo>
                  <a:pt x="2630398" y="-5482"/>
                  <a:pt x="2793207" y="18487"/>
                  <a:pt x="2957695" y="0"/>
                </a:cubicBezTo>
                <a:cubicBezTo>
                  <a:pt x="3122183" y="-18487"/>
                  <a:pt x="3579141" y="19003"/>
                  <a:pt x="3853144" y="0"/>
                </a:cubicBezTo>
                <a:cubicBezTo>
                  <a:pt x="4127147" y="-19003"/>
                  <a:pt x="4209857" y="12211"/>
                  <a:pt x="4314436" y="0"/>
                </a:cubicBezTo>
                <a:cubicBezTo>
                  <a:pt x="4419015" y="-12211"/>
                  <a:pt x="4762459" y="-17220"/>
                  <a:pt x="5209885" y="0"/>
                </a:cubicBezTo>
                <a:cubicBezTo>
                  <a:pt x="5657311" y="17220"/>
                  <a:pt x="5692663" y="-3290"/>
                  <a:pt x="6105335" y="0"/>
                </a:cubicBezTo>
                <a:cubicBezTo>
                  <a:pt x="6518007" y="3290"/>
                  <a:pt x="6455516" y="-5124"/>
                  <a:pt x="6783705" y="0"/>
                </a:cubicBezTo>
                <a:cubicBezTo>
                  <a:pt x="7111894" y="5124"/>
                  <a:pt x="7441941" y="-17829"/>
                  <a:pt x="7679154" y="0"/>
                </a:cubicBezTo>
                <a:cubicBezTo>
                  <a:pt x="7916367" y="17829"/>
                  <a:pt x="8102967" y="-24363"/>
                  <a:pt x="8248985" y="0"/>
                </a:cubicBezTo>
                <a:cubicBezTo>
                  <a:pt x="8395003" y="24363"/>
                  <a:pt x="8552393" y="25505"/>
                  <a:pt x="8818817" y="0"/>
                </a:cubicBezTo>
                <a:cubicBezTo>
                  <a:pt x="9085241" y="-25505"/>
                  <a:pt x="9411308" y="38000"/>
                  <a:pt x="9605726" y="0"/>
                </a:cubicBezTo>
                <a:cubicBezTo>
                  <a:pt x="9800144" y="-38000"/>
                  <a:pt x="10006468" y="-25741"/>
                  <a:pt x="10175558" y="0"/>
                </a:cubicBezTo>
                <a:cubicBezTo>
                  <a:pt x="10344648" y="25741"/>
                  <a:pt x="10696282" y="695"/>
                  <a:pt x="10853928" y="0"/>
                </a:cubicBezTo>
                <a:cubicBezTo>
                  <a:pt x="10853521" y="8690"/>
                  <a:pt x="10853774" y="14141"/>
                  <a:pt x="10853928" y="18288"/>
                </a:cubicBezTo>
                <a:cubicBezTo>
                  <a:pt x="10608124" y="24255"/>
                  <a:pt x="10343415" y="22307"/>
                  <a:pt x="10067018" y="18288"/>
                </a:cubicBezTo>
                <a:cubicBezTo>
                  <a:pt x="9790621" y="14270"/>
                  <a:pt x="9843266" y="3564"/>
                  <a:pt x="9714266" y="18288"/>
                </a:cubicBezTo>
                <a:cubicBezTo>
                  <a:pt x="9585266" y="33012"/>
                  <a:pt x="9379484" y="1875"/>
                  <a:pt x="9252974" y="18288"/>
                </a:cubicBezTo>
                <a:cubicBezTo>
                  <a:pt x="9126464" y="34701"/>
                  <a:pt x="8580678" y="-4904"/>
                  <a:pt x="8357525" y="18288"/>
                </a:cubicBezTo>
                <a:cubicBezTo>
                  <a:pt x="8134372" y="41480"/>
                  <a:pt x="7903199" y="26458"/>
                  <a:pt x="7679154" y="18288"/>
                </a:cubicBezTo>
                <a:cubicBezTo>
                  <a:pt x="7455109" y="10118"/>
                  <a:pt x="7435944" y="27109"/>
                  <a:pt x="7217862" y="18288"/>
                </a:cubicBezTo>
                <a:cubicBezTo>
                  <a:pt x="6999780" y="9467"/>
                  <a:pt x="6680409" y="18985"/>
                  <a:pt x="6539492" y="18288"/>
                </a:cubicBezTo>
                <a:cubicBezTo>
                  <a:pt x="6398575" y="17592"/>
                  <a:pt x="6312077" y="33018"/>
                  <a:pt x="6186739" y="18288"/>
                </a:cubicBezTo>
                <a:cubicBezTo>
                  <a:pt x="6061401" y="3558"/>
                  <a:pt x="5947033" y="12075"/>
                  <a:pt x="5833986" y="18288"/>
                </a:cubicBezTo>
                <a:cubicBezTo>
                  <a:pt x="5720939" y="24501"/>
                  <a:pt x="5482226" y="8586"/>
                  <a:pt x="5155616" y="18288"/>
                </a:cubicBezTo>
                <a:cubicBezTo>
                  <a:pt x="4829006" y="27991"/>
                  <a:pt x="4841274" y="29316"/>
                  <a:pt x="4694324" y="18288"/>
                </a:cubicBezTo>
                <a:cubicBezTo>
                  <a:pt x="4547374" y="7260"/>
                  <a:pt x="4077675" y="7013"/>
                  <a:pt x="3907414" y="18288"/>
                </a:cubicBezTo>
                <a:cubicBezTo>
                  <a:pt x="3737153" y="29564"/>
                  <a:pt x="3538393" y="21630"/>
                  <a:pt x="3446122" y="18288"/>
                </a:cubicBezTo>
                <a:cubicBezTo>
                  <a:pt x="3353851" y="14946"/>
                  <a:pt x="2990320" y="-8091"/>
                  <a:pt x="2659212" y="18288"/>
                </a:cubicBezTo>
                <a:cubicBezTo>
                  <a:pt x="2328104" y="44667"/>
                  <a:pt x="2427653" y="9607"/>
                  <a:pt x="2306460" y="18288"/>
                </a:cubicBezTo>
                <a:cubicBezTo>
                  <a:pt x="2185267" y="26969"/>
                  <a:pt x="1719763" y="3717"/>
                  <a:pt x="1519550" y="18288"/>
                </a:cubicBezTo>
                <a:cubicBezTo>
                  <a:pt x="1319337" y="32860"/>
                  <a:pt x="1167371" y="17040"/>
                  <a:pt x="1058258" y="18288"/>
                </a:cubicBezTo>
                <a:cubicBezTo>
                  <a:pt x="949145" y="19536"/>
                  <a:pt x="780234" y="31447"/>
                  <a:pt x="705505" y="18288"/>
                </a:cubicBezTo>
                <a:cubicBezTo>
                  <a:pt x="630776" y="5129"/>
                  <a:pt x="215796" y="30056"/>
                  <a:pt x="0" y="18288"/>
                </a:cubicBezTo>
                <a:cubicBezTo>
                  <a:pt x="-53" y="11301"/>
                  <a:pt x="-649" y="7756"/>
                  <a:pt x="0" y="0"/>
                </a:cubicBezTo>
                <a:close/>
              </a:path>
            </a:pathLst>
          </a:custGeom>
          <a:solidFill>
            <a:srgbClr val="3F88FB"/>
          </a:solidFill>
          <a:ln w="41275" cap="rnd">
            <a:solidFill>
              <a:schemeClr val="accent1">
                <a:lumMod val="40000"/>
                <a:lumOff val="60000"/>
              </a:schemeClr>
            </a:solidFill>
            <a:round/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Google Shape;139;p15"/>
          <p:cNvSpPr txBox="1">
            <a:spLocks/>
          </p:cNvSpPr>
          <p:nvPr/>
        </p:nvSpPr>
        <p:spPr>
          <a:xfrm>
            <a:off x="669018" y="561407"/>
            <a:ext cx="10515600" cy="1325563"/>
          </a:xfrm>
          <a:prstGeom prst="rect">
            <a:avLst/>
          </a:prstGeom>
        </p:spPr>
        <p:txBody>
          <a:bodyPr spcFirstLastPara="1" lIns="91425" tIns="45700" rIns="91425" bIns="45700" anchorCtr="0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Bef>
                <a:spcPts val="0"/>
              </a:spcBef>
              <a:buClr>
                <a:schemeClr val="dk1"/>
              </a:buClr>
              <a:buSzPct val="108108"/>
              <a:buFont typeface="Corbel"/>
              <a:buNone/>
            </a:pP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Нормирания: 1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NF, 2NF, 3NF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7414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0" name="sketch line">
            <a:extLst>
              <a:ext uri="{FF2B5EF4-FFF2-40B4-BE49-F238E27FC236}">
                <a16:creationId xmlns:a16="http://schemas.microsoft.com/office/drawing/2014/main" xmlns="" id="{DB17E863-922E-4C26-BD64-E8FD41D2866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669036" y="1677373"/>
            <a:ext cx="10853928" cy="18288"/>
          </a:xfrm>
          <a:custGeom>
            <a:avLst/>
            <a:gdLst>
              <a:gd name="connsiteX0" fmla="*/ 0 w 10853928"/>
              <a:gd name="connsiteY0" fmla="*/ 0 h 18288"/>
              <a:gd name="connsiteX1" fmla="*/ 461292 w 10853928"/>
              <a:gd name="connsiteY1" fmla="*/ 0 h 18288"/>
              <a:gd name="connsiteX2" fmla="*/ 1139662 w 10853928"/>
              <a:gd name="connsiteY2" fmla="*/ 0 h 18288"/>
              <a:gd name="connsiteX3" fmla="*/ 1926572 w 10853928"/>
              <a:gd name="connsiteY3" fmla="*/ 0 h 18288"/>
              <a:gd name="connsiteX4" fmla="*/ 2279325 w 10853928"/>
              <a:gd name="connsiteY4" fmla="*/ 0 h 18288"/>
              <a:gd name="connsiteX5" fmla="*/ 2632078 w 10853928"/>
              <a:gd name="connsiteY5" fmla="*/ 0 h 18288"/>
              <a:gd name="connsiteX6" fmla="*/ 3527527 w 10853928"/>
              <a:gd name="connsiteY6" fmla="*/ 0 h 18288"/>
              <a:gd name="connsiteX7" fmla="*/ 4205897 w 10853928"/>
              <a:gd name="connsiteY7" fmla="*/ 0 h 18288"/>
              <a:gd name="connsiteX8" fmla="*/ 4558650 w 10853928"/>
              <a:gd name="connsiteY8" fmla="*/ 0 h 18288"/>
              <a:gd name="connsiteX9" fmla="*/ 5237020 w 10853928"/>
              <a:gd name="connsiteY9" fmla="*/ 0 h 18288"/>
              <a:gd name="connsiteX10" fmla="*/ 6132469 w 10853928"/>
              <a:gd name="connsiteY10" fmla="*/ 0 h 18288"/>
              <a:gd name="connsiteX11" fmla="*/ 6702301 w 10853928"/>
              <a:gd name="connsiteY11" fmla="*/ 0 h 18288"/>
              <a:gd name="connsiteX12" fmla="*/ 7272132 w 10853928"/>
              <a:gd name="connsiteY12" fmla="*/ 0 h 18288"/>
              <a:gd name="connsiteX13" fmla="*/ 7950502 w 10853928"/>
              <a:gd name="connsiteY13" fmla="*/ 0 h 18288"/>
              <a:gd name="connsiteX14" fmla="*/ 8737412 w 10853928"/>
              <a:gd name="connsiteY14" fmla="*/ 0 h 18288"/>
              <a:gd name="connsiteX15" fmla="*/ 9524322 w 10853928"/>
              <a:gd name="connsiteY15" fmla="*/ 0 h 18288"/>
              <a:gd name="connsiteX16" fmla="*/ 10853928 w 10853928"/>
              <a:gd name="connsiteY16" fmla="*/ 0 h 18288"/>
              <a:gd name="connsiteX17" fmla="*/ 10853928 w 10853928"/>
              <a:gd name="connsiteY17" fmla="*/ 18288 h 18288"/>
              <a:gd name="connsiteX18" fmla="*/ 10392636 w 10853928"/>
              <a:gd name="connsiteY18" fmla="*/ 18288 h 18288"/>
              <a:gd name="connsiteX19" fmla="*/ 9497187 w 10853928"/>
              <a:gd name="connsiteY19" fmla="*/ 18288 h 18288"/>
              <a:gd name="connsiteX20" fmla="*/ 8818817 w 10853928"/>
              <a:gd name="connsiteY20" fmla="*/ 18288 h 18288"/>
              <a:gd name="connsiteX21" fmla="*/ 8466064 w 10853928"/>
              <a:gd name="connsiteY21" fmla="*/ 18288 h 18288"/>
              <a:gd name="connsiteX22" fmla="*/ 7787693 w 10853928"/>
              <a:gd name="connsiteY22" fmla="*/ 18288 h 18288"/>
              <a:gd name="connsiteX23" fmla="*/ 7217862 w 10853928"/>
              <a:gd name="connsiteY23" fmla="*/ 18288 h 18288"/>
              <a:gd name="connsiteX24" fmla="*/ 6648031 w 10853928"/>
              <a:gd name="connsiteY24" fmla="*/ 18288 h 18288"/>
              <a:gd name="connsiteX25" fmla="*/ 6078200 w 10853928"/>
              <a:gd name="connsiteY25" fmla="*/ 18288 h 18288"/>
              <a:gd name="connsiteX26" fmla="*/ 5508368 w 10853928"/>
              <a:gd name="connsiteY26" fmla="*/ 18288 h 18288"/>
              <a:gd name="connsiteX27" fmla="*/ 4721459 w 10853928"/>
              <a:gd name="connsiteY27" fmla="*/ 18288 h 18288"/>
              <a:gd name="connsiteX28" fmla="*/ 4043088 w 10853928"/>
              <a:gd name="connsiteY28" fmla="*/ 18288 h 18288"/>
              <a:gd name="connsiteX29" fmla="*/ 3690336 w 10853928"/>
              <a:gd name="connsiteY29" fmla="*/ 18288 h 18288"/>
              <a:gd name="connsiteX30" fmla="*/ 3120504 w 10853928"/>
              <a:gd name="connsiteY30" fmla="*/ 18288 h 18288"/>
              <a:gd name="connsiteX31" fmla="*/ 2333595 w 10853928"/>
              <a:gd name="connsiteY31" fmla="*/ 18288 h 18288"/>
              <a:gd name="connsiteX32" fmla="*/ 1872303 w 10853928"/>
              <a:gd name="connsiteY32" fmla="*/ 18288 h 18288"/>
              <a:gd name="connsiteX33" fmla="*/ 976854 w 10853928"/>
              <a:gd name="connsiteY33" fmla="*/ 18288 h 18288"/>
              <a:gd name="connsiteX34" fmla="*/ 0 w 10853928"/>
              <a:gd name="connsiteY34" fmla="*/ 18288 h 18288"/>
              <a:gd name="connsiteX35" fmla="*/ 0 w 10853928"/>
              <a:gd name="connsiteY35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853928" h="18288" fill="none" extrusionOk="0">
                <a:moveTo>
                  <a:pt x="0" y="0"/>
                </a:moveTo>
                <a:cubicBezTo>
                  <a:pt x="146993" y="-19076"/>
                  <a:pt x="347684" y="-4790"/>
                  <a:pt x="461292" y="0"/>
                </a:cubicBezTo>
                <a:cubicBezTo>
                  <a:pt x="574900" y="4790"/>
                  <a:pt x="808367" y="19821"/>
                  <a:pt x="1139662" y="0"/>
                </a:cubicBezTo>
                <a:cubicBezTo>
                  <a:pt x="1470957" y="-19821"/>
                  <a:pt x="1627405" y="5721"/>
                  <a:pt x="1926572" y="0"/>
                </a:cubicBezTo>
                <a:cubicBezTo>
                  <a:pt x="2225739" y="-5721"/>
                  <a:pt x="2137730" y="-3235"/>
                  <a:pt x="2279325" y="0"/>
                </a:cubicBezTo>
                <a:cubicBezTo>
                  <a:pt x="2420920" y="3235"/>
                  <a:pt x="2456518" y="9685"/>
                  <a:pt x="2632078" y="0"/>
                </a:cubicBezTo>
                <a:cubicBezTo>
                  <a:pt x="2807638" y="-9685"/>
                  <a:pt x="3211516" y="-43007"/>
                  <a:pt x="3527527" y="0"/>
                </a:cubicBezTo>
                <a:cubicBezTo>
                  <a:pt x="3843538" y="43007"/>
                  <a:pt x="4058833" y="22042"/>
                  <a:pt x="4205897" y="0"/>
                </a:cubicBezTo>
                <a:cubicBezTo>
                  <a:pt x="4352961" y="-22042"/>
                  <a:pt x="4474805" y="-11846"/>
                  <a:pt x="4558650" y="0"/>
                </a:cubicBezTo>
                <a:cubicBezTo>
                  <a:pt x="4642495" y="11846"/>
                  <a:pt x="5041928" y="-6069"/>
                  <a:pt x="5237020" y="0"/>
                </a:cubicBezTo>
                <a:cubicBezTo>
                  <a:pt x="5432112" y="6069"/>
                  <a:pt x="5943266" y="-17479"/>
                  <a:pt x="6132469" y="0"/>
                </a:cubicBezTo>
                <a:cubicBezTo>
                  <a:pt x="6321672" y="17479"/>
                  <a:pt x="6483872" y="26234"/>
                  <a:pt x="6702301" y="0"/>
                </a:cubicBezTo>
                <a:cubicBezTo>
                  <a:pt x="6920730" y="-26234"/>
                  <a:pt x="6991194" y="-15156"/>
                  <a:pt x="7272132" y="0"/>
                </a:cubicBezTo>
                <a:cubicBezTo>
                  <a:pt x="7553070" y="15156"/>
                  <a:pt x="7684444" y="-32961"/>
                  <a:pt x="7950502" y="0"/>
                </a:cubicBezTo>
                <a:cubicBezTo>
                  <a:pt x="8216560" y="32961"/>
                  <a:pt x="8493290" y="-10491"/>
                  <a:pt x="8737412" y="0"/>
                </a:cubicBezTo>
                <a:cubicBezTo>
                  <a:pt x="8981534" y="10491"/>
                  <a:pt x="9191586" y="-13899"/>
                  <a:pt x="9524322" y="0"/>
                </a:cubicBezTo>
                <a:cubicBezTo>
                  <a:pt x="9857058" y="13899"/>
                  <a:pt x="10297509" y="7485"/>
                  <a:pt x="10853928" y="0"/>
                </a:cubicBezTo>
                <a:cubicBezTo>
                  <a:pt x="10854574" y="4451"/>
                  <a:pt x="10854418" y="9226"/>
                  <a:pt x="10853928" y="18288"/>
                </a:cubicBezTo>
                <a:cubicBezTo>
                  <a:pt x="10691638" y="28522"/>
                  <a:pt x="10574319" y="29578"/>
                  <a:pt x="10392636" y="18288"/>
                </a:cubicBezTo>
                <a:cubicBezTo>
                  <a:pt x="10210953" y="6998"/>
                  <a:pt x="9836277" y="-16742"/>
                  <a:pt x="9497187" y="18288"/>
                </a:cubicBezTo>
                <a:cubicBezTo>
                  <a:pt x="9158097" y="53318"/>
                  <a:pt x="9119479" y="30714"/>
                  <a:pt x="8818817" y="18288"/>
                </a:cubicBezTo>
                <a:cubicBezTo>
                  <a:pt x="8518155" y="5863"/>
                  <a:pt x="8640037" y="6483"/>
                  <a:pt x="8466064" y="18288"/>
                </a:cubicBezTo>
                <a:cubicBezTo>
                  <a:pt x="8292091" y="30093"/>
                  <a:pt x="7997656" y="18914"/>
                  <a:pt x="7787693" y="18288"/>
                </a:cubicBezTo>
                <a:cubicBezTo>
                  <a:pt x="7577730" y="17662"/>
                  <a:pt x="7412468" y="21416"/>
                  <a:pt x="7217862" y="18288"/>
                </a:cubicBezTo>
                <a:cubicBezTo>
                  <a:pt x="7023256" y="15160"/>
                  <a:pt x="6898018" y="14824"/>
                  <a:pt x="6648031" y="18288"/>
                </a:cubicBezTo>
                <a:cubicBezTo>
                  <a:pt x="6398044" y="21752"/>
                  <a:pt x="6254402" y="38625"/>
                  <a:pt x="6078200" y="18288"/>
                </a:cubicBezTo>
                <a:cubicBezTo>
                  <a:pt x="5901998" y="-2049"/>
                  <a:pt x="5622886" y="3213"/>
                  <a:pt x="5508368" y="18288"/>
                </a:cubicBezTo>
                <a:cubicBezTo>
                  <a:pt x="5393850" y="33363"/>
                  <a:pt x="5036260" y="26830"/>
                  <a:pt x="4721459" y="18288"/>
                </a:cubicBezTo>
                <a:cubicBezTo>
                  <a:pt x="4406658" y="9746"/>
                  <a:pt x="4239221" y="41551"/>
                  <a:pt x="4043088" y="18288"/>
                </a:cubicBezTo>
                <a:cubicBezTo>
                  <a:pt x="3846955" y="-4975"/>
                  <a:pt x="3818802" y="34658"/>
                  <a:pt x="3690336" y="18288"/>
                </a:cubicBezTo>
                <a:cubicBezTo>
                  <a:pt x="3561870" y="1918"/>
                  <a:pt x="3265491" y="42194"/>
                  <a:pt x="3120504" y="18288"/>
                </a:cubicBezTo>
                <a:cubicBezTo>
                  <a:pt x="2975517" y="-5618"/>
                  <a:pt x="2720254" y="36673"/>
                  <a:pt x="2333595" y="18288"/>
                </a:cubicBezTo>
                <a:cubicBezTo>
                  <a:pt x="1946936" y="-97"/>
                  <a:pt x="2097241" y="5776"/>
                  <a:pt x="1872303" y="18288"/>
                </a:cubicBezTo>
                <a:cubicBezTo>
                  <a:pt x="1647365" y="30800"/>
                  <a:pt x="1282708" y="45380"/>
                  <a:pt x="976854" y="18288"/>
                </a:cubicBezTo>
                <a:cubicBezTo>
                  <a:pt x="671000" y="-8804"/>
                  <a:pt x="408401" y="-12775"/>
                  <a:pt x="0" y="18288"/>
                </a:cubicBezTo>
                <a:cubicBezTo>
                  <a:pt x="-213" y="9468"/>
                  <a:pt x="187" y="4459"/>
                  <a:pt x="0" y="0"/>
                </a:cubicBezTo>
                <a:close/>
              </a:path>
              <a:path w="10853928" h="18288" stroke="0" extrusionOk="0">
                <a:moveTo>
                  <a:pt x="0" y="0"/>
                </a:moveTo>
                <a:cubicBezTo>
                  <a:pt x="267322" y="15284"/>
                  <a:pt x="415388" y="-21048"/>
                  <a:pt x="569831" y="0"/>
                </a:cubicBezTo>
                <a:cubicBezTo>
                  <a:pt x="724274" y="21048"/>
                  <a:pt x="769333" y="-2353"/>
                  <a:pt x="922584" y="0"/>
                </a:cubicBezTo>
                <a:cubicBezTo>
                  <a:pt x="1075835" y="2353"/>
                  <a:pt x="1399490" y="-145"/>
                  <a:pt x="1818033" y="0"/>
                </a:cubicBezTo>
                <a:cubicBezTo>
                  <a:pt x="2236576" y="145"/>
                  <a:pt x="2145330" y="5482"/>
                  <a:pt x="2387864" y="0"/>
                </a:cubicBezTo>
                <a:cubicBezTo>
                  <a:pt x="2630398" y="-5482"/>
                  <a:pt x="2793207" y="18487"/>
                  <a:pt x="2957695" y="0"/>
                </a:cubicBezTo>
                <a:cubicBezTo>
                  <a:pt x="3122183" y="-18487"/>
                  <a:pt x="3579141" y="19003"/>
                  <a:pt x="3853144" y="0"/>
                </a:cubicBezTo>
                <a:cubicBezTo>
                  <a:pt x="4127147" y="-19003"/>
                  <a:pt x="4209857" y="12211"/>
                  <a:pt x="4314436" y="0"/>
                </a:cubicBezTo>
                <a:cubicBezTo>
                  <a:pt x="4419015" y="-12211"/>
                  <a:pt x="4762459" y="-17220"/>
                  <a:pt x="5209885" y="0"/>
                </a:cubicBezTo>
                <a:cubicBezTo>
                  <a:pt x="5657311" y="17220"/>
                  <a:pt x="5692663" y="-3290"/>
                  <a:pt x="6105335" y="0"/>
                </a:cubicBezTo>
                <a:cubicBezTo>
                  <a:pt x="6518007" y="3290"/>
                  <a:pt x="6455516" y="-5124"/>
                  <a:pt x="6783705" y="0"/>
                </a:cubicBezTo>
                <a:cubicBezTo>
                  <a:pt x="7111894" y="5124"/>
                  <a:pt x="7441941" y="-17829"/>
                  <a:pt x="7679154" y="0"/>
                </a:cubicBezTo>
                <a:cubicBezTo>
                  <a:pt x="7916367" y="17829"/>
                  <a:pt x="8102967" y="-24363"/>
                  <a:pt x="8248985" y="0"/>
                </a:cubicBezTo>
                <a:cubicBezTo>
                  <a:pt x="8395003" y="24363"/>
                  <a:pt x="8552393" y="25505"/>
                  <a:pt x="8818817" y="0"/>
                </a:cubicBezTo>
                <a:cubicBezTo>
                  <a:pt x="9085241" y="-25505"/>
                  <a:pt x="9411308" y="38000"/>
                  <a:pt x="9605726" y="0"/>
                </a:cubicBezTo>
                <a:cubicBezTo>
                  <a:pt x="9800144" y="-38000"/>
                  <a:pt x="10006468" y="-25741"/>
                  <a:pt x="10175558" y="0"/>
                </a:cubicBezTo>
                <a:cubicBezTo>
                  <a:pt x="10344648" y="25741"/>
                  <a:pt x="10696282" y="695"/>
                  <a:pt x="10853928" y="0"/>
                </a:cubicBezTo>
                <a:cubicBezTo>
                  <a:pt x="10853521" y="8690"/>
                  <a:pt x="10853774" y="14141"/>
                  <a:pt x="10853928" y="18288"/>
                </a:cubicBezTo>
                <a:cubicBezTo>
                  <a:pt x="10608124" y="24255"/>
                  <a:pt x="10343415" y="22307"/>
                  <a:pt x="10067018" y="18288"/>
                </a:cubicBezTo>
                <a:cubicBezTo>
                  <a:pt x="9790621" y="14270"/>
                  <a:pt x="9843266" y="3564"/>
                  <a:pt x="9714266" y="18288"/>
                </a:cubicBezTo>
                <a:cubicBezTo>
                  <a:pt x="9585266" y="33012"/>
                  <a:pt x="9379484" y="1875"/>
                  <a:pt x="9252974" y="18288"/>
                </a:cubicBezTo>
                <a:cubicBezTo>
                  <a:pt x="9126464" y="34701"/>
                  <a:pt x="8580678" y="-4904"/>
                  <a:pt x="8357525" y="18288"/>
                </a:cubicBezTo>
                <a:cubicBezTo>
                  <a:pt x="8134372" y="41480"/>
                  <a:pt x="7903199" y="26458"/>
                  <a:pt x="7679154" y="18288"/>
                </a:cubicBezTo>
                <a:cubicBezTo>
                  <a:pt x="7455109" y="10118"/>
                  <a:pt x="7435944" y="27109"/>
                  <a:pt x="7217862" y="18288"/>
                </a:cubicBezTo>
                <a:cubicBezTo>
                  <a:pt x="6999780" y="9467"/>
                  <a:pt x="6680409" y="18985"/>
                  <a:pt x="6539492" y="18288"/>
                </a:cubicBezTo>
                <a:cubicBezTo>
                  <a:pt x="6398575" y="17592"/>
                  <a:pt x="6312077" y="33018"/>
                  <a:pt x="6186739" y="18288"/>
                </a:cubicBezTo>
                <a:cubicBezTo>
                  <a:pt x="6061401" y="3558"/>
                  <a:pt x="5947033" y="12075"/>
                  <a:pt x="5833986" y="18288"/>
                </a:cubicBezTo>
                <a:cubicBezTo>
                  <a:pt x="5720939" y="24501"/>
                  <a:pt x="5482226" y="8586"/>
                  <a:pt x="5155616" y="18288"/>
                </a:cubicBezTo>
                <a:cubicBezTo>
                  <a:pt x="4829006" y="27991"/>
                  <a:pt x="4841274" y="29316"/>
                  <a:pt x="4694324" y="18288"/>
                </a:cubicBezTo>
                <a:cubicBezTo>
                  <a:pt x="4547374" y="7260"/>
                  <a:pt x="4077675" y="7013"/>
                  <a:pt x="3907414" y="18288"/>
                </a:cubicBezTo>
                <a:cubicBezTo>
                  <a:pt x="3737153" y="29564"/>
                  <a:pt x="3538393" y="21630"/>
                  <a:pt x="3446122" y="18288"/>
                </a:cubicBezTo>
                <a:cubicBezTo>
                  <a:pt x="3353851" y="14946"/>
                  <a:pt x="2990320" y="-8091"/>
                  <a:pt x="2659212" y="18288"/>
                </a:cubicBezTo>
                <a:cubicBezTo>
                  <a:pt x="2328104" y="44667"/>
                  <a:pt x="2427653" y="9607"/>
                  <a:pt x="2306460" y="18288"/>
                </a:cubicBezTo>
                <a:cubicBezTo>
                  <a:pt x="2185267" y="26969"/>
                  <a:pt x="1719763" y="3717"/>
                  <a:pt x="1519550" y="18288"/>
                </a:cubicBezTo>
                <a:cubicBezTo>
                  <a:pt x="1319337" y="32860"/>
                  <a:pt x="1167371" y="17040"/>
                  <a:pt x="1058258" y="18288"/>
                </a:cubicBezTo>
                <a:cubicBezTo>
                  <a:pt x="949145" y="19536"/>
                  <a:pt x="780234" y="31447"/>
                  <a:pt x="705505" y="18288"/>
                </a:cubicBezTo>
                <a:cubicBezTo>
                  <a:pt x="630776" y="5129"/>
                  <a:pt x="215796" y="30056"/>
                  <a:pt x="0" y="18288"/>
                </a:cubicBezTo>
                <a:cubicBezTo>
                  <a:pt x="-53" y="11301"/>
                  <a:pt x="-649" y="7756"/>
                  <a:pt x="0" y="0"/>
                </a:cubicBezTo>
                <a:close/>
              </a:path>
            </a:pathLst>
          </a:custGeom>
          <a:solidFill>
            <a:srgbClr val="3F88FB"/>
          </a:solidFill>
          <a:ln w="41275" cap="rnd">
            <a:solidFill>
              <a:schemeClr val="accent1">
                <a:lumMod val="40000"/>
                <a:lumOff val="60000"/>
              </a:schemeClr>
            </a:solidFill>
            <a:round/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Google Shape;139;p15"/>
          <p:cNvSpPr txBox="1">
            <a:spLocks/>
          </p:cNvSpPr>
          <p:nvPr/>
        </p:nvSpPr>
        <p:spPr>
          <a:xfrm>
            <a:off x="669018" y="561407"/>
            <a:ext cx="10515600" cy="1325563"/>
          </a:xfrm>
          <a:prstGeom prst="rect">
            <a:avLst/>
          </a:prstGeom>
        </p:spPr>
        <p:txBody>
          <a:bodyPr spcFirstLastPara="1" lIns="91425" tIns="45700" rIns="91425" bIns="45700" anchorCtr="0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Bef>
                <a:spcPts val="0"/>
              </a:spcBef>
              <a:buClr>
                <a:schemeClr val="dk1"/>
              </a:buClr>
              <a:buSzPct val="108108"/>
              <a:buFont typeface="Corbel"/>
              <a:buNone/>
            </a:pP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Нормиране + връзки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2" name="Картина 31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95857" y="1918808"/>
            <a:ext cx="6353892" cy="481218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9139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3" name="Картина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38337" y="-38100"/>
            <a:ext cx="8315325" cy="6934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7969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그룹 72">
            <a:extLst>
              <a:ext uri="{FF2B5EF4-FFF2-40B4-BE49-F238E27FC236}">
                <a16:creationId xmlns:a16="http://schemas.microsoft.com/office/drawing/2014/main" xmlns="" id="{F47ED28A-59DF-42E3-8D04-61FF12C7740D}"/>
              </a:ext>
            </a:extLst>
          </p:cNvPr>
          <p:cNvGrpSpPr/>
          <p:nvPr/>
        </p:nvGrpSpPr>
        <p:grpSpPr>
          <a:xfrm>
            <a:off x="435578" y="967779"/>
            <a:ext cx="1479474" cy="1478112"/>
            <a:chOff x="1454939" y="3059338"/>
            <a:chExt cx="1479474" cy="1478112"/>
          </a:xfrm>
        </p:grpSpPr>
        <p:sp>
          <p:nvSpPr>
            <p:cNvPr id="77" name="자유형: 도형 73">
              <a:extLst>
                <a:ext uri="{FF2B5EF4-FFF2-40B4-BE49-F238E27FC236}">
                  <a16:creationId xmlns:a16="http://schemas.microsoft.com/office/drawing/2014/main" xmlns="" id="{0A8B6630-1197-4467-B53F-8EB8AF6D6498}"/>
                </a:ext>
              </a:extLst>
            </p:cNvPr>
            <p:cNvSpPr/>
            <p:nvPr/>
          </p:nvSpPr>
          <p:spPr>
            <a:xfrm>
              <a:off x="1454939" y="30593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78" name="자유형: 도형 74">
              <a:extLst>
                <a:ext uri="{FF2B5EF4-FFF2-40B4-BE49-F238E27FC236}">
                  <a16:creationId xmlns:a16="http://schemas.microsoft.com/office/drawing/2014/main" xmlns="" id="{17B6E130-E947-4757-801B-6022D1010B38}"/>
                </a:ext>
              </a:extLst>
            </p:cNvPr>
            <p:cNvSpPr/>
            <p:nvPr/>
          </p:nvSpPr>
          <p:spPr>
            <a:xfrm>
              <a:off x="1647825" y="32575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sp>
        <p:nvSpPr>
          <p:cNvPr id="79" name="Oval 21">
            <a:extLst>
              <a:ext uri="{FF2B5EF4-FFF2-40B4-BE49-F238E27FC236}">
                <a16:creationId xmlns:a16="http://schemas.microsoft.com/office/drawing/2014/main" xmlns="" id="{38A5DEE0-6489-490B-BAD9-174EE18C8FE2}"/>
              </a:ext>
            </a:extLst>
          </p:cNvPr>
          <p:cNvSpPr>
            <a:spLocks noChangeAspect="1"/>
          </p:cNvSpPr>
          <p:nvPr/>
        </p:nvSpPr>
        <p:spPr>
          <a:xfrm>
            <a:off x="982626" y="1514288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pic>
        <p:nvPicPr>
          <p:cNvPr id="80" name="Картина 7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003" y="3785978"/>
            <a:ext cx="5495925" cy="2733675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81" name="Картина 8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01186" y="237281"/>
            <a:ext cx="6943725" cy="3200400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84" name="Текстово поле 83"/>
          <p:cNvSpPr txBox="1"/>
          <p:nvPr/>
        </p:nvSpPr>
        <p:spPr>
          <a:xfrm>
            <a:off x="5845017" y="3681528"/>
            <a:ext cx="65497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sz="3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Първи подход: БД -&gt; </a:t>
            </a:r>
            <a:r>
              <a:rPr lang="en-US" sz="3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ER</a:t>
            </a:r>
            <a:endParaRPr lang="bg-BG" sz="3600" dirty="0" smtClean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5" name="Текстово поле 84"/>
          <p:cNvSpPr txBox="1"/>
          <p:nvPr/>
        </p:nvSpPr>
        <p:spPr>
          <a:xfrm>
            <a:off x="6429682" y="4571707"/>
            <a:ext cx="5200156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sz="28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Имената на таблиците са с конвенция </a:t>
            </a:r>
            <a:r>
              <a:rPr lang="en-US" sz="2800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snake_case</a:t>
            </a:r>
            <a:r>
              <a:rPr lang="bg-BG" sz="28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</a:p>
          <a:p>
            <a:endParaRPr lang="bg-BG" sz="2800" dirty="0" smtClean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bg-BG" sz="28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Името може да се редактира.</a:t>
            </a:r>
          </a:p>
        </p:txBody>
      </p: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Картина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99541" y="350245"/>
            <a:ext cx="9172575" cy="2562225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3" name="Картина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9541" y="3342395"/>
            <a:ext cx="5705475" cy="2828925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4" name="Текстово поле 3"/>
          <p:cNvSpPr txBox="1"/>
          <p:nvPr/>
        </p:nvSpPr>
        <p:spPr>
          <a:xfrm>
            <a:off x="6462972" y="3342395"/>
            <a:ext cx="5408462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Именуваме необходимите колони и селектираме техния тип със съответната достатъчна дължина. Забележете, че макар ЕГН и телефон да са числови типове </a:t>
            </a:r>
            <a:r>
              <a:rPr lang="en-US" sz="2400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</a:t>
            </a:r>
            <a:r>
              <a:rPr lang="en-US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bg-BG" sz="2400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т.к</a:t>
            </a:r>
            <a:r>
              <a:rPr lang="bg-BG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с тях няма да се извършват аритметични операции, желателно е да се изпишат като текстов тип.</a:t>
            </a:r>
            <a:endParaRPr lang="bg-BG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68912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Картина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2922" y="319600"/>
            <a:ext cx="4943475" cy="2752725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11" name="Картина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5040" y="3751262"/>
            <a:ext cx="5191125" cy="2466975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12" name="Картина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0602" y="4846637"/>
            <a:ext cx="3286125" cy="1371600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14" name="Картина 1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546165" y="404758"/>
            <a:ext cx="5705876" cy="1572900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15" name="Текстово поле 14"/>
          <p:cNvSpPr txBox="1"/>
          <p:nvPr/>
        </p:nvSpPr>
        <p:spPr>
          <a:xfrm>
            <a:off x="5913338" y="2257985"/>
            <a:ext cx="5720651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Разглеждаме внимателно предложения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SQL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код и се опитваме да го разчетем и анализираме, защото след графичния интерфейс, ще започваме да пишем БД изцяло на него, без участието на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GUI.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Забелязваме ключовата команда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CREATE TABLE,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имената на БД, таблицата и колоните са оцветени в червено между два наклонени </a:t>
            </a:r>
            <a:r>
              <a:rPr lang="bg-BG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амперсанта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За пари се използва тип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DECIMAL(p,2).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41191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Картина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7734" y="739015"/>
            <a:ext cx="5819775" cy="2171700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3" name="Картина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82127" y="2717107"/>
            <a:ext cx="3486150" cy="990600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4" name="Картина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734" y="3707707"/>
            <a:ext cx="6962775" cy="2286000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5" name="Картина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77175" y="4650682"/>
            <a:ext cx="3476625" cy="1343025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6" name="Текстово поле 5"/>
          <p:cNvSpPr txBox="1"/>
          <p:nvPr/>
        </p:nvSpPr>
        <p:spPr>
          <a:xfrm>
            <a:off x="6726327" y="1363200"/>
            <a:ext cx="520262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Аналогично се създават останалите таблици като всеки път оглеждаме и анализираме автоматичния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SQL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код.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46789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Картина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4020" y="851885"/>
            <a:ext cx="8324850" cy="2238375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3" name="Картина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26371" y="1699610"/>
            <a:ext cx="3952875" cy="1114425"/>
          </a:xfrm>
          <a:prstGeom prst="rect">
            <a:avLst/>
          </a:prstGeom>
          <a:ln>
            <a:solidFill>
              <a:srgbClr val="FF0000"/>
            </a:solidFill>
          </a:ln>
        </p:spPr>
      </p:pic>
      <p:sp>
        <p:nvSpPr>
          <p:cNvPr id="4" name="Текстово поле 3"/>
          <p:cNvSpPr txBox="1"/>
          <p:nvPr/>
        </p:nvSpPr>
        <p:spPr>
          <a:xfrm>
            <a:off x="8355724" y="3685969"/>
            <a:ext cx="3647090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Както се вижда от </a:t>
            </a:r>
            <a:r>
              <a:rPr lang="bg-BG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подпрозорците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създадохме 1 БД с 6 таблици. Тук е моментът да се обърне внимание на различните изгледи. Дотук използвахме само настройките за таблиците.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5" name="Картина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4020" y="3652235"/>
            <a:ext cx="7191375" cy="2562225"/>
          </a:xfrm>
          <a:prstGeom prst="rect">
            <a:avLst/>
          </a:prstGeom>
          <a:ln>
            <a:solidFill>
              <a:srgbClr val="3F88FB"/>
            </a:solidFill>
          </a:ln>
        </p:spPr>
      </p:pic>
    </p:spTree>
    <p:extLst>
      <p:ext uri="{BB962C8B-B14F-4D97-AF65-F5344CB8AC3E}">
        <p14:creationId xmlns:p14="http://schemas.microsoft.com/office/powerpoint/2010/main" val="14812419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Картина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34105" y="958794"/>
            <a:ext cx="6448425" cy="2733675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3" name="Текстово поле 2"/>
          <p:cNvSpPr txBox="1"/>
          <p:nvPr/>
        </p:nvSpPr>
        <p:spPr>
          <a:xfrm>
            <a:off x="778726" y="344300"/>
            <a:ext cx="108955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sz="28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Изглед за попълване на самите таблици с данни. </a:t>
            </a:r>
            <a:endParaRPr lang="bg-BG" sz="28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4" name="Картина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34105" y="4922994"/>
            <a:ext cx="6638925" cy="1400175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5" name="Правоъгълник 4"/>
          <p:cNvSpPr/>
          <p:nvPr/>
        </p:nvSpPr>
        <p:spPr>
          <a:xfrm>
            <a:off x="1418896" y="3984566"/>
            <a:ext cx="1091462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bg-B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Нека попълним всяка от таблиците с поне 3 записа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При затваряне на </a:t>
            </a:r>
            <a:r>
              <a:rPr lang="bg-BG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подпрозореца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на таблицата, отново се предлага </a:t>
            </a:r>
            <a:r>
              <a:rPr lang="bg-BG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авто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-генериран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SQL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код, който оглеждаме и запазваме с бутон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Finish.</a:t>
            </a:r>
            <a:endParaRPr lang="bg-BG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60648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97" name="Картина 9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06691" y="1018563"/>
            <a:ext cx="6448425" cy="2733675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98" name="Текстово поле 97"/>
          <p:cNvSpPr txBox="1"/>
          <p:nvPr/>
        </p:nvSpPr>
        <p:spPr>
          <a:xfrm>
            <a:off x="2893216" y="182930"/>
            <a:ext cx="108955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sz="28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Изглед за попълване на самите таблици с данни. </a:t>
            </a:r>
            <a:endParaRPr lang="bg-BG" sz="28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99" name="Картина 9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8563" y="5109010"/>
            <a:ext cx="6638925" cy="1400175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100" name="Правоъгълник 99"/>
          <p:cNvSpPr/>
          <p:nvPr/>
        </p:nvSpPr>
        <p:spPr>
          <a:xfrm>
            <a:off x="2179376" y="3923379"/>
            <a:ext cx="9529782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bg-BG" sz="20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Нека попълним всяка от таблиците с поне 3 записа</a:t>
            </a:r>
            <a:r>
              <a:rPr lang="bg-BG" sz="2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При затваряне на </a:t>
            </a:r>
            <a:r>
              <a:rPr lang="bg-BG" sz="2000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подпрозореца</a:t>
            </a:r>
            <a:r>
              <a:rPr lang="bg-BG" sz="2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на таблицата, отново се предлага </a:t>
            </a:r>
            <a:r>
              <a:rPr lang="bg-BG" sz="2000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авто</a:t>
            </a:r>
            <a:r>
              <a:rPr lang="bg-BG" sz="2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-генериран </a:t>
            </a:r>
            <a:r>
              <a:rPr lang="en-US" sz="2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SQL </a:t>
            </a:r>
            <a:r>
              <a:rPr lang="bg-BG" sz="2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код, който оглеждаме и запазваме с бутон </a:t>
            </a:r>
            <a:r>
              <a:rPr lang="en-US" sz="2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Finish.</a:t>
            </a:r>
            <a:endParaRPr lang="bg-BG" sz="2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88225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Картина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0385" y="3413756"/>
            <a:ext cx="3267075" cy="847725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3" name="Картина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8400" y="3154650"/>
            <a:ext cx="4086225" cy="2962275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5" name="Текстово поле 4"/>
          <p:cNvSpPr txBox="1"/>
          <p:nvPr/>
        </p:nvSpPr>
        <p:spPr>
          <a:xfrm>
            <a:off x="6169001" y="1013913"/>
            <a:ext cx="4901485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Вече сме опознали достатъчно синтаксиса (правилата на конструиране на команди), така че да можем да дописваме предлагания код с още стойности. Понякога могат да се получават предупреждения за грешки. Това е нормално в процеса на учене. Важното е да четете внимателно и опитвате да ги поправяте. 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6" name="Картина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19743" y="3394705"/>
            <a:ext cx="3324225" cy="885825"/>
          </a:xfrm>
          <a:prstGeom prst="rect">
            <a:avLst/>
          </a:prstGeom>
          <a:ln>
            <a:solidFill>
              <a:srgbClr val="FF0000"/>
            </a:solidFill>
          </a:ln>
        </p:spPr>
      </p:pic>
      <p:sp>
        <p:nvSpPr>
          <p:cNvPr id="7" name="Текстово поле 6"/>
          <p:cNvSpPr txBox="1"/>
          <p:nvPr/>
        </p:nvSpPr>
        <p:spPr>
          <a:xfrm>
            <a:off x="5243847" y="4353001"/>
            <a:ext cx="6109953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Сега имаме достатъчен поглед, така че може се упражняваме да дописваме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SQL-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код в диалоговия прозорец за всяка създадена таблица с нови </a:t>
            </a:r>
            <a:r>
              <a:rPr lang="bg-BG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промеливи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стойности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като отново обърнем внимание на разликата между наклонени кавички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``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за имена на полетата в червено и прави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‘’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 техните стойности в оранжево.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8" name="Картина 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2838" y="839043"/>
            <a:ext cx="5133975" cy="1800225"/>
          </a:xfrm>
          <a:prstGeom prst="rect">
            <a:avLst/>
          </a:prstGeom>
          <a:ln>
            <a:solidFill>
              <a:srgbClr val="FF0000"/>
            </a:solidFill>
          </a:ln>
        </p:spPr>
      </p:pic>
    </p:spTree>
    <p:extLst>
      <p:ext uri="{BB962C8B-B14F-4D97-AF65-F5344CB8AC3E}">
        <p14:creationId xmlns:p14="http://schemas.microsoft.com/office/powerpoint/2010/main" val="29229825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Текстово поле 8"/>
          <p:cNvSpPr txBox="1"/>
          <p:nvPr/>
        </p:nvSpPr>
        <p:spPr>
          <a:xfrm>
            <a:off x="7598980" y="1602478"/>
            <a:ext cx="4256689" cy="31393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Причината за съобщението за грешка е </a:t>
            </a:r>
            <a:r>
              <a:rPr lang="bg-BG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невъведен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телефон, който бяхме маркирали като задължителен, а няма стойност по подразбиране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default.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Вече може да разгледаме останалите елементи от изгледа – </a:t>
            </a:r>
            <a:r>
              <a:rPr lang="bg-BG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подпрозореца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за писане на заявки </a:t>
            </a:r>
            <a:r>
              <a:rPr lang="en-US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Queri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който има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SQL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-код, бутон за изпълнение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Execute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подобно на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VS,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долната част на екрана са последователните изпълнения.</a:t>
            </a:r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Картина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2443" y="587900"/>
            <a:ext cx="6715125" cy="4924425"/>
          </a:xfrm>
          <a:prstGeom prst="rect">
            <a:avLst/>
          </a:prstGeom>
          <a:ln>
            <a:solidFill>
              <a:srgbClr val="3F88FB"/>
            </a:solidFill>
          </a:ln>
        </p:spPr>
      </p:pic>
    </p:spTree>
    <p:extLst>
      <p:ext uri="{BB962C8B-B14F-4D97-AF65-F5344CB8AC3E}">
        <p14:creationId xmlns:p14="http://schemas.microsoft.com/office/powerpoint/2010/main" val="4202022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8" name="Картина 2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56099" y="944444"/>
            <a:ext cx="3095625" cy="4752975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29" name="Текстово поле 28"/>
          <p:cNvSpPr txBox="1"/>
          <p:nvPr/>
        </p:nvSpPr>
        <p:spPr>
          <a:xfrm>
            <a:off x="5791026" y="1474271"/>
            <a:ext cx="4999260" cy="3693319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just"/>
            <a:r>
              <a:rPr lang="bg-B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анните </a:t>
            </a:r>
            <a:r>
              <a:rPr lang="bg-B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са оформени като таблици, които са свързани с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връзки </a:t>
            </a:r>
            <a:r>
              <a:rPr lang="bg-B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помежду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си. </a:t>
            </a:r>
            <a:r>
              <a:rPr lang="bg-B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Остава да разгледаме и как се създават връзки в изгледа за диаграми. Отново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ще подходим първо чрез интерактивния </a:t>
            </a:r>
            <a:r>
              <a:rPr lang="bg-B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графичен модел и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възможностите </a:t>
            </a:r>
            <a:r>
              <a:rPr lang="bg-B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 </a:t>
            </a:r>
            <a:r>
              <a:rPr lang="bg-BG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провлачване</a:t>
            </a:r>
            <a:r>
              <a:rPr lang="bg-B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и поставяне на желаните </a:t>
            </a:r>
            <a:r>
              <a:rPr lang="bg-BG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таблици, защото е по-нагледен и интуитивен. </a:t>
            </a:r>
          </a:p>
          <a:p>
            <a:pPr algn="just"/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r>
              <a:rPr lang="en-US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GUI </a:t>
            </a:r>
            <a:r>
              <a:rPr lang="bg-B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обикновено предлага няколко начина за достигане на даден изглед. Нека разгледаме един от тях.</a:t>
            </a:r>
          </a:p>
          <a:p>
            <a:pPr algn="just"/>
            <a:endParaRPr lang="bg-B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5260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8" name="Картина 2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3807" y="137290"/>
            <a:ext cx="8410575" cy="6581775"/>
          </a:xfrm>
          <a:prstGeom prst="rect">
            <a:avLst/>
          </a:prstGeom>
          <a:ln>
            <a:solidFill>
              <a:srgbClr val="3F88FB"/>
            </a:solidFill>
          </a:ln>
        </p:spPr>
      </p:pic>
    </p:spTree>
    <p:extLst>
      <p:ext uri="{BB962C8B-B14F-4D97-AF65-F5344CB8AC3E}">
        <p14:creationId xmlns:p14="http://schemas.microsoft.com/office/powerpoint/2010/main" val="31462635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Картина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5780" y="229502"/>
            <a:ext cx="6943725" cy="4124325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12" name="Картина 1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29084" y="1806357"/>
            <a:ext cx="6052200" cy="4739180"/>
          </a:xfrm>
          <a:prstGeom prst="rect">
            <a:avLst/>
          </a:prstGeom>
          <a:ln>
            <a:solidFill>
              <a:srgbClr val="3F88FB"/>
            </a:solidFill>
          </a:ln>
        </p:spPr>
      </p:pic>
    </p:spTree>
    <p:extLst>
      <p:ext uri="{BB962C8B-B14F-4D97-AF65-F5344CB8AC3E}">
        <p14:creationId xmlns:p14="http://schemas.microsoft.com/office/powerpoint/2010/main" val="824297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30" name="Картина 2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81915" y="292128"/>
            <a:ext cx="4638675" cy="2085975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32" name="Картина 3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30039" y="2572509"/>
            <a:ext cx="6467475" cy="1590675"/>
          </a:xfrm>
          <a:prstGeom prst="rect">
            <a:avLst/>
          </a:prstGeom>
          <a:ln>
            <a:solidFill>
              <a:srgbClr val="3F88FB"/>
            </a:solidFill>
          </a:ln>
        </p:spPr>
      </p:pic>
      <p:pic>
        <p:nvPicPr>
          <p:cNvPr id="33" name="Картина 3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9915" y="4357590"/>
            <a:ext cx="5400675" cy="2314575"/>
          </a:xfrm>
          <a:prstGeom prst="rect">
            <a:avLst/>
          </a:prstGeom>
          <a:ln>
            <a:solidFill>
              <a:srgbClr val="3F88FB"/>
            </a:solidFill>
          </a:ln>
        </p:spPr>
      </p:pic>
    </p:spTree>
    <p:extLst>
      <p:ext uri="{BB962C8B-B14F-4D97-AF65-F5344CB8AC3E}">
        <p14:creationId xmlns:p14="http://schemas.microsoft.com/office/powerpoint/2010/main" val="33430526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9" name="Картина 2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06619" y="806431"/>
            <a:ext cx="8391525" cy="3800475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30" name="Текстово поле 29"/>
          <p:cNvSpPr txBox="1"/>
          <p:nvPr/>
        </p:nvSpPr>
        <p:spPr>
          <a:xfrm>
            <a:off x="951212" y="5252117"/>
            <a:ext cx="9528755" cy="46166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just"/>
            <a:r>
              <a:rPr lang="bg-BG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Вмъкваме таблиците, които ни трябват – поединично или заедно</a:t>
            </a:r>
            <a:endParaRPr lang="bg-BG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5955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: Shape 3">
            <a:extLst>
              <a:ext uri="{FF2B5EF4-FFF2-40B4-BE49-F238E27FC236}">
                <a16:creationId xmlns:a16="http://schemas.microsoft.com/office/drawing/2014/main" xmlns="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xmlns="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xmlns="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xmlns="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xmlns="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xmlns="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xmlns="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xmlns="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xmlns="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xmlns="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xmlns="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xmlns="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xmlns="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xmlns="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xmlns="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xmlns="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xmlns="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xmlns="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xmlns="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xmlns="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xmlns="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xmlns="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xmlns="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xmlns="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xmlns="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8" name="Картина 2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88192" y="949170"/>
            <a:ext cx="6848475" cy="5514975"/>
          </a:xfrm>
          <a:prstGeom prst="rect">
            <a:avLst/>
          </a:prstGeom>
          <a:ln>
            <a:solidFill>
              <a:srgbClr val="3F88FB"/>
            </a:solidFill>
          </a:ln>
        </p:spPr>
      </p:pic>
      <p:sp>
        <p:nvSpPr>
          <p:cNvPr id="29" name="Текстово поле 28"/>
          <p:cNvSpPr txBox="1"/>
          <p:nvPr/>
        </p:nvSpPr>
        <p:spPr>
          <a:xfrm>
            <a:off x="2307441" y="248444"/>
            <a:ext cx="95432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2800" b="1" dirty="0" smtClean="0">
                <a:solidFill>
                  <a:schemeClr val="bg1"/>
                </a:solidFill>
              </a:rPr>
              <a:t>Оглеждаме за грешки – ще има много редакции</a:t>
            </a:r>
          </a:p>
        </p:txBody>
      </p:sp>
    </p:spTree>
    <p:extLst>
      <p:ext uri="{BB962C8B-B14F-4D97-AF65-F5344CB8AC3E}">
        <p14:creationId xmlns:p14="http://schemas.microsoft.com/office/powerpoint/2010/main" val="30373540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Картина 1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7675" y="385591"/>
            <a:ext cx="4140092" cy="887163"/>
          </a:xfrm>
          <a:prstGeom prst="rect">
            <a:avLst/>
          </a:prstGeom>
        </p:spPr>
      </p:pic>
      <p:pic>
        <p:nvPicPr>
          <p:cNvPr id="19" name="Картина 1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7674" y="1376076"/>
            <a:ext cx="5391254" cy="839514"/>
          </a:xfrm>
          <a:prstGeom prst="rect">
            <a:avLst/>
          </a:prstGeom>
        </p:spPr>
      </p:pic>
      <p:sp>
        <p:nvSpPr>
          <p:cNvPr id="20" name="Текстово поле 19"/>
          <p:cNvSpPr txBox="1"/>
          <p:nvPr/>
        </p:nvSpPr>
        <p:spPr>
          <a:xfrm>
            <a:off x="7572703" y="2318913"/>
            <a:ext cx="4472153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dirty="0" smtClean="0">
                <a:solidFill>
                  <a:schemeClr val="bg1"/>
                </a:solidFill>
              </a:rPr>
              <a:t>Таблица „стока“ става в мн. ч. „стоки‘ чрез „</a:t>
            </a:r>
            <a:r>
              <a:rPr lang="en-US" dirty="0" smtClean="0">
                <a:solidFill>
                  <a:schemeClr val="bg1"/>
                </a:solidFill>
              </a:rPr>
              <a:t>ALTER TABLE </a:t>
            </a:r>
            <a:r>
              <a:rPr lang="bg-BG" dirty="0" smtClean="0">
                <a:solidFill>
                  <a:schemeClr val="bg1"/>
                </a:solidFill>
              </a:rPr>
              <a:t>и </a:t>
            </a:r>
            <a:r>
              <a:rPr lang="en-US" dirty="0" smtClean="0">
                <a:solidFill>
                  <a:schemeClr val="bg1"/>
                </a:solidFill>
              </a:rPr>
              <a:t>RENAME TO.</a:t>
            </a:r>
          </a:p>
          <a:p>
            <a:endParaRPr lang="en-US" dirty="0">
              <a:solidFill>
                <a:schemeClr val="bg1"/>
              </a:solidFill>
            </a:endParaRPr>
          </a:p>
          <a:p>
            <a:r>
              <a:rPr lang="bg-BG" dirty="0" smtClean="0">
                <a:solidFill>
                  <a:schemeClr val="bg1"/>
                </a:solidFill>
              </a:rPr>
              <a:t>Сменяме и тип на данни в колона чрез </a:t>
            </a:r>
            <a:r>
              <a:rPr lang="en-US" dirty="0" smtClean="0">
                <a:solidFill>
                  <a:schemeClr val="bg1"/>
                </a:solidFill>
              </a:rPr>
              <a:t>ALTER TABLE </a:t>
            </a:r>
            <a:r>
              <a:rPr lang="bg-BG" dirty="0" smtClean="0">
                <a:solidFill>
                  <a:schemeClr val="bg1"/>
                </a:solidFill>
              </a:rPr>
              <a:t>И </a:t>
            </a:r>
            <a:r>
              <a:rPr lang="en-US" dirty="0" smtClean="0">
                <a:solidFill>
                  <a:schemeClr val="bg1"/>
                </a:solidFill>
              </a:rPr>
              <a:t>CHANGE GOLUMN</a:t>
            </a:r>
            <a:endParaRPr lang="bg-BG" dirty="0" smtClean="0">
              <a:solidFill>
                <a:schemeClr val="bg1"/>
              </a:solidFill>
            </a:endParaRPr>
          </a:p>
          <a:p>
            <a:endParaRPr lang="bg-BG" dirty="0">
              <a:solidFill>
                <a:schemeClr val="bg1"/>
              </a:solidFill>
            </a:endParaRPr>
          </a:p>
          <a:p>
            <a:r>
              <a:rPr lang="bg-BG" dirty="0" smtClean="0">
                <a:solidFill>
                  <a:schemeClr val="bg1"/>
                </a:solidFill>
              </a:rPr>
              <a:t>Забелязахме синтаксиса, така че, вместо да си играем с интерфейса на няколко таблици, може директно да напишем всички нови промени на едно място, с една </a:t>
            </a:r>
            <a:r>
              <a:rPr lang="en-US" dirty="0" smtClean="0">
                <a:solidFill>
                  <a:schemeClr val="bg1"/>
                </a:solidFill>
              </a:rPr>
              <a:t>SQL </a:t>
            </a:r>
            <a:r>
              <a:rPr lang="bg-BG" dirty="0" smtClean="0">
                <a:solidFill>
                  <a:schemeClr val="bg1"/>
                </a:solidFill>
              </a:rPr>
              <a:t>заявка. Така опознаваме самия синтаксис практически и опитваме. Ако нещо не се получава, просто четем грешката.</a:t>
            </a:r>
            <a:endParaRPr lang="bg-BG" dirty="0">
              <a:solidFill>
                <a:schemeClr val="bg1"/>
              </a:solidFill>
            </a:endParaRPr>
          </a:p>
        </p:txBody>
      </p:sp>
      <p:pic>
        <p:nvPicPr>
          <p:cNvPr id="25" name="Картина 2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6553" y="2437086"/>
            <a:ext cx="6972300" cy="4191000"/>
          </a:xfrm>
          <a:prstGeom prst="rect">
            <a:avLst/>
          </a:prstGeom>
        </p:spPr>
      </p:pic>
      <p:sp>
        <p:nvSpPr>
          <p:cNvPr id="6" name="Текстово поле 5"/>
          <p:cNvSpPr txBox="1"/>
          <p:nvPr/>
        </p:nvSpPr>
        <p:spPr>
          <a:xfrm>
            <a:off x="2648755" y="480498"/>
            <a:ext cx="95432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2800" b="1" dirty="0" smtClean="0">
                <a:solidFill>
                  <a:schemeClr val="bg1"/>
                </a:solidFill>
              </a:rPr>
              <a:t>Демонстрация на </a:t>
            </a:r>
            <a:r>
              <a:rPr lang="en-US" sz="2800" b="1" dirty="0" smtClean="0">
                <a:solidFill>
                  <a:schemeClr val="bg1"/>
                </a:solidFill>
              </a:rPr>
              <a:t>ALTER</a:t>
            </a:r>
            <a:endParaRPr lang="bg-BG" sz="2800" b="1" dirty="0" smtClean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96653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1DF8EF26-7AD5-4E7F-95B3-9A57CF80C483}"/>
              </a:ext>
            </a:extLst>
          </p:cNvPr>
          <p:cNvSpPr txBox="1"/>
          <p:nvPr/>
        </p:nvSpPr>
        <p:spPr>
          <a:xfrm>
            <a:off x="1" y="4714489"/>
            <a:ext cx="12191999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bg-BG" altLang="ko-KR" sz="6000" dirty="0" smtClean="0">
                <a:solidFill>
                  <a:schemeClr val="bg1"/>
                </a:solidFill>
                <a:cs typeface="Arial" pitchFamily="34" charset="0"/>
              </a:rPr>
              <a:t>БЛАГОДАРЯ</a:t>
            </a:r>
            <a:endParaRPr lang="ko-KR" altLang="en-US" sz="6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BADEB2CA-D11F-4CA5-BC5A-6C38FF4BF392}"/>
              </a:ext>
            </a:extLst>
          </p:cNvPr>
          <p:cNvSpPr txBox="1"/>
          <p:nvPr/>
        </p:nvSpPr>
        <p:spPr>
          <a:xfrm>
            <a:off x="51" y="5653820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bg-BG" altLang="ko-KR" sz="1867" dirty="0" smtClean="0">
                <a:solidFill>
                  <a:schemeClr val="bg1"/>
                </a:solidFill>
                <a:cs typeface="Arial" pitchFamily="34" charset="0"/>
                <a:sym typeface="Wingdings" panose="05000000000000000000" pitchFamily="2" charset="2"/>
              </a:rPr>
              <a:t>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Freeform: Shape 453">
            <a:extLst>
              <a:ext uri="{FF2B5EF4-FFF2-40B4-BE49-F238E27FC236}">
                <a16:creationId xmlns:a16="http://schemas.microsoft.com/office/drawing/2014/main" xmlns="" id="{74E95F63-CBCA-4823-A20F-8C5FC0B909FC}"/>
              </a:ext>
            </a:extLst>
          </p:cNvPr>
          <p:cNvSpPr/>
          <p:nvPr/>
        </p:nvSpPr>
        <p:spPr>
          <a:xfrm rot="5400000">
            <a:off x="435492" y="521279"/>
            <a:ext cx="1654009" cy="1652680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3">
            <a:extLst>
              <a:ext uri="{FF2B5EF4-FFF2-40B4-BE49-F238E27FC236}">
                <a16:creationId xmlns:a16="http://schemas.microsoft.com/office/drawing/2014/main" xmlns="" id="{3EFF01C9-6A9A-4A93-A1DF-42F021EA8F83}"/>
              </a:ext>
            </a:extLst>
          </p:cNvPr>
          <p:cNvSpPr/>
          <p:nvPr/>
        </p:nvSpPr>
        <p:spPr>
          <a:xfrm rot="5400000">
            <a:off x="1387179" y="2640250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xmlns="" id="{D0CAF5FC-030C-4CBD-A9CD-76EC4A457B3B}"/>
              </a:ext>
            </a:extLst>
          </p:cNvPr>
          <p:cNvSpPr/>
          <p:nvPr/>
        </p:nvSpPr>
        <p:spPr>
          <a:xfrm rot="5400000">
            <a:off x="6374039" y="1718381"/>
            <a:ext cx="655101" cy="65674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" name="Freeform: Shape 9">
            <a:extLst>
              <a:ext uri="{FF2B5EF4-FFF2-40B4-BE49-F238E27FC236}">
                <a16:creationId xmlns:a16="http://schemas.microsoft.com/office/drawing/2014/main" xmlns="" id="{7C6D6E63-B292-48E2-B066-7FDE78D256E2}"/>
              </a:ext>
            </a:extLst>
          </p:cNvPr>
          <p:cNvSpPr/>
          <p:nvPr/>
        </p:nvSpPr>
        <p:spPr>
          <a:xfrm rot="5400000">
            <a:off x="1069642" y="3290800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자유형: 도형 18">
            <a:extLst>
              <a:ext uri="{FF2B5EF4-FFF2-40B4-BE49-F238E27FC236}">
                <a16:creationId xmlns:a16="http://schemas.microsoft.com/office/drawing/2014/main" xmlns="" id="{AD32DEA5-3A77-4D6C-821A-4E1F73837CCD}"/>
              </a:ext>
            </a:extLst>
          </p:cNvPr>
          <p:cNvSpPr/>
          <p:nvPr/>
        </p:nvSpPr>
        <p:spPr>
          <a:xfrm rot="5400000">
            <a:off x="1944719" y="1560046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0" name="Freeform: Shape 13">
            <a:extLst>
              <a:ext uri="{FF2B5EF4-FFF2-40B4-BE49-F238E27FC236}">
                <a16:creationId xmlns:a16="http://schemas.microsoft.com/office/drawing/2014/main" xmlns="" id="{E39F1112-5229-4E60-84A4-F44AB48CA138}"/>
              </a:ext>
            </a:extLst>
          </p:cNvPr>
          <p:cNvSpPr/>
          <p:nvPr/>
        </p:nvSpPr>
        <p:spPr>
          <a:xfrm rot="5400000">
            <a:off x="753494" y="2214867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1" name="Freeform: Shape 5">
            <a:extLst>
              <a:ext uri="{FF2B5EF4-FFF2-40B4-BE49-F238E27FC236}">
                <a16:creationId xmlns:a16="http://schemas.microsoft.com/office/drawing/2014/main" xmlns="" id="{81E20930-796A-444D-A1F6-055CC06FB380}"/>
              </a:ext>
            </a:extLst>
          </p:cNvPr>
          <p:cNvSpPr/>
          <p:nvPr/>
        </p:nvSpPr>
        <p:spPr>
          <a:xfrm rot="5400000">
            <a:off x="-285321" y="1723439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2" name="그래픽 5">
            <a:extLst>
              <a:ext uri="{FF2B5EF4-FFF2-40B4-BE49-F238E27FC236}">
                <a16:creationId xmlns:a16="http://schemas.microsoft.com/office/drawing/2014/main" xmlns="" id="{D8461A5D-49F6-42EB-8EFB-46CA8AB0AA48}"/>
              </a:ext>
            </a:extLst>
          </p:cNvPr>
          <p:cNvSpPr/>
          <p:nvPr/>
        </p:nvSpPr>
        <p:spPr>
          <a:xfrm rot="5400000">
            <a:off x="4872625" y="1243274"/>
            <a:ext cx="1464640" cy="1460202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3" name="자유형: 도형 22">
            <a:extLst>
              <a:ext uri="{FF2B5EF4-FFF2-40B4-BE49-F238E27FC236}">
                <a16:creationId xmlns:a16="http://schemas.microsoft.com/office/drawing/2014/main" xmlns="" id="{5F7B6C87-7308-4935-ABF5-DA3A8D9466E3}"/>
              </a:ext>
            </a:extLst>
          </p:cNvPr>
          <p:cNvSpPr/>
          <p:nvPr/>
        </p:nvSpPr>
        <p:spPr>
          <a:xfrm rot="5400000">
            <a:off x="2014891" y="2550376"/>
            <a:ext cx="1989569" cy="1984557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4" name="자유형: 도형 23">
            <a:extLst>
              <a:ext uri="{FF2B5EF4-FFF2-40B4-BE49-F238E27FC236}">
                <a16:creationId xmlns:a16="http://schemas.microsoft.com/office/drawing/2014/main" xmlns="" id="{0DC79F47-8BA9-4166-8713-2CDBBB8FC780}"/>
              </a:ext>
            </a:extLst>
          </p:cNvPr>
          <p:cNvSpPr/>
          <p:nvPr/>
        </p:nvSpPr>
        <p:spPr>
          <a:xfrm rot="5400000">
            <a:off x="4049929" y="2449370"/>
            <a:ext cx="1112517" cy="1112730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5" name="자유형: 도형 24">
            <a:extLst>
              <a:ext uri="{FF2B5EF4-FFF2-40B4-BE49-F238E27FC236}">
                <a16:creationId xmlns:a16="http://schemas.microsoft.com/office/drawing/2014/main" xmlns="" id="{8CBEC44A-C934-4C7A-AF6A-7EEB066DA8BA}"/>
              </a:ext>
            </a:extLst>
          </p:cNvPr>
          <p:cNvSpPr/>
          <p:nvPr/>
        </p:nvSpPr>
        <p:spPr>
          <a:xfrm rot="5400000">
            <a:off x="3050432" y="921122"/>
            <a:ext cx="1664747" cy="1663215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6" name="Freeform: Shape 3">
            <a:extLst>
              <a:ext uri="{FF2B5EF4-FFF2-40B4-BE49-F238E27FC236}">
                <a16:creationId xmlns:a16="http://schemas.microsoft.com/office/drawing/2014/main" xmlns="" id="{15200CBE-72A2-41C8-9A3B-2D6D0B0710C1}"/>
              </a:ext>
            </a:extLst>
          </p:cNvPr>
          <p:cNvSpPr/>
          <p:nvPr/>
        </p:nvSpPr>
        <p:spPr>
          <a:xfrm rot="5400000">
            <a:off x="5328232" y="2810894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자유형: 도형 26">
            <a:extLst>
              <a:ext uri="{FF2B5EF4-FFF2-40B4-BE49-F238E27FC236}">
                <a16:creationId xmlns:a16="http://schemas.microsoft.com/office/drawing/2014/main" xmlns="" id="{5701BB41-E978-4C42-9930-7EA2B246A760}"/>
              </a:ext>
            </a:extLst>
          </p:cNvPr>
          <p:cNvSpPr/>
          <p:nvPr/>
        </p:nvSpPr>
        <p:spPr>
          <a:xfrm rot="5400000">
            <a:off x="5785920" y="3296461"/>
            <a:ext cx="683130" cy="68115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8" name="Freeform: Shape 9">
            <a:extLst>
              <a:ext uri="{FF2B5EF4-FFF2-40B4-BE49-F238E27FC236}">
                <a16:creationId xmlns:a16="http://schemas.microsoft.com/office/drawing/2014/main" xmlns="" id="{DB0F625A-85AF-4588-AFEB-3A4AC7B8BB91}"/>
              </a:ext>
            </a:extLst>
          </p:cNvPr>
          <p:cNvSpPr/>
          <p:nvPr/>
        </p:nvSpPr>
        <p:spPr>
          <a:xfrm rot="5400000">
            <a:off x="6140984" y="2481460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453">
            <a:extLst>
              <a:ext uri="{FF2B5EF4-FFF2-40B4-BE49-F238E27FC236}">
                <a16:creationId xmlns:a16="http://schemas.microsoft.com/office/drawing/2014/main" xmlns="" id="{0BAEF21B-722D-4E34-9736-503A6D2322B7}"/>
              </a:ext>
            </a:extLst>
          </p:cNvPr>
          <p:cNvSpPr/>
          <p:nvPr/>
        </p:nvSpPr>
        <p:spPr>
          <a:xfrm rot="5400000">
            <a:off x="7056807" y="1609748"/>
            <a:ext cx="1461377" cy="1460203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3">
            <a:extLst>
              <a:ext uri="{FF2B5EF4-FFF2-40B4-BE49-F238E27FC236}">
                <a16:creationId xmlns:a16="http://schemas.microsoft.com/office/drawing/2014/main" xmlns="" id="{EF6FA354-E834-4F3F-BCBF-D54F107D124E}"/>
              </a:ext>
            </a:extLst>
          </p:cNvPr>
          <p:cNvSpPr/>
          <p:nvPr/>
        </p:nvSpPr>
        <p:spPr>
          <a:xfrm rot="5400000">
            <a:off x="11531504" y="3643017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9">
            <a:extLst>
              <a:ext uri="{FF2B5EF4-FFF2-40B4-BE49-F238E27FC236}">
                <a16:creationId xmlns:a16="http://schemas.microsoft.com/office/drawing/2014/main" xmlns="" id="{8AB2362A-44C5-40BE-A265-F7EE6B82596B}"/>
              </a:ext>
            </a:extLst>
          </p:cNvPr>
          <p:cNvSpPr/>
          <p:nvPr/>
        </p:nvSpPr>
        <p:spPr>
          <a:xfrm rot="5400000">
            <a:off x="8562247" y="1916277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자유형: 도형 31">
            <a:extLst>
              <a:ext uri="{FF2B5EF4-FFF2-40B4-BE49-F238E27FC236}">
                <a16:creationId xmlns:a16="http://schemas.microsoft.com/office/drawing/2014/main" xmlns="" id="{8AEC17D6-C7D1-4414-80C9-631428ACC311}"/>
              </a:ext>
            </a:extLst>
          </p:cNvPr>
          <p:cNvSpPr/>
          <p:nvPr/>
        </p:nvSpPr>
        <p:spPr>
          <a:xfrm rot="5400000">
            <a:off x="8354795" y="2722795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33" name="Freeform: Shape 13">
            <a:extLst>
              <a:ext uri="{FF2B5EF4-FFF2-40B4-BE49-F238E27FC236}">
                <a16:creationId xmlns:a16="http://schemas.microsoft.com/office/drawing/2014/main" xmlns="" id="{D1702823-D904-422E-A2C5-A48A3E549FB7}"/>
              </a:ext>
            </a:extLst>
          </p:cNvPr>
          <p:cNvSpPr/>
          <p:nvPr/>
        </p:nvSpPr>
        <p:spPr>
          <a:xfrm rot="5400000">
            <a:off x="7761524" y="3280338"/>
            <a:ext cx="461475" cy="458911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34" name="Freeform: Shape 5">
            <a:extLst>
              <a:ext uri="{FF2B5EF4-FFF2-40B4-BE49-F238E27FC236}">
                <a16:creationId xmlns:a16="http://schemas.microsoft.com/office/drawing/2014/main" xmlns="" id="{1C91AC3D-E405-47CA-9880-B7255C63F856}"/>
              </a:ext>
            </a:extLst>
          </p:cNvPr>
          <p:cNvSpPr/>
          <p:nvPr/>
        </p:nvSpPr>
        <p:spPr>
          <a:xfrm rot="5400000">
            <a:off x="6758039" y="3041247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5" name="그래픽 5">
            <a:extLst>
              <a:ext uri="{FF2B5EF4-FFF2-40B4-BE49-F238E27FC236}">
                <a16:creationId xmlns:a16="http://schemas.microsoft.com/office/drawing/2014/main" xmlns="" id="{C83E9130-676E-453F-B79F-A9374B444619}"/>
              </a:ext>
            </a:extLst>
          </p:cNvPr>
          <p:cNvSpPr/>
          <p:nvPr/>
        </p:nvSpPr>
        <p:spPr>
          <a:xfrm rot="5400000">
            <a:off x="11004679" y="1444523"/>
            <a:ext cx="1464640" cy="1460202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6" name="자유형: 도형 35">
            <a:extLst>
              <a:ext uri="{FF2B5EF4-FFF2-40B4-BE49-F238E27FC236}">
                <a16:creationId xmlns:a16="http://schemas.microsoft.com/office/drawing/2014/main" xmlns="" id="{BA9C8149-97FA-4D89-B2F2-AAFE31A0D98B}"/>
              </a:ext>
            </a:extLst>
          </p:cNvPr>
          <p:cNvSpPr/>
          <p:nvPr/>
        </p:nvSpPr>
        <p:spPr>
          <a:xfrm rot="5400000">
            <a:off x="10584492" y="3148700"/>
            <a:ext cx="722458" cy="722596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xmlns="" id="{678F78B5-A122-4174-A52F-6686754303BD}"/>
              </a:ext>
            </a:extLst>
          </p:cNvPr>
          <p:cNvSpPr/>
          <p:nvPr/>
        </p:nvSpPr>
        <p:spPr>
          <a:xfrm rot="5400000">
            <a:off x="9314372" y="1663128"/>
            <a:ext cx="1664747" cy="1663215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xmlns="" id="{A7C69DE4-9536-4869-A6DE-7A6DEA2317C2}"/>
              </a:ext>
            </a:extLst>
          </p:cNvPr>
          <p:cNvSpPr/>
          <p:nvPr/>
        </p:nvSpPr>
        <p:spPr>
          <a:xfrm rot="5400000">
            <a:off x="11439613" y="2975333"/>
            <a:ext cx="556584" cy="55497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9" name="Freeform: Shape 9">
            <a:extLst>
              <a:ext uri="{FF2B5EF4-FFF2-40B4-BE49-F238E27FC236}">
                <a16:creationId xmlns:a16="http://schemas.microsoft.com/office/drawing/2014/main" xmlns="" id="{A0DB7501-D43A-4F58-A2DC-F9FF2B3D8F89}"/>
              </a:ext>
            </a:extLst>
          </p:cNvPr>
          <p:cNvSpPr/>
          <p:nvPr/>
        </p:nvSpPr>
        <p:spPr>
          <a:xfrm rot="5400000">
            <a:off x="9455005" y="3252710"/>
            <a:ext cx="342123" cy="34120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453">
            <a:extLst>
              <a:ext uri="{FF2B5EF4-FFF2-40B4-BE49-F238E27FC236}">
                <a16:creationId xmlns:a16="http://schemas.microsoft.com/office/drawing/2014/main" xmlns="" id="{07D0710F-A1C2-41D4-B61F-C0F2E151FD7E}"/>
              </a:ext>
            </a:extLst>
          </p:cNvPr>
          <p:cNvSpPr/>
          <p:nvPr/>
        </p:nvSpPr>
        <p:spPr>
          <a:xfrm rot="5400000">
            <a:off x="-343098" y="2735839"/>
            <a:ext cx="1256070" cy="1255061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xmlns="" id="{4089BB92-C8FD-489A-B567-02EF7255FCEF}"/>
              </a:ext>
            </a:extLst>
          </p:cNvPr>
          <p:cNvSpPr/>
          <p:nvPr/>
        </p:nvSpPr>
        <p:spPr>
          <a:xfrm rot="5400000">
            <a:off x="78004" y="-589662"/>
            <a:ext cx="1112517" cy="1112730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2" name="Freeform: Shape 3">
            <a:extLst>
              <a:ext uri="{FF2B5EF4-FFF2-40B4-BE49-F238E27FC236}">
                <a16:creationId xmlns:a16="http://schemas.microsoft.com/office/drawing/2014/main" xmlns="" id="{89644ABB-3A8C-4EB7-BA3A-6C3BCC705A14}"/>
              </a:ext>
            </a:extLst>
          </p:cNvPr>
          <p:cNvSpPr/>
          <p:nvPr/>
        </p:nvSpPr>
        <p:spPr>
          <a:xfrm rot="5400000">
            <a:off x="1355944" y="-2380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자유형: 도형 42">
            <a:extLst>
              <a:ext uri="{FF2B5EF4-FFF2-40B4-BE49-F238E27FC236}">
                <a16:creationId xmlns:a16="http://schemas.microsoft.com/office/drawing/2014/main" xmlns="" id="{F87E3E93-BFC5-434B-96B5-F96E679690D6}"/>
              </a:ext>
            </a:extLst>
          </p:cNvPr>
          <p:cNvSpPr/>
          <p:nvPr/>
        </p:nvSpPr>
        <p:spPr>
          <a:xfrm rot="5400000">
            <a:off x="2169125" y="659089"/>
            <a:ext cx="683130" cy="68115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4" name="Freeform: Shape 9">
            <a:extLst>
              <a:ext uri="{FF2B5EF4-FFF2-40B4-BE49-F238E27FC236}">
                <a16:creationId xmlns:a16="http://schemas.microsoft.com/office/drawing/2014/main" xmlns="" id="{EAF8778B-A360-45E8-9C70-82236FD69D3D}"/>
              </a:ext>
            </a:extLst>
          </p:cNvPr>
          <p:cNvSpPr/>
          <p:nvPr/>
        </p:nvSpPr>
        <p:spPr>
          <a:xfrm rot="5400000">
            <a:off x="2117064" y="-311337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3">
            <a:extLst>
              <a:ext uri="{FF2B5EF4-FFF2-40B4-BE49-F238E27FC236}">
                <a16:creationId xmlns:a16="http://schemas.microsoft.com/office/drawing/2014/main" xmlns="" id="{15F45F6A-7FEA-4ACA-A937-0E54A118D517}"/>
              </a:ext>
            </a:extLst>
          </p:cNvPr>
          <p:cNvSpPr/>
          <p:nvPr/>
        </p:nvSpPr>
        <p:spPr>
          <a:xfrm rot="5400000">
            <a:off x="6564606" y="823135"/>
            <a:ext cx="814582" cy="817361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자유형: 도형 45">
            <a:extLst>
              <a:ext uri="{FF2B5EF4-FFF2-40B4-BE49-F238E27FC236}">
                <a16:creationId xmlns:a16="http://schemas.microsoft.com/office/drawing/2014/main" xmlns="" id="{F58AC139-7A75-4BB8-857F-E6E5B1F485F0}"/>
              </a:ext>
            </a:extLst>
          </p:cNvPr>
          <p:cNvSpPr/>
          <p:nvPr/>
        </p:nvSpPr>
        <p:spPr>
          <a:xfrm rot="5400000">
            <a:off x="4495716" y="238640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47" name="Freeform: Shape 13">
            <a:extLst>
              <a:ext uri="{FF2B5EF4-FFF2-40B4-BE49-F238E27FC236}">
                <a16:creationId xmlns:a16="http://schemas.microsoft.com/office/drawing/2014/main" xmlns="" id="{7F2211BD-F59F-44C2-9732-DC5CCA7CA92D}"/>
              </a:ext>
            </a:extLst>
          </p:cNvPr>
          <p:cNvSpPr/>
          <p:nvPr/>
        </p:nvSpPr>
        <p:spPr>
          <a:xfrm rot="5400000">
            <a:off x="3923000" y="241510"/>
            <a:ext cx="461475" cy="458911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8" name="Freeform: Shape 5">
            <a:extLst>
              <a:ext uri="{FF2B5EF4-FFF2-40B4-BE49-F238E27FC236}">
                <a16:creationId xmlns:a16="http://schemas.microsoft.com/office/drawing/2014/main" xmlns="" id="{831DCFD9-0EBD-4899-9C62-1A377A9D94B9}"/>
              </a:ext>
            </a:extLst>
          </p:cNvPr>
          <p:cNvSpPr/>
          <p:nvPr/>
        </p:nvSpPr>
        <p:spPr>
          <a:xfrm rot="5400000">
            <a:off x="2918149" y="59268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9" name="자유형: 도형 48">
            <a:extLst>
              <a:ext uri="{FF2B5EF4-FFF2-40B4-BE49-F238E27FC236}">
                <a16:creationId xmlns:a16="http://schemas.microsoft.com/office/drawing/2014/main" xmlns="" id="{C093AAA6-0FA1-432B-8F6F-5513F9BE2AB8}"/>
              </a:ext>
            </a:extLst>
          </p:cNvPr>
          <p:cNvSpPr/>
          <p:nvPr/>
        </p:nvSpPr>
        <p:spPr>
          <a:xfrm rot="5400000">
            <a:off x="5708424" y="482738"/>
            <a:ext cx="722458" cy="722596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0" name="자유형: 도형 49">
            <a:extLst>
              <a:ext uri="{FF2B5EF4-FFF2-40B4-BE49-F238E27FC236}">
                <a16:creationId xmlns:a16="http://schemas.microsoft.com/office/drawing/2014/main" xmlns="" id="{C5349A52-66BC-46D7-B2A8-C67324781920}"/>
              </a:ext>
            </a:extLst>
          </p:cNvPr>
          <p:cNvSpPr/>
          <p:nvPr/>
        </p:nvSpPr>
        <p:spPr>
          <a:xfrm rot="5400000">
            <a:off x="6501616" y="110543"/>
            <a:ext cx="556584" cy="55497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1" name="Freeform: Shape 9">
            <a:extLst>
              <a:ext uri="{FF2B5EF4-FFF2-40B4-BE49-F238E27FC236}">
                <a16:creationId xmlns:a16="http://schemas.microsoft.com/office/drawing/2014/main" xmlns="" id="{852332EC-A82A-410E-B792-DA9AEDD76377}"/>
              </a:ext>
            </a:extLst>
          </p:cNvPr>
          <p:cNvSpPr/>
          <p:nvPr/>
        </p:nvSpPr>
        <p:spPr>
          <a:xfrm rot="5400000">
            <a:off x="5511691" y="110197"/>
            <a:ext cx="342123" cy="34120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453">
            <a:extLst>
              <a:ext uri="{FF2B5EF4-FFF2-40B4-BE49-F238E27FC236}">
                <a16:creationId xmlns:a16="http://schemas.microsoft.com/office/drawing/2014/main" xmlns="" id="{A6877C6C-68D0-49B9-90D5-67A37BA8AF0F}"/>
              </a:ext>
            </a:extLst>
          </p:cNvPr>
          <p:cNvSpPr/>
          <p:nvPr/>
        </p:nvSpPr>
        <p:spPr>
          <a:xfrm rot="5400000">
            <a:off x="8817944" y="-287801"/>
            <a:ext cx="1654009" cy="1652680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3">
            <a:extLst>
              <a:ext uri="{FF2B5EF4-FFF2-40B4-BE49-F238E27FC236}">
                <a16:creationId xmlns:a16="http://schemas.microsoft.com/office/drawing/2014/main" xmlns="" id="{33802F1C-66A8-4FF8-B7AB-1CE8FFBE9B31}"/>
              </a:ext>
            </a:extLst>
          </p:cNvPr>
          <p:cNvSpPr/>
          <p:nvPr/>
        </p:nvSpPr>
        <p:spPr>
          <a:xfrm rot="5400000">
            <a:off x="11332260" y="827089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9">
            <a:extLst>
              <a:ext uri="{FF2B5EF4-FFF2-40B4-BE49-F238E27FC236}">
                <a16:creationId xmlns:a16="http://schemas.microsoft.com/office/drawing/2014/main" xmlns="" id="{A9DC5B4D-EC06-4621-BF1A-4CDCF118320E}"/>
              </a:ext>
            </a:extLst>
          </p:cNvPr>
          <p:cNvSpPr/>
          <p:nvPr/>
        </p:nvSpPr>
        <p:spPr>
          <a:xfrm rot="5400000">
            <a:off x="8368582" y="1128800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자유형: 도형 54">
            <a:extLst>
              <a:ext uri="{FF2B5EF4-FFF2-40B4-BE49-F238E27FC236}">
                <a16:creationId xmlns:a16="http://schemas.microsoft.com/office/drawing/2014/main" xmlns="" id="{B10C542A-FFC7-4CCA-82CA-165F442E81F8}"/>
              </a:ext>
            </a:extLst>
          </p:cNvPr>
          <p:cNvSpPr/>
          <p:nvPr/>
        </p:nvSpPr>
        <p:spPr>
          <a:xfrm rot="5400000">
            <a:off x="10327171" y="750966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6" name="Freeform: Shape 13">
            <a:extLst>
              <a:ext uri="{FF2B5EF4-FFF2-40B4-BE49-F238E27FC236}">
                <a16:creationId xmlns:a16="http://schemas.microsoft.com/office/drawing/2014/main" xmlns="" id="{7306E3DB-0CB1-4879-A7B7-E4E56DF0FC77}"/>
              </a:ext>
            </a:extLst>
          </p:cNvPr>
          <p:cNvSpPr/>
          <p:nvPr/>
        </p:nvSpPr>
        <p:spPr>
          <a:xfrm rot="5400000">
            <a:off x="9135946" y="1405787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7" name="Freeform: Shape 5">
            <a:extLst>
              <a:ext uri="{FF2B5EF4-FFF2-40B4-BE49-F238E27FC236}">
                <a16:creationId xmlns:a16="http://schemas.microsoft.com/office/drawing/2014/main" xmlns="" id="{1D616F23-8CE8-4D9B-BF51-34D3D58A6C01}"/>
              </a:ext>
            </a:extLst>
          </p:cNvPr>
          <p:cNvSpPr/>
          <p:nvPr/>
        </p:nvSpPr>
        <p:spPr>
          <a:xfrm rot="5400000">
            <a:off x="11454069" y="-181198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xmlns="" id="{3A905810-8A35-4D95-8713-B20AF2615C90}"/>
              </a:ext>
            </a:extLst>
          </p:cNvPr>
          <p:cNvSpPr/>
          <p:nvPr/>
        </p:nvSpPr>
        <p:spPr>
          <a:xfrm rot="5400000">
            <a:off x="10551577" y="-149991"/>
            <a:ext cx="683130" cy="68115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1" name="자유형: 도형 60">
            <a:extLst>
              <a:ext uri="{FF2B5EF4-FFF2-40B4-BE49-F238E27FC236}">
                <a16:creationId xmlns:a16="http://schemas.microsoft.com/office/drawing/2014/main" xmlns="" id="{2DD2B37E-8BFB-4E5F-A5E8-E943CEAE595E}"/>
              </a:ext>
            </a:extLst>
          </p:cNvPr>
          <p:cNvSpPr/>
          <p:nvPr/>
        </p:nvSpPr>
        <p:spPr>
          <a:xfrm rot="5400000">
            <a:off x="7361638" y="88321"/>
            <a:ext cx="1308233" cy="1307029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4310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over and End Slide Master">
  <a:themeElements>
    <a:clrScheme name="ALLPPT-501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576868"/>
      </a:accent6>
      <a:hlink>
        <a:srgbClr val="0000FF"/>
      </a:hlink>
      <a:folHlink>
        <a:srgbClr val="800080"/>
      </a:folHlink>
    </a:clrScheme>
    <a:fontScheme name="ALLPPT PONTS">
      <a:majorFont>
        <a:latin typeface="Arial"/>
        <a:ea typeface="Malgun Gothic"/>
        <a:cs typeface=""/>
      </a:majorFont>
      <a:minorFont>
        <a:latin typeface="Arial"/>
        <a:ea typeface="맑은 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501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576868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501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576868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5233</TotalTime>
  <Words>999</Words>
  <Application>Microsoft Office PowerPoint</Application>
  <PresentationFormat>Широк екран</PresentationFormat>
  <Paragraphs>99</Paragraphs>
  <Slides>28</Slides>
  <Notes>0</Notes>
  <HiddenSlides>0</HiddenSlides>
  <MMClips>0</MMClips>
  <ScaleCrop>false</ScaleCrop>
  <HeadingPairs>
    <vt:vector size="6" baseType="variant">
      <vt:variant>
        <vt:lpstr>Използвани шрифтове</vt:lpstr>
      </vt:variant>
      <vt:variant>
        <vt:i4>6</vt:i4>
      </vt:variant>
      <vt:variant>
        <vt:lpstr>Тема</vt:lpstr>
      </vt:variant>
      <vt:variant>
        <vt:i4>3</vt:i4>
      </vt:variant>
      <vt:variant>
        <vt:lpstr>Заглавия на слайдовете</vt:lpstr>
      </vt:variant>
      <vt:variant>
        <vt:i4>28</vt:i4>
      </vt:variant>
    </vt:vector>
  </HeadingPairs>
  <TitlesOfParts>
    <vt:vector size="37" baseType="lpstr">
      <vt:lpstr>Arial Unicode MS</vt:lpstr>
      <vt:lpstr>맑은 고딕</vt:lpstr>
      <vt:lpstr>Arial</vt:lpstr>
      <vt:lpstr>Calibri</vt:lpstr>
      <vt:lpstr>Corbel</vt:lpstr>
      <vt:lpstr>Wingdings</vt:lpstr>
      <vt:lpstr>Cover and End Slide Master</vt:lpstr>
      <vt:lpstr>Contents Slide Master</vt:lpstr>
      <vt:lpstr>Section Break Slide Master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  <vt:lpstr>Презентация на PowerPoint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Николета</cp:lastModifiedBy>
  <cp:revision>139</cp:revision>
  <dcterms:created xsi:type="dcterms:W3CDTF">2020-01-20T05:08:25Z</dcterms:created>
  <dcterms:modified xsi:type="dcterms:W3CDTF">2024-10-22T08:06:33Z</dcterms:modified>
</cp:coreProperties>
</file>